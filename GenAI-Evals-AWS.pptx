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7FFFE900_7B26FD5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  <p:sldMasterId id="2147483732" r:id="rId4"/>
  </p:sldMasterIdLst>
  <p:notesMasterIdLst>
    <p:notesMasterId r:id="rId25"/>
  </p:notesMasterIdLst>
  <p:handoutMasterIdLst>
    <p:handoutMasterId r:id="rId26"/>
  </p:handoutMasterIdLst>
  <p:sldIdLst>
    <p:sldId id="2147477749" r:id="rId5"/>
    <p:sldId id="2147477755" r:id="rId6"/>
    <p:sldId id="2147477776" r:id="rId7"/>
    <p:sldId id="2147477757" r:id="rId8"/>
    <p:sldId id="2147477760" r:id="rId9"/>
    <p:sldId id="2147477775" r:id="rId10"/>
    <p:sldId id="2147477761" r:id="rId11"/>
    <p:sldId id="2147477777" r:id="rId12"/>
    <p:sldId id="2147477778" r:id="rId13"/>
    <p:sldId id="2147477779" r:id="rId14"/>
    <p:sldId id="2147477763" r:id="rId15"/>
    <p:sldId id="2147477780" r:id="rId16"/>
    <p:sldId id="2147477765" r:id="rId17"/>
    <p:sldId id="2147477766" r:id="rId18"/>
    <p:sldId id="2147477782" r:id="rId19"/>
    <p:sldId id="2147477767" r:id="rId20"/>
    <p:sldId id="2147477768" r:id="rId21"/>
    <p:sldId id="2147477783" r:id="rId22"/>
    <p:sldId id="2147477784" r:id="rId23"/>
    <p:sldId id="2147477774" r:id="rId24"/>
  </p:sldIdLst>
  <p:sldSz cx="12192000" cy="6858000"/>
  <p:notesSz cx="6858000" cy="9144000"/>
  <p:embeddedFontLst>
    <p:embeddedFont>
      <p:font typeface="Amazon Ember" panose="020B0604020202020204" charset="0"/>
      <p:regular r:id="rId27"/>
      <p:bold r:id="rId28"/>
      <p:italic r:id="rId29"/>
      <p:boldItalic r:id="rId30"/>
    </p:embeddedFont>
    <p:embeddedFont>
      <p:font typeface="Amazon Ember Display" panose="020B0604020202020204" charset="0"/>
      <p:regular r:id="rId31"/>
      <p:bold r:id="rId32"/>
      <p:italic r:id="rId33"/>
      <p:boldItalic r:id="rId34"/>
    </p:embeddedFont>
    <p:embeddedFont>
      <p:font typeface="Amazon Ember Mono" panose="020B060402020202020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25896864-DF69-40F5-8CB7-E9E220E900ED}">
          <p14:sldIdLst>
            <p14:sldId id="2147477749"/>
            <p14:sldId id="2147477755"/>
            <p14:sldId id="2147477776"/>
            <p14:sldId id="2147477757"/>
            <p14:sldId id="2147477760"/>
            <p14:sldId id="2147477775"/>
            <p14:sldId id="2147477761"/>
            <p14:sldId id="2147477777"/>
            <p14:sldId id="2147477778"/>
            <p14:sldId id="2147477779"/>
            <p14:sldId id="2147477763"/>
            <p14:sldId id="2147477780"/>
            <p14:sldId id="2147477765"/>
            <p14:sldId id="2147477766"/>
            <p14:sldId id="2147477782"/>
            <p14:sldId id="2147477767"/>
            <p14:sldId id="2147477768"/>
            <p14:sldId id="2147477783"/>
            <p14:sldId id="2147477784"/>
            <p14:sldId id="2147477774"/>
          </p14:sldIdLst>
        </p14:section>
        <p14:section name="Template directions" id="{9E4ACA30-D387-48B9-B60B-FCAB7867C6F7}">
          <p14:sldIdLst/>
        </p14:section>
        <p14:section name="Title slides" id="{8806E88D-7D3F-475C-A6F5-14A5B6CD3EBE}">
          <p14:sldIdLst/>
        </p14:section>
        <p14:section name="Agenda slides" id="{261E2919-5D62-5B48-9C80-10BA03F77067}">
          <p14:sldIdLst/>
        </p14:section>
        <p14:section name="Divider and Title-only slide options" id="{53D029EB-DEEC-436B-98BE-1B30026C68BA}">
          <p14:sldIdLst/>
        </p14:section>
        <p14:section name="Content slides" id="{EC17E99E-D672-4609-B42A-AE99DD1E8900}">
          <p14:sldIdLst/>
        </p14:section>
        <p14:section name="Thank you slides" id="{7E98B0BD-72E6-4477-9B70-9A023E279BCE}">
          <p14:sldIdLst/>
        </p14:section>
        <p14:section name="Examples" id="{5052AD04-C0D9-4FF6-AA6F-420659794DEE}">
          <p14:sldIdLst/>
        </p14:section>
        <p14:section name="Data Visualizations" id="{ABD1B353-9DAC-B44E-BC9C-AC4BD77DE55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E49B6B-219C-C0EA-8CE9-F612685B0B86}" name="Ummat, Shivi" initials="US" userId="S::shiviu@amazon.com::c9ac934f-fc13-4e5c-8ca4-2104f5fa59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F3E"/>
    <a:srgbClr val="D9D9D9"/>
    <a:srgbClr val="41B3FF"/>
    <a:srgbClr val="1A0033"/>
    <a:srgbClr val="FCFCFD"/>
    <a:srgbClr val="7F1EE7"/>
    <a:srgbClr val="0000A3"/>
    <a:srgbClr val="B81EE7"/>
    <a:srgbClr val="5400AD"/>
    <a:srgbClr val="1D2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13343-1EE0-FF65-503C-5AD4CC842C5C}" v="58" dt="2026-05-06T16:35:34.274"/>
    <p1510:client id="{A3906423-12A9-76DE-66A9-8E0E90E271EA}" v="29" dt="2026-05-06T16:32:19.220"/>
    <p1510:client id="{AF36D620-8380-3944-8860-E2426277D789}" v="37" dt="2026-05-06T21:45:59.481"/>
    <p1510:client id="{D075BBA5-84A1-EB85-9473-B14BB32D7E89}" v="884" dt="2026-05-06T17:37:34.276"/>
    <p1510:client id="{E015EAAE-246C-1DEF-3204-B862E34FCD00}" v="68" dt="2026-05-06T21:35:07.828"/>
    <p1510:client id="{F735B6C6-45CA-8DAB-CB4B-AD482920DCD0}" v="39" dt="2026-05-06T16:21:33.724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96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mat, Shivi" userId="S::shiviu@amazon.com::c9ac934f-fc13-4e5c-8ca4-2104f5fa597c" providerId="AD" clId="Web-{A3906423-12A9-76DE-66A9-8E0E90E271EA}"/>
    <pc:docChg chg="modSld">
      <pc:chgData name="Ummat, Shivi" userId="S::shiviu@amazon.com::c9ac934f-fc13-4e5c-8ca4-2104f5fa597c" providerId="AD" clId="Web-{A3906423-12A9-76DE-66A9-8E0E90E271EA}" dt="2026-05-06T16:32:19.220" v="27" actId="1076"/>
      <pc:docMkLst>
        <pc:docMk/>
      </pc:docMkLst>
      <pc:sldChg chg="modSp">
        <pc:chgData name="Ummat, Shivi" userId="S::shiviu@amazon.com::c9ac934f-fc13-4e5c-8ca4-2104f5fa597c" providerId="AD" clId="Web-{A3906423-12A9-76DE-66A9-8E0E90E271EA}" dt="2026-05-06T16:30:51.501" v="26" actId="1076"/>
        <pc:sldMkLst>
          <pc:docMk/>
          <pc:sldMk cId="2066152784" sldId="2147477760"/>
        </pc:sldMkLst>
        <pc:spChg chg="mod">
          <ac:chgData name="Ummat, Shivi" userId="S::shiviu@amazon.com::c9ac934f-fc13-4e5c-8ca4-2104f5fa597c" providerId="AD" clId="Web-{A3906423-12A9-76DE-66A9-8E0E90E271EA}" dt="2026-05-06T16:30:51.501" v="26" actId="1076"/>
          <ac:spMkLst>
            <pc:docMk/>
            <pc:sldMk cId="2066152784" sldId="2147477760"/>
            <ac:spMk id="2" creationId="{1D28A026-64CD-5022-533B-0A5E2C1A89AB}"/>
          </ac:spMkLst>
        </pc:spChg>
        <pc:spChg chg="mod">
          <ac:chgData name="Ummat, Shivi" userId="S::shiviu@amazon.com::c9ac934f-fc13-4e5c-8ca4-2104f5fa597c" providerId="AD" clId="Web-{A3906423-12A9-76DE-66A9-8E0E90E271EA}" dt="2026-05-06T16:30:47.595" v="25" actId="1076"/>
          <ac:spMkLst>
            <pc:docMk/>
            <pc:sldMk cId="2066152784" sldId="2147477760"/>
            <ac:spMk id="6" creationId="{85923D99-079F-5A6C-AC27-43629E510B3E}"/>
          </ac:spMkLst>
        </pc:spChg>
      </pc:sldChg>
      <pc:sldChg chg="modSp">
        <pc:chgData name="Ummat, Shivi" userId="S::shiviu@amazon.com::c9ac934f-fc13-4e5c-8ca4-2104f5fa597c" providerId="AD" clId="Web-{A3906423-12A9-76DE-66A9-8E0E90E271EA}" dt="2026-05-06T16:32:19.220" v="27" actId="1076"/>
        <pc:sldMkLst>
          <pc:docMk/>
          <pc:sldMk cId="238025349" sldId="2147477769"/>
        </pc:sldMkLst>
        <pc:spChg chg="mod">
          <ac:chgData name="Ummat, Shivi" userId="S::shiviu@amazon.com::c9ac934f-fc13-4e5c-8ca4-2104f5fa597c" providerId="AD" clId="Web-{A3906423-12A9-76DE-66A9-8E0E90E271EA}" dt="2026-05-06T16:32:19.220" v="27" actId="1076"/>
          <ac:spMkLst>
            <pc:docMk/>
            <pc:sldMk cId="238025349" sldId="2147477769"/>
            <ac:spMk id="26" creationId="{4555EE54-3B11-8D63-A612-63B52AF90728}"/>
          </ac:spMkLst>
        </pc:spChg>
      </pc:sldChg>
    </pc:docChg>
  </pc:docChgLst>
  <pc:docChgLst>
    <pc:chgData name="Ummat, Shivi" userId="S::shiviu@amazon.com::c9ac934f-fc13-4e5c-8ca4-2104f5fa597c" providerId="AD" clId="Web-{C6F21C85-20CF-FB1E-1FB3-F59F8A249200}"/>
    <pc:docChg chg="addSld delSld modSld sldOrd modSection">
      <pc:chgData name="Ummat, Shivi" userId="S::shiviu@amazon.com::c9ac934f-fc13-4e5c-8ca4-2104f5fa597c" providerId="AD" clId="Web-{C6F21C85-20CF-FB1E-1FB3-F59F8A249200}" dt="2026-04-24T05:37:47.040" v="700"/>
      <pc:docMkLst>
        <pc:docMk/>
      </pc:docMkLst>
      <pc:sldChg chg="delSp modSp new ord">
        <pc:chgData name="Ummat, Shivi" userId="S::shiviu@amazon.com::c9ac934f-fc13-4e5c-8ca4-2104f5fa597c" providerId="AD" clId="Web-{C6F21C85-20CF-FB1E-1FB3-F59F8A249200}" dt="2026-04-24T05:16:01.937" v="530"/>
        <pc:sldMkLst>
          <pc:docMk/>
          <pc:sldMk cId="4013785700" sldId="2147477749"/>
        </pc:sldMkLst>
        <pc:spChg chg="mod">
          <ac:chgData name="Ummat, Shivi" userId="S::shiviu@amazon.com::c9ac934f-fc13-4e5c-8ca4-2104f5fa597c" providerId="AD" clId="Web-{C6F21C85-20CF-FB1E-1FB3-F59F8A249200}" dt="2026-04-24T05:15:02.984" v="514" actId="1076"/>
          <ac:spMkLst>
            <pc:docMk/>
            <pc:sldMk cId="4013785700" sldId="2147477749"/>
            <ac:spMk id="2" creationId="{F326A66A-8EE8-206E-1901-AF0A51F7018D}"/>
          </ac:spMkLst>
        </pc:spChg>
        <pc:spChg chg="mod">
          <ac:chgData name="Ummat, Shivi" userId="S::shiviu@amazon.com::c9ac934f-fc13-4e5c-8ca4-2104f5fa597c" providerId="AD" clId="Web-{C6F21C85-20CF-FB1E-1FB3-F59F8A249200}" dt="2026-04-24T05:15:57.312" v="528" actId="20577"/>
          <ac:spMkLst>
            <pc:docMk/>
            <pc:sldMk cId="4013785700" sldId="2147477749"/>
            <ac:spMk id="6" creationId="{CB41F5DD-8EBD-2A21-190A-0DABCDB833C0}"/>
          </ac:spMkLst>
        </pc:spChg>
      </pc:sldChg>
      <pc:sldChg chg="addSp delSp modSp new add del mod setBg modClrScheme chgLayout">
        <pc:chgData name="Ummat, Shivi" userId="S::shiviu@amazon.com::c9ac934f-fc13-4e5c-8ca4-2104f5fa597c" providerId="AD" clId="Web-{C6F21C85-20CF-FB1E-1FB3-F59F8A249200}" dt="2026-04-24T05:37:47.040" v="700"/>
        <pc:sldMkLst>
          <pc:docMk/>
          <pc:sldMk cId="555274887" sldId="2147477755"/>
        </pc:sldMkLst>
      </pc:sldChg>
      <pc:sldMasterChg chg="addSldLayout">
        <pc:chgData name="Ummat, Shivi" userId="S::shiviu@amazon.com::c9ac934f-fc13-4e5c-8ca4-2104f5fa597c" providerId="AD" clId="Web-{C6F21C85-20CF-FB1E-1FB3-F59F8A249200}" dt="2026-04-24T05:01:53.199" v="367"/>
        <pc:sldMasterMkLst>
          <pc:docMk/>
          <pc:sldMasterMk cId="471148940" sldId="2147483648"/>
        </pc:sldMasterMkLst>
        <pc:sldLayoutChg chg="add">
          <pc:chgData name="Ummat, Shivi" userId="S::shiviu@amazon.com::c9ac934f-fc13-4e5c-8ca4-2104f5fa597c" providerId="AD" clId="Web-{C6F21C85-20CF-FB1E-1FB3-F59F8A249200}" dt="2026-04-24T05:01:52.824" v="364"/>
          <pc:sldLayoutMkLst>
            <pc:docMk/>
            <pc:sldMasterMk cId="471148940" sldId="2147483648"/>
            <pc:sldLayoutMk cId="3829041037" sldId="2147483788"/>
          </pc:sldLayoutMkLst>
        </pc:sldLayoutChg>
        <pc:sldLayoutChg chg="add">
          <pc:chgData name="Ummat, Shivi" userId="S::shiviu@amazon.com::c9ac934f-fc13-4e5c-8ca4-2104f5fa597c" providerId="AD" clId="Web-{C6F21C85-20CF-FB1E-1FB3-F59F8A249200}" dt="2026-04-24T05:01:53.199" v="367"/>
          <pc:sldLayoutMkLst>
            <pc:docMk/>
            <pc:sldMasterMk cId="471148940" sldId="2147483648"/>
            <pc:sldLayoutMk cId="1591227905" sldId="2147483789"/>
          </pc:sldLayoutMkLst>
        </pc:sldLayoutChg>
      </pc:sldMasterChg>
      <pc:sldMasterChg chg="addSldLayout">
        <pc:chgData name="Ummat, Shivi" userId="S::shiviu@amazon.com::c9ac934f-fc13-4e5c-8ca4-2104f5fa597c" providerId="AD" clId="Web-{C6F21C85-20CF-FB1E-1FB3-F59F8A249200}" dt="2026-04-24T05:10:33.464" v="402"/>
        <pc:sldMasterMkLst>
          <pc:docMk/>
          <pc:sldMasterMk cId="364748558" sldId="2147483732"/>
        </pc:sldMasterMkLst>
        <pc:sldLayoutChg chg="add replId">
          <pc:chgData name="Ummat, Shivi" userId="S::shiviu@amazon.com::c9ac934f-fc13-4e5c-8ca4-2104f5fa597c" providerId="AD" clId="Web-{C6F21C85-20CF-FB1E-1FB3-F59F8A249200}" dt="2026-04-24T05:10:33.464" v="402"/>
          <pc:sldLayoutMkLst>
            <pc:docMk/>
            <pc:sldMasterMk cId="364748558" sldId="2147483732"/>
            <pc:sldLayoutMk cId="1341540107" sldId="2147483790"/>
          </pc:sldLayoutMkLst>
        </pc:sldLayoutChg>
      </pc:sldMasterChg>
    </pc:docChg>
  </pc:docChgLst>
  <pc:docChgLst>
    <pc:chgData name="Ummat, Shivi" userId="S::shiviu@amazon.com::c9ac934f-fc13-4e5c-8ca4-2104f5fa597c" providerId="AD" clId="Web-{4E713343-1EE0-FF65-503C-5AD4CC842C5C}"/>
    <pc:docChg chg="addSld modSld modSection">
      <pc:chgData name="Ummat, Shivi" userId="S::shiviu@amazon.com::c9ac934f-fc13-4e5c-8ca4-2104f5fa597c" providerId="AD" clId="Web-{4E713343-1EE0-FF65-503C-5AD4CC842C5C}" dt="2026-05-06T16:35:34.274" v="57" actId="1076"/>
      <pc:docMkLst>
        <pc:docMk/>
      </pc:docMkLst>
      <pc:sldChg chg="modSp">
        <pc:chgData name="Ummat, Shivi" userId="S::shiviu@amazon.com::c9ac934f-fc13-4e5c-8ca4-2104f5fa597c" providerId="AD" clId="Web-{4E713343-1EE0-FF65-503C-5AD4CC842C5C}" dt="2026-05-06T16:34:18.680" v="0" actId="20577"/>
        <pc:sldMkLst>
          <pc:docMk/>
          <pc:sldMk cId="3652344378" sldId="2147477758"/>
        </pc:sldMkLst>
        <pc:spChg chg="mod">
          <ac:chgData name="Ummat, Shivi" userId="S::shiviu@amazon.com::c9ac934f-fc13-4e5c-8ca4-2104f5fa597c" providerId="AD" clId="Web-{4E713343-1EE0-FF65-503C-5AD4CC842C5C}" dt="2026-05-06T16:34:18.680" v="0" actId="20577"/>
          <ac:spMkLst>
            <pc:docMk/>
            <pc:sldMk cId="3652344378" sldId="2147477758"/>
            <ac:spMk id="30" creationId="{3B0A1080-D489-C9D1-C2B3-ED894C8BA292}"/>
          </ac:spMkLst>
        </pc:spChg>
      </pc:sldChg>
      <pc:sldChg chg="addSp delSp modSp">
        <pc:chgData name="Ummat, Shivi" userId="S::shiviu@amazon.com::c9ac934f-fc13-4e5c-8ca4-2104f5fa597c" providerId="AD" clId="Web-{4E713343-1EE0-FF65-503C-5AD4CC842C5C}" dt="2026-05-06T16:35:34.274" v="57" actId="1076"/>
        <pc:sldMkLst>
          <pc:docMk/>
          <pc:sldMk cId="1896048833" sldId="2147477764"/>
        </pc:sldMkLst>
        <pc:spChg chg="del">
          <ac:chgData name="Ummat, Shivi" userId="S::shiviu@amazon.com::c9ac934f-fc13-4e5c-8ca4-2104f5fa597c" providerId="AD" clId="Web-{4E713343-1EE0-FF65-503C-5AD4CC842C5C}" dt="2026-05-06T16:35:15.587" v="51"/>
          <ac:spMkLst>
            <pc:docMk/>
            <pc:sldMk cId="1896048833" sldId="2147477764"/>
            <ac:spMk id="2" creationId="{FB59AE38-27D7-4B99-3F46-4322323B9583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50"/>
          <ac:spMkLst>
            <pc:docMk/>
            <pc:sldMk cId="1896048833" sldId="2147477764"/>
            <ac:spMk id="3" creationId="{86902F84-1AED-7C0E-B7BC-3635F1A47E12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9"/>
          <ac:spMkLst>
            <pc:docMk/>
            <pc:sldMk cId="1896048833" sldId="2147477764"/>
            <ac:spMk id="4" creationId="{E0F7A007-53F0-166F-E6EC-E1D36EF81207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8"/>
          <ac:spMkLst>
            <pc:docMk/>
            <pc:sldMk cId="1896048833" sldId="2147477764"/>
            <ac:spMk id="5" creationId="{9A9ECB20-C8EB-26CC-43E8-AB478B948584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7"/>
          <ac:spMkLst>
            <pc:docMk/>
            <pc:sldMk cId="1896048833" sldId="2147477764"/>
            <ac:spMk id="6" creationId="{49E97BC6-BCE9-1DAD-8BCC-078B77AAAF24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6"/>
          <ac:spMkLst>
            <pc:docMk/>
            <pc:sldMk cId="1896048833" sldId="2147477764"/>
            <ac:spMk id="7" creationId="{AC87849A-A701-FBE5-EEAA-58970A3266E6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4"/>
          <ac:spMkLst>
            <pc:docMk/>
            <pc:sldMk cId="1896048833" sldId="2147477764"/>
            <ac:spMk id="9" creationId="{9399BC79-CE70-2D49-74A0-E7D17FA4C114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3"/>
          <ac:spMkLst>
            <pc:docMk/>
            <pc:sldMk cId="1896048833" sldId="2147477764"/>
            <ac:spMk id="10" creationId="{029AEEA1-8691-1570-2C7C-9E7A747E1821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2"/>
          <ac:spMkLst>
            <pc:docMk/>
            <pc:sldMk cId="1896048833" sldId="2147477764"/>
            <ac:spMk id="11" creationId="{2FE1A469-D40A-7288-5942-F4B5B93D0528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40"/>
          <ac:spMkLst>
            <pc:docMk/>
            <pc:sldMk cId="1896048833" sldId="2147477764"/>
            <ac:spMk id="13" creationId="{160B398C-32FC-2449-4803-18A725E05039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9"/>
          <ac:spMkLst>
            <pc:docMk/>
            <pc:sldMk cId="1896048833" sldId="2147477764"/>
            <ac:spMk id="14" creationId="{5A286F6D-3670-BD41-C211-64B9A3A6F8FF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8"/>
          <ac:spMkLst>
            <pc:docMk/>
            <pc:sldMk cId="1896048833" sldId="2147477764"/>
            <ac:spMk id="15" creationId="{EC4E36A1-9414-6917-60ED-FA4F892E19AF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6"/>
          <ac:spMkLst>
            <pc:docMk/>
            <pc:sldMk cId="1896048833" sldId="2147477764"/>
            <ac:spMk id="17" creationId="{8A6DE10F-9DB9-B765-B85B-D5435910EE05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5"/>
          <ac:spMkLst>
            <pc:docMk/>
            <pc:sldMk cId="1896048833" sldId="2147477764"/>
            <ac:spMk id="18" creationId="{5F8AF6CC-5692-3CFB-C1AF-43C702FA00B8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4"/>
          <ac:spMkLst>
            <pc:docMk/>
            <pc:sldMk cId="1896048833" sldId="2147477764"/>
            <ac:spMk id="19" creationId="{225C0A14-5775-C0FA-749E-A83D4A1639D9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3"/>
          <ac:spMkLst>
            <pc:docMk/>
            <pc:sldMk cId="1896048833" sldId="2147477764"/>
            <ac:spMk id="20" creationId="{1A4A321D-011D-90B9-8782-F434935F7F59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2"/>
          <ac:spMkLst>
            <pc:docMk/>
            <pc:sldMk cId="1896048833" sldId="2147477764"/>
            <ac:spMk id="21" creationId="{20A3167B-EFDA-8EE9-AE8E-B2625BEAF0E6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1"/>
          <ac:spMkLst>
            <pc:docMk/>
            <pc:sldMk cId="1896048833" sldId="2147477764"/>
            <ac:spMk id="22" creationId="{E3EDD368-5B17-B88B-79C3-38FD0A6D472A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30"/>
          <ac:spMkLst>
            <pc:docMk/>
            <pc:sldMk cId="1896048833" sldId="2147477764"/>
            <ac:spMk id="23" creationId="{FD106CB1-1B76-DA23-D90C-53D6215E62A4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9"/>
          <ac:spMkLst>
            <pc:docMk/>
            <pc:sldMk cId="1896048833" sldId="2147477764"/>
            <ac:spMk id="24" creationId="{8D4897E6-A97D-3115-FAEE-946D76F4C9BB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8"/>
          <ac:spMkLst>
            <pc:docMk/>
            <pc:sldMk cId="1896048833" sldId="2147477764"/>
            <ac:spMk id="25" creationId="{74B38D27-74CC-6B97-B8E3-DE8EBF65F892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7"/>
          <ac:spMkLst>
            <pc:docMk/>
            <pc:sldMk cId="1896048833" sldId="2147477764"/>
            <ac:spMk id="26" creationId="{0CE5E59E-7A86-5EAA-31E6-4D754B7A8430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6"/>
          <ac:spMkLst>
            <pc:docMk/>
            <pc:sldMk cId="1896048833" sldId="2147477764"/>
            <ac:spMk id="27" creationId="{E68FC59D-0C77-CA71-9927-5C6239F33502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5"/>
          <ac:spMkLst>
            <pc:docMk/>
            <pc:sldMk cId="1896048833" sldId="2147477764"/>
            <ac:spMk id="28" creationId="{49FC57CA-3163-54C2-940A-E9319DD8D875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4"/>
          <ac:spMkLst>
            <pc:docMk/>
            <pc:sldMk cId="1896048833" sldId="2147477764"/>
            <ac:spMk id="29" creationId="{976D76D1-D578-EFB6-561D-000730A673FE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3"/>
          <ac:spMkLst>
            <pc:docMk/>
            <pc:sldMk cId="1896048833" sldId="2147477764"/>
            <ac:spMk id="30" creationId="{DF30F8F6-A4E0-0B78-8F62-319EF7B8F068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2"/>
          <ac:spMkLst>
            <pc:docMk/>
            <pc:sldMk cId="1896048833" sldId="2147477764"/>
            <ac:spMk id="31" creationId="{13AB8E66-341F-01E9-B013-045712EE022E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1"/>
          <ac:spMkLst>
            <pc:docMk/>
            <pc:sldMk cId="1896048833" sldId="2147477764"/>
            <ac:spMk id="32" creationId="{D813528F-AC87-F6EA-7C40-5B087A93CC80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20"/>
          <ac:spMkLst>
            <pc:docMk/>
            <pc:sldMk cId="1896048833" sldId="2147477764"/>
            <ac:spMk id="33" creationId="{F134F0AD-E6B6-D22A-2E8A-068C576A8FC8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9"/>
          <ac:spMkLst>
            <pc:docMk/>
            <pc:sldMk cId="1896048833" sldId="2147477764"/>
            <ac:spMk id="34" creationId="{405F17BA-038F-60DB-4113-84D7DB6D7E66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8"/>
          <ac:spMkLst>
            <pc:docMk/>
            <pc:sldMk cId="1896048833" sldId="2147477764"/>
            <ac:spMk id="35" creationId="{A4FFCB93-B368-08F4-DFD7-8F47AAE78863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7"/>
          <ac:spMkLst>
            <pc:docMk/>
            <pc:sldMk cId="1896048833" sldId="2147477764"/>
            <ac:spMk id="36" creationId="{BFE9BA4A-4E1C-4491-A037-F53578432A4E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6"/>
          <ac:spMkLst>
            <pc:docMk/>
            <pc:sldMk cId="1896048833" sldId="2147477764"/>
            <ac:spMk id="37" creationId="{C7841E30-02A0-56FC-EACD-450F3D2F9BD2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5"/>
          <ac:spMkLst>
            <pc:docMk/>
            <pc:sldMk cId="1896048833" sldId="2147477764"/>
            <ac:spMk id="38" creationId="{1E19A9AC-F86D-6E4B-D41B-6B2DFE821032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4"/>
          <ac:spMkLst>
            <pc:docMk/>
            <pc:sldMk cId="1896048833" sldId="2147477764"/>
            <ac:spMk id="39" creationId="{D628685A-934D-5467-5DBA-11D1776C4A0B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3"/>
          <ac:spMkLst>
            <pc:docMk/>
            <pc:sldMk cId="1896048833" sldId="2147477764"/>
            <ac:spMk id="40" creationId="{88DABD05-70F0-A926-E191-3201E8AC04E3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2"/>
          <ac:spMkLst>
            <pc:docMk/>
            <pc:sldMk cId="1896048833" sldId="2147477764"/>
            <ac:spMk id="41" creationId="{E9C60E59-2AE0-26E6-C4BC-E3CA7D6F6C20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1"/>
          <ac:spMkLst>
            <pc:docMk/>
            <pc:sldMk cId="1896048833" sldId="2147477764"/>
            <ac:spMk id="42" creationId="{12A8E488-A5EB-11DC-37F5-66F1F8C97DCE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10"/>
          <ac:spMkLst>
            <pc:docMk/>
            <pc:sldMk cId="1896048833" sldId="2147477764"/>
            <ac:spMk id="43" creationId="{C26C5E6C-89A5-D438-F9F4-155838DBBBB7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9"/>
          <ac:spMkLst>
            <pc:docMk/>
            <pc:sldMk cId="1896048833" sldId="2147477764"/>
            <ac:spMk id="44" creationId="{EFFEE2AE-A69C-C67F-7C54-89B6A1ECC4BE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8"/>
          <ac:spMkLst>
            <pc:docMk/>
            <pc:sldMk cId="1896048833" sldId="2147477764"/>
            <ac:spMk id="45" creationId="{3CE5D806-E538-51B3-F4A1-8096C8576426}"/>
          </ac:spMkLst>
        </pc:spChg>
        <pc:spChg chg="del">
          <ac:chgData name="Ummat, Shivi" userId="S::shiviu@amazon.com::c9ac934f-fc13-4e5c-8ca4-2104f5fa597c" providerId="AD" clId="Web-{4E713343-1EE0-FF65-503C-5AD4CC842C5C}" dt="2026-05-06T16:35:15.571" v="7"/>
          <ac:spMkLst>
            <pc:docMk/>
            <pc:sldMk cId="1896048833" sldId="2147477764"/>
            <ac:spMk id="46" creationId="{0F420F93-1302-D276-6E01-E0311A6A07AC}"/>
          </ac:spMkLst>
        </pc:spChg>
        <pc:spChg chg="del">
          <ac:chgData name="Ummat, Shivi" userId="S::shiviu@amazon.com::c9ac934f-fc13-4e5c-8ca4-2104f5fa597c" providerId="AD" clId="Web-{4E713343-1EE0-FF65-503C-5AD4CC842C5C}" dt="2026-05-06T16:35:15.556" v="6"/>
          <ac:spMkLst>
            <pc:docMk/>
            <pc:sldMk cId="1896048833" sldId="2147477764"/>
            <ac:spMk id="47" creationId="{8532A4D9-0273-EB6A-66F9-189E8892C7E9}"/>
          </ac:spMkLst>
        </pc:spChg>
        <pc:spChg chg="del">
          <ac:chgData name="Ummat, Shivi" userId="S::shiviu@amazon.com::c9ac934f-fc13-4e5c-8ca4-2104f5fa597c" providerId="AD" clId="Web-{4E713343-1EE0-FF65-503C-5AD4CC842C5C}" dt="2026-05-06T16:35:15.556" v="5"/>
          <ac:spMkLst>
            <pc:docMk/>
            <pc:sldMk cId="1896048833" sldId="2147477764"/>
            <ac:spMk id="48" creationId="{A4925243-BC02-8D90-2720-A43FEFC86A83}"/>
          </ac:spMkLst>
        </pc:spChg>
        <pc:spChg chg="del">
          <ac:chgData name="Ummat, Shivi" userId="S::shiviu@amazon.com::c9ac934f-fc13-4e5c-8ca4-2104f5fa597c" providerId="AD" clId="Web-{4E713343-1EE0-FF65-503C-5AD4CC842C5C}" dt="2026-05-06T16:35:15.556" v="4"/>
          <ac:spMkLst>
            <pc:docMk/>
            <pc:sldMk cId="1896048833" sldId="2147477764"/>
            <ac:spMk id="49" creationId="{B6613680-A460-E532-50D4-B0F1E0E8A226}"/>
          </ac:spMkLst>
        </pc:spChg>
        <pc:spChg chg="del">
          <ac:chgData name="Ummat, Shivi" userId="S::shiviu@amazon.com::c9ac934f-fc13-4e5c-8ca4-2104f5fa597c" providerId="AD" clId="Web-{4E713343-1EE0-FF65-503C-5AD4CC842C5C}" dt="2026-05-06T16:35:15.556" v="3"/>
          <ac:spMkLst>
            <pc:docMk/>
            <pc:sldMk cId="1896048833" sldId="2147477764"/>
            <ac:spMk id="50" creationId="{32C96269-A987-0B58-453C-C14EBBBEEC18}"/>
          </ac:spMkLst>
        </pc:spChg>
        <pc:spChg chg="del">
          <ac:chgData name="Ummat, Shivi" userId="S::shiviu@amazon.com::c9ac934f-fc13-4e5c-8ca4-2104f5fa597c" providerId="AD" clId="Web-{4E713343-1EE0-FF65-503C-5AD4CC842C5C}" dt="2026-05-06T16:35:15.556" v="2"/>
          <ac:spMkLst>
            <pc:docMk/>
            <pc:sldMk cId="1896048833" sldId="2147477764"/>
            <ac:spMk id="51" creationId="{9B2B4E81-104C-37F0-7258-92C73390B3FA}"/>
          </ac:spMkLst>
        </pc:spChg>
        <pc:picChg chg="del">
          <ac:chgData name="Ummat, Shivi" userId="S::shiviu@amazon.com::c9ac934f-fc13-4e5c-8ca4-2104f5fa597c" providerId="AD" clId="Web-{4E713343-1EE0-FF65-503C-5AD4CC842C5C}" dt="2026-05-06T16:35:15.571" v="45"/>
          <ac:picMkLst>
            <pc:docMk/>
            <pc:sldMk cId="1896048833" sldId="2147477764"/>
            <ac:picMk id="8" creationId="{7CFC64D9-DD74-75A4-E034-8DFF104CC7B8}"/>
          </ac:picMkLst>
        </pc:picChg>
        <pc:picChg chg="del">
          <ac:chgData name="Ummat, Shivi" userId="S::shiviu@amazon.com::c9ac934f-fc13-4e5c-8ca4-2104f5fa597c" providerId="AD" clId="Web-{4E713343-1EE0-FF65-503C-5AD4CC842C5C}" dt="2026-05-06T16:35:15.571" v="41"/>
          <ac:picMkLst>
            <pc:docMk/>
            <pc:sldMk cId="1896048833" sldId="2147477764"/>
            <ac:picMk id="12" creationId="{DB4B785F-FBA1-16BB-919C-0CBB67E65EAB}"/>
          </ac:picMkLst>
        </pc:picChg>
        <pc:picChg chg="del">
          <ac:chgData name="Ummat, Shivi" userId="S::shiviu@amazon.com::c9ac934f-fc13-4e5c-8ca4-2104f5fa597c" providerId="AD" clId="Web-{4E713343-1EE0-FF65-503C-5AD4CC842C5C}" dt="2026-05-06T16:35:15.571" v="37"/>
          <ac:picMkLst>
            <pc:docMk/>
            <pc:sldMk cId="1896048833" sldId="2147477764"/>
            <ac:picMk id="16" creationId="{93BE4835-CA22-9B66-A5D8-7FC22D3907BF}"/>
          </ac:picMkLst>
        </pc:picChg>
        <pc:picChg chg="add mod">
          <ac:chgData name="Ummat, Shivi" userId="S::shiviu@amazon.com::c9ac934f-fc13-4e5c-8ca4-2104f5fa597c" providerId="AD" clId="Web-{4E713343-1EE0-FF65-503C-5AD4CC842C5C}" dt="2026-05-06T16:35:34.274" v="57" actId="1076"/>
          <ac:picMkLst>
            <pc:docMk/>
            <pc:sldMk cId="1896048833" sldId="2147477764"/>
            <ac:picMk id="52" creationId="{519EFEAA-492D-9D72-1ACB-85986FEB0E2D}"/>
          </ac:picMkLst>
        </pc:picChg>
      </pc:sldChg>
      <pc:sldChg chg="add replId">
        <pc:chgData name="Ummat, Shivi" userId="S::shiviu@amazon.com::c9ac934f-fc13-4e5c-8ca4-2104f5fa597c" providerId="AD" clId="Web-{4E713343-1EE0-FF65-503C-5AD4CC842C5C}" dt="2026-05-06T16:35:08.681" v="1"/>
        <pc:sldMkLst>
          <pc:docMk/>
          <pc:sldMk cId="3531227146" sldId="2147477780"/>
        </pc:sldMkLst>
      </pc:sldChg>
    </pc:docChg>
  </pc:docChgLst>
  <pc:docChgLst>
    <pc:chgData name="Ummat, Shivi" userId="S::shiviu@amazon.com::c9ac934f-fc13-4e5c-8ca4-2104f5fa597c" providerId="AD" clId="Web-{D075BBA5-84A1-EB85-9473-B14BB32D7E89}"/>
    <pc:docChg chg="addSld delSld modSld modSection">
      <pc:chgData name="Ummat, Shivi" userId="S::shiviu@amazon.com::c9ac934f-fc13-4e5c-8ca4-2104f5fa597c" providerId="AD" clId="Web-{D075BBA5-84A1-EB85-9473-B14BB32D7E89}" dt="2026-05-06T17:36:34.021" v="980" actId="20577"/>
      <pc:docMkLst>
        <pc:docMk/>
      </pc:docMkLst>
      <pc:sldChg chg="modSp">
        <pc:chgData name="Ummat, Shivi" userId="S::shiviu@amazon.com::c9ac934f-fc13-4e5c-8ca4-2104f5fa597c" providerId="AD" clId="Web-{D075BBA5-84A1-EB85-9473-B14BB32D7E89}" dt="2026-05-06T17:34:15.042" v="904" actId="14100"/>
        <pc:sldMkLst>
          <pc:docMk/>
          <pc:sldMk cId="555274887" sldId="2147477755"/>
        </pc:sldMkLst>
        <pc:spChg chg="mod">
          <ac:chgData name="Ummat, Shivi" userId="S::shiviu@amazon.com::c9ac934f-fc13-4e5c-8ca4-2104f5fa597c" providerId="AD" clId="Web-{D075BBA5-84A1-EB85-9473-B14BB32D7E89}" dt="2026-05-06T17:34:15.042" v="904" actId="14100"/>
          <ac:spMkLst>
            <pc:docMk/>
            <pc:sldMk cId="555274887" sldId="2147477755"/>
            <ac:spMk id="71" creationId="{CF75F550-434C-2BFE-4045-57A1FEBD0382}"/>
          </ac:spMkLst>
        </pc:spChg>
      </pc:sldChg>
      <pc:sldChg chg="modSp">
        <pc:chgData name="Ummat, Shivi" userId="S::shiviu@amazon.com::c9ac934f-fc13-4e5c-8ca4-2104f5fa597c" providerId="AD" clId="Web-{D075BBA5-84A1-EB85-9473-B14BB32D7E89}" dt="2026-05-06T16:53:41.442" v="468" actId="20577"/>
        <pc:sldMkLst>
          <pc:docMk/>
          <pc:sldMk cId="3178036942" sldId="2147477757"/>
        </pc:sldMkLst>
        <pc:spChg chg="mod">
          <ac:chgData name="Ummat, Shivi" userId="S::shiviu@amazon.com::c9ac934f-fc13-4e5c-8ca4-2104f5fa597c" providerId="AD" clId="Web-{D075BBA5-84A1-EB85-9473-B14BB32D7E89}" dt="2026-05-06T16:53:41.442" v="468" actId="20577"/>
          <ac:spMkLst>
            <pc:docMk/>
            <pc:sldMk cId="3178036942" sldId="2147477757"/>
            <ac:spMk id="57" creationId="{938E54E0-A063-7E5E-39A1-F4C46DAB0E9C}"/>
          </ac:spMkLst>
        </pc:spChg>
      </pc:sldChg>
      <pc:sldChg chg="del">
        <pc:chgData name="Ummat, Shivi" userId="S::shiviu@amazon.com::c9ac934f-fc13-4e5c-8ca4-2104f5fa597c" providerId="AD" clId="Web-{D075BBA5-84A1-EB85-9473-B14BB32D7E89}" dt="2026-05-06T17:12:01.305" v="742"/>
        <pc:sldMkLst>
          <pc:docMk/>
          <pc:sldMk cId="3652344378" sldId="2147477758"/>
        </pc:sldMkLst>
      </pc:sldChg>
      <pc:sldChg chg="modSp">
        <pc:chgData name="Ummat, Shivi" userId="S::shiviu@amazon.com::c9ac934f-fc13-4e5c-8ca4-2104f5fa597c" providerId="AD" clId="Web-{D075BBA5-84A1-EB85-9473-B14BB32D7E89}" dt="2026-05-06T16:54:50.473" v="471" actId="1076"/>
        <pc:sldMkLst>
          <pc:docMk/>
          <pc:sldMk cId="2066152784" sldId="2147477760"/>
        </pc:sldMkLst>
        <pc:spChg chg="mod">
          <ac:chgData name="Ummat, Shivi" userId="S::shiviu@amazon.com::c9ac934f-fc13-4e5c-8ca4-2104f5fa597c" providerId="AD" clId="Web-{D075BBA5-84A1-EB85-9473-B14BB32D7E89}" dt="2026-05-06T16:54:50.473" v="471" actId="1076"/>
          <ac:spMkLst>
            <pc:docMk/>
            <pc:sldMk cId="2066152784" sldId="2147477760"/>
            <ac:spMk id="6" creationId="{85923D99-079F-5A6C-AC27-43629E510B3E}"/>
          </ac:spMkLst>
        </pc:spChg>
      </pc:sldChg>
      <pc:sldChg chg="modNotes">
        <pc:chgData name="Ummat, Shivi" userId="S::shiviu@amazon.com::c9ac934f-fc13-4e5c-8ca4-2104f5fa597c" providerId="AD" clId="Web-{D075BBA5-84A1-EB85-9473-B14BB32D7E89}" dt="2026-05-06T17:00:10.291" v="613"/>
        <pc:sldMkLst>
          <pc:docMk/>
          <pc:sldMk cId="2857778863" sldId="2147477761"/>
        </pc:sldMkLst>
      </pc:sldChg>
      <pc:sldChg chg="modSp">
        <pc:chgData name="Ummat, Shivi" userId="S::shiviu@amazon.com::c9ac934f-fc13-4e5c-8ca4-2104f5fa597c" providerId="AD" clId="Web-{D075BBA5-84A1-EB85-9473-B14BB32D7E89}" dt="2026-05-06T17:17:23.285" v="902" actId="20577"/>
        <pc:sldMkLst>
          <pc:docMk/>
          <pc:sldMk cId="105049516" sldId="2147477763"/>
        </pc:sldMkLst>
        <pc:spChg chg="mod">
          <ac:chgData name="Ummat, Shivi" userId="S::shiviu@amazon.com::c9ac934f-fc13-4e5c-8ca4-2104f5fa597c" providerId="AD" clId="Web-{D075BBA5-84A1-EB85-9473-B14BB32D7E89}" dt="2026-05-06T17:17:23.285" v="902" actId="20577"/>
          <ac:spMkLst>
            <pc:docMk/>
            <pc:sldMk cId="105049516" sldId="2147477763"/>
            <ac:spMk id="52" creationId="{A99C2F46-1E01-F487-2A2A-B890EDDE4628}"/>
          </ac:spMkLst>
        </pc:spChg>
      </pc:sldChg>
      <pc:sldChg chg="add del">
        <pc:chgData name="Ummat, Shivi" userId="S::shiviu@amazon.com::c9ac934f-fc13-4e5c-8ca4-2104f5fa597c" providerId="AD" clId="Web-{D075BBA5-84A1-EB85-9473-B14BB32D7E89}" dt="2026-05-06T17:06:03.272" v="692"/>
        <pc:sldMkLst>
          <pc:docMk/>
          <pc:sldMk cId="1896048833" sldId="2147477764"/>
        </pc:sldMkLst>
      </pc:sldChg>
      <pc:sldChg chg="modSp">
        <pc:chgData name="Ummat, Shivi" userId="S::shiviu@amazon.com::c9ac934f-fc13-4e5c-8ca4-2104f5fa597c" providerId="AD" clId="Web-{D075BBA5-84A1-EB85-9473-B14BB32D7E89}" dt="2026-05-06T17:09:30.725" v="714" actId="14100"/>
        <pc:sldMkLst>
          <pc:docMk/>
          <pc:sldMk cId="3985441561" sldId="2147477766"/>
        </pc:sldMkLst>
        <pc:spChg chg="mod">
          <ac:chgData name="Ummat, Shivi" userId="S::shiviu@amazon.com::c9ac934f-fc13-4e5c-8ca4-2104f5fa597c" providerId="AD" clId="Web-{D075BBA5-84A1-EB85-9473-B14BB32D7E89}" dt="2026-05-06T17:09:30.725" v="714" actId="14100"/>
          <ac:spMkLst>
            <pc:docMk/>
            <pc:sldMk cId="3985441561" sldId="2147477766"/>
            <ac:spMk id="17" creationId="{35EB9895-E4DD-A60C-1027-69994FDF2185}"/>
          </ac:spMkLst>
        </pc:spChg>
      </pc:sldChg>
      <pc:sldChg chg="modSp">
        <pc:chgData name="Ummat, Shivi" userId="S::shiviu@amazon.com::c9ac934f-fc13-4e5c-8ca4-2104f5fa597c" providerId="AD" clId="Web-{D075BBA5-84A1-EB85-9473-B14BB32D7E89}" dt="2026-05-06T17:10:30.319" v="741" actId="20577"/>
        <pc:sldMkLst>
          <pc:docMk/>
          <pc:sldMk cId="781084153" sldId="2147477767"/>
        </pc:sldMkLst>
        <pc:spChg chg="mod">
          <ac:chgData name="Ummat, Shivi" userId="S::shiviu@amazon.com::c9ac934f-fc13-4e5c-8ca4-2104f5fa597c" providerId="AD" clId="Web-{D075BBA5-84A1-EB85-9473-B14BB32D7E89}" dt="2026-05-06T17:10:30.319" v="741" actId="20577"/>
          <ac:spMkLst>
            <pc:docMk/>
            <pc:sldMk cId="781084153" sldId="2147477767"/>
            <ac:spMk id="17" creationId="{9A07F9B6-EDF2-9095-5649-72CCEC060E0A}"/>
          </ac:spMkLst>
        </pc:spChg>
      </pc:sldChg>
      <pc:sldChg chg="modSp">
        <pc:chgData name="Ummat, Shivi" userId="S::shiviu@amazon.com::c9ac934f-fc13-4e5c-8ca4-2104f5fa597c" providerId="AD" clId="Web-{D075BBA5-84A1-EB85-9473-B14BB32D7E89}" dt="2026-05-06T17:12:11.086" v="757" actId="20577"/>
        <pc:sldMkLst>
          <pc:docMk/>
          <pc:sldMk cId="3170138857" sldId="2147477774"/>
        </pc:sldMkLst>
        <pc:spChg chg="mod">
          <ac:chgData name="Ummat, Shivi" userId="S::shiviu@amazon.com::c9ac934f-fc13-4e5c-8ca4-2104f5fa597c" providerId="AD" clId="Web-{D075BBA5-84A1-EB85-9473-B14BB32D7E89}" dt="2026-05-06T17:12:11.086" v="757" actId="20577"/>
          <ac:spMkLst>
            <pc:docMk/>
            <pc:sldMk cId="3170138857" sldId="2147477774"/>
            <ac:spMk id="29" creationId="{E8F0F385-7297-2679-C564-ED46C2A37DAB}"/>
          </ac:spMkLst>
        </pc:spChg>
      </pc:sldChg>
      <pc:sldChg chg="addSp delSp modSp">
        <pc:chgData name="Ummat, Shivi" userId="S::shiviu@amazon.com::c9ac934f-fc13-4e5c-8ca4-2104f5fa597c" providerId="AD" clId="Web-{D075BBA5-84A1-EB85-9473-B14BB32D7E89}" dt="2026-05-06T17:36:34.021" v="980" actId="20577"/>
        <pc:sldMkLst>
          <pc:docMk/>
          <pc:sldMk cId="742361211" sldId="2147477775"/>
        </pc:sldMkLst>
        <pc:spChg chg="add mod">
          <ac:chgData name="Ummat, Shivi" userId="S::shiviu@amazon.com::c9ac934f-fc13-4e5c-8ca4-2104f5fa597c" providerId="AD" clId="Web-{D075BBA5-84A1-EB85-9473-B14BB32D7E89}" dt="2026-05-06T17:35:59.970" v="963" actId="1076"/>
          <ac:spMkLst>
            <pc:docMk/>
            <pc:sldMk cId="742361211" sldId="2147477775"/>
            <ac:spMk id="2" creationId="{8D33B372-E776-22EA-6F57-E2578CD4EB76}"/>
          </ac:spMkLst>
        </pc:spChg>
        <pc:spChg chg="add mod">
          <ac:chgData name="Ummat, Shivi" userId="S::shiviu@amazon.com::c9ac934f-fc13-4e5c-8ca4-2104f5fa597c" providerId="AD" clId="Web-{D075BBA5-84A1-EB85-9473-B14BB32D7E89}" dt="2026-05-06T17:34:57.246" v="931" actId="1076"/>
          <ac:spMkLst>
            <pc:docMk/>
            <pc:sldMk cId="742361211" sldId="2147477775"/>
            <ac:spMk id="3" creationId="{73A49C99-582B-A45A-42F7-462D192A6295}"/>
          </ac:spMkLst>
        </pc:spChg>
        <pc:spChg chg="add mod">
          <ac:chgData name="Ummat, Shivi" userId="S::shiviu@amazon.com::c9ac934f-fc13-4e5c-8ca4-2104f5fa597c" providerId="AD" clId="Web-{D075BBA5-84A1-EB85-9473-B14BB32D7E89}" dt="2026-05-06T17:35:48.406" v="960" actId="1076"/>
          <ac:spMkLst>
            <pc:docMk/>
            <pc:sldMk cId="742361211" sldId="2147477775"/>
            <ac:spMk id="4" creationId="{8B85922C-1F63-B4BD-98F2-08FBB132C261}"/>
          </ac:spMkLst>
        </pc:spChg>
        <pc:spChg chg="add mod">
          <ac:chgData name="Ummat, Shivi" userId="S::shiviu@amazon.com::c9ac934f-fc13-4e5c-8ca4-2104f5fa597c" providerId="AD" clId="Web-{D075BBA5-84A1-EB85-9473-B14BB32D7E89}" dt="2026-05-06T17:35:31.043" v="954" actId="1076"/>
          <ac:spMkLst>
            <pc:docMk/>
            <pc:sldMk cId="742361211" sldId="2147477775"/>
            <ac:spMk id="6" creationId="{67905EBC-864A-35A3-CD60-63D6C989455A}"/>
          </ac:spMkLst>
        </pc:spChg>
        <pc:spChg chg="mod">
          <ac:chgData name="Ummat, Shivi" userId="S::shiviu@amazon.com::c9ac934f-fc13-4e5c-8ca4-2104f5fa597c" providerId="AD" clId="Web-{D075BBA5-84A1-EB85-9473-B14BB32D7E89}" dt="2026-05-06T16:58:19.821" v="558" actId="1076"/>
          <ac:spMkLst>
            <pc:docMk/>
            <pc:sldMk cId="742361211" sldId="2147477775"/>
            <ac:spMk id="32" creationId="{39A364FC-35A5-E613-5879-8E3FED3CDA1D}"/>
          </ac:spMkLst>
        </pc:spChg>
        <pc:spChg chg="mod">
          <ac:chgData name="Ummat, Shivi" userId="S::shiviu@amazon.com::c9ac934f-fc13-4e5c-8ca4-2104f5fa597c" providerId="AD" clId="Web-{D075BBA5-84A1-EB85-9473-B14BB32D7E89}" dt="2026-05-06T17:36:34.021" v="980" actId="20577"/>
          <ac:spMkLst>
            <pc:docMk/>
            <pc:sldMk cId="742361211" sldId="2147477775"/>
            <ac:spMk id="37" creationId="{D02873E5-00E6-7C64-9BC8-77A9C5B5ED0E}"/>
          </ac:spMkLst>
        </pc:spChg>
        <pc:spChg chg="mod">
          <ac:chgData name="Ummat, Shivi" userId="S::shiviu@amazon.com::c9ac934f-fc13-4e5c-8ca4-2104f5fa597c" providerId="AD" clId="Web-{D075BBA5-84A1-EB85-9473-B14BB32D7E89}" dt="2026-05-06T16:58:19.883" v="560" actId="1076"/>
          <ac:spMkLst>
            <pc:docMk/>
            <pc:sldMk cId="742361211" sldId="2147477775"/>
            <ac:spMk id="42" creationId="{7AA3AD2D-F4C9-8C69-8F89-679660EEBDBD}"/>
          </ac:spMkLst>
        </pc:spChg>
        <pc:spChg chg="mod">
          <ac:chgData name="Ummat, Shivi" userId="S::shiviu@amazon.com::c9ac934f-fc13-4e5c-8ca4-2104f5fa597c" providerId="AD" clId="Web-{D075BBA5-84A1-EB85-9473-B14BB32D7E89}" dt="2026-05-06T16:58:13.727" v="547" actId="1076"/>
          <ac:spMkLst>
            <pc:docMk/>
            <pc:sldMk cId="742361211" sldId="2147477775"/>
            <ac:spMk id="49" creationId="{1D78DD71-CFA1-6C8D-2F2A-3105369FCFD1}"/>
          </ac:spMkLst>
        </pc:spChg>
        <pc:spChg chg="mod">
          <ac:chgData name="Ummat, Shivi" userId="S::shiviu@amazon.com::c9ac934f-fc13-4e5c-8ca4-2104f5fa597c" providerId="AD" clId="Web-{D075BBA5-84A1-EB85-9473-B14BB32D7E89}" dt="2026-05-06T16:58:13.758" v="548" actId="1076"/>
          <ac:spMkLst>
            <pc:docMk/>
            <pc:sldMk cId="742361211" sldId="2147477775"/>
            <ac:spMk id="50" creationId="{28554311-2268-E878-2ED9-8875AD7A784F}"/>
          </ac:spMkLst>
        </pc:spChg>
        <pc:spChg chg="mod">
          <ac:chgData name="Ummat, Shivi" userId="S::shiviu@amazon.com::c9ac934f-fc13-4e5c-8ca4-2104f5fa597c" providerId="AD" clId="Web-{D075BBA5-84A1-EB85-9473-B14BB32D7E89}" dt="2026-05-06T16:58:13.790" v="549" actId="1076"/>
          <ac:spMkLst>
            <pc:docMk/>
            <pc:sldMk cId="742361211" sldId="2147477775"/>
            <ac:spMk id="51" creationId="{40DF428F-1C8A-6486-E124-41E3EEC2744D}"/>
          </ac:spMkLst>
        </pc:spChg>
        <pc:spChg chg="mod">
          <ac:chgData name="Ummat, Shivi" userId="S::shiviu@amazon.com::c9ac934f-fc13-4e5c-8ca4-2104f5fa597c" providerId="AD" clId="Web-{D075BBA5-84A1-EB85-9473-B14BB32D7E89}" dt="2026-05-06T16:58:13.805" v="550" actId="1076"/>
          <ac:spMkLst>
            <pc:docMk/>
            <pc:sldMk cId="742361211" sldId="2147477775"/>
            <ac:spMk id="52" creationId="{EC228A29-9C32-F42C-30FF-656A2CEBF9D6}"/>
          </ac:spMkLst>
        </pc:spChg>
        <pc:spChg chg="mod">
          <ac:chgData name="Ummat, Shivi" userId="S::shiviu@amazon.com::c9ac934f-fc13-4e5c-8ca4-2104f5fa597c" providerId="AD" clId="Web-{D075BBA5-84A1-EB85-9473-B14BB32D7E89}" dt="2026-05-06T16:58:13.852" v="551" actId="1076"/>
          <ac:spMkLst>
            <pc:docMk/>
            <pc:sldMk cId="742361211" sldId="2147477775"/>
            <ac:spMk id="53" creationId="{423FDCB9-1627-C970-7458-CD145D4A11AB}"/>
          </ac:spMkLst>
        </pc:spChg>
        <pc:spChg chg="mod">
          <ac:chgData name="Ummat, Shivi" userId="S::shiviu@amazon.com::c9ac934f-fc13-4e5c-8ca4-2104f5fa597c" providerId="AD" clId="Web-{D075BBA5-84A1-EB85-9473-B14BB32D7E89}" dt="2026-05-06T16:58:13.883" v="552" actId="1076"/>
          <ac:spMkLst>
            <pc:docMk/>
            <pc:sldMk cId="742361211" sldId="2147477775"/>
            <ac:spMk id="54" creationId="{A3892944-2F9C-89D9-4424-594830767A57}"/>
          </ac:spMkLst>
        </pc:spChg>
        <pc:spChg chg="mod">
          <ac:chgData name="Ummat, Shivi" userId="S::shiviu@amazon.com::c9ac934f-fc13-4e5c-8ca4-2104f5fa597c" providerId="AD" clId="Web-{D075BBA5-84A1-EB85-9473-B14BB32D7E89}" dt="2026-05-06T16:58:13.915" v="553" actId="1076"/>
          <ac:spMkLst>
            <pc:docMk/>
            <pc:sldMk cId="742361211" sldId="2147477775"/>
            <ac:spMk id="55" creationId="{431C2B11-CFD8-9734-057F-2B199B11ED24}"/>
          </ac:spMkLst>
        </pc:spChg>
        <pc:spChg chg="mod">
          <ac:chgData name="Ummat, Shivi" userId="S::shiviu@amazon.com::c9ac934f-fc13-4e5c-8ca4-2104f5fa597c" providerId="AD" clId="Web-{D075BBA5-84A1-EB85-9473-B14BB32D7E89}" dt="2026-05-06T16:58:13.946" v="554" actId="1076"/>
          <ac:spMkLst>
            <pc:docMk/>
            <pc:sldMk cId="742361211" sldId="2147477775"/>
            <ac:spMk id="56" creationId="{9DF0D26A-E6E8-30FB-8AC3-E834C9C8834C}"/>
          </ac:spMkLst>
        </pc:spChg>
        <pc:spChg chg="mod">
          <ac:chgData name="Ummat, Shivi" userId="S::shiviu@amazon.com::c9ac934f-fc13-4e5c-8ca4-2104f5fa597c" providerId="AD" clId="Web-{D075BBA5-84A1-EB85-9473-B14BB32D7E89}" dt="2026-05-06T16:58:13.977" v="555" actId="1076"/>
          <ac:spMkLst>
            <pc:docMk/>
            <pc:sldMk cId="742361211" sldId="2147477775"/>
            <ac:spMk id="57" creationId="{FD2679C4-4D8F-E18C-4E7E-38B2A61519F0}"/>
          </ac:spMkLst>
        </pc:spChg>
        <pc:spChg chg="mod">
          <ac:chgData name="Ummat, Shivi" userId="S::shiviu@amazon.com::c9ac934f-fc13-4e5c-8ca4-2104f5fa597c" providerId="AD" clId="Web-{D075BBA5-84A1-EB85-9473-B14BB32D7E89}" dt="2026-05-06T16:58:14.008" v="556" actId="1076"/>
          <ac:spMkLst>
            <pc:docMk/>
            <pc:sldMk cId="742361211" sldId="2147477775"/>
            <ac:spMk id="58" creationId="{2E0801A0-D980-6769-3826-0A27850293EC}"/>
          </ac:spMkLst>
        </pc:spChg>
        <pc:spChg chg="mod">
          <ac:chgData name="Ummat, Shivi" userId="S::shiviu@amazon.com::c9ac934f-fc13-4e5c-8ca4-2104f5fa597c" providerId="AD" clId="Web-{D075BBA5-84A1-EB85-9473-B14BB32D7E89}" dt="2026-05-06T16:58:14.040" v="557" actId="1076"/>
          <ac:spMkLst>
            <pc:docMk/>
            <pc:sldMk cId="742361211" sldId="2147477775"/>
            <ac:spMk id="59" creationId="{E3B6BF7D-3DBF-2CCA-93FA-4313FE2A8BE4}"/>
          </ac:spMkLst>
        </pc:spChg>
        <pc:spChg chg="del mod">
          <ac:chgData name="Ummat, Shivi" userId="S::shiviu@amazon.com::c9ac934f-fc13-4e5c-8ca4-2104f5fa597c" providerId="AD" clId="Web-{D075BBA5-84A1-EB85-9473-B14BB32D7E89}" dt="2026-05-06T17:35:02.683" v="932"/>
          <ac:spMkLst>
            <pc:docMk/>
            <pc:sldMk cId="742361211" sldId="2147477775"/>
            <ac:spMk id="60" creationId="{11F00978-BA07-3B37-0E6A-4560FFA49705}"/>
          </ac:spMkLst>
        </pc:spChg>
      </pc:sldChg>
      <pc:sldChg chg="modSp modNotes">
        <pc:chgData name="Ummat, Shivi" userId="S::shiviu@amazon.com::c9ac934f-fc13-4e5c-8ca4-2104f5fa597c" providerId="AD" clId="Web-{D075BBA5-84A1-EB85-9473-B14BB32D7E89}" dt="2026-05-06T16:48:50.218" v="370" actId="20577"/>
        <pc:sldMkLst>
          <pc:docMk/>
          <pc:sldMk cId="3846134347" sldId="2147477776"/>
        </pc:sldMkLst>
        <pc:spChg chg="mod">
          <ac:chgData name="Ummat, Shivi" userId="S::shiviu@amazon.com::c9ac934f-fc13-4e5c-8ca4-2104f5fa597c" providerId="AD" clId="Web-{D075BBA5-84A1-EB85-9473-B14BB32D7E89}" dt="2026-05-06T16:46:23.911" v="340" actId="1076"/>
          <ac:spMkLst>
            <pc:docMk/>
            <pc:sldMk cId="3846134347" sldId="2147477776"/>
            <ac:spMk id="4" creationId="{01F1BF74-2721-F8D5-9DD5-335C9670742D}"/>
          </ac:spMkLst>
        </pc:spChg>
        <pc:spChg chg="mod">
          <ac:chgData name="Ummat, Shivi" userId="S::shiviu@amazon.com::c9ac934f-fc13-4e5c-8ca4-2104f5fa597c" providerId="AD" clId="Web-{D075BBA5-84A1-EB85-9473-B14BB32D7E89}" dt="2026-05-06T16:48:50.218" v="370" actId="20577"/>
          <ac:spMkLst>
            <pc:docMk/>
            <pc:sldMk cId="3846134347" sldId="2147477776"/>
            <ac:spMk id="6" creationId="{1E34943F-8DF5-FCC6-27A0-FF46EC9BEFF0}"/>
          </ac:spMkLst>
        </pc:spChg>
      </pc:sldChg>
      <pc:sldChg chg="modSp">
        <pc:chgData name="Ummat, Shivi" userId="S::shiviu@amazon.com::c9ac934f-fc13-4e5c-8ca4-2104f5fa597c" providerId="AD" clId="Web-{D075BBA5-84A1-EB85-9473-B14BB32D7E89}" dt="2026-05-06T17:01:27.045" v="632" actId="20577"/>
        <pc:sldMkLst>
          <pc:docMk/>
          <pc:sldMk cId="613712510" sldId="2147477777"/>
        </pc:sldMkLst>
        <pc:spChg chg="mod">
          <ac:chgData name="Ummat, Shivi" userId="S::shiviu@amazon.com::c9ac934f-fc13-4e5c-8ca4-2104f5fa597c" providerId="AD" clId="Web-{D075BBA5-84A1-EB85-9473-B14BB32D7E89}" dt="2026-05-06T17:00:57.151" v="629" actId="20577"/>
          <ac:spMkLst>
            <pc:docMk/>
            <pc:sldMk cId="613712510" sldId="2147477777"/>
            <ac:spMk id="7" creationId="{A8D23B58-F2AD-1EFE-ECB4-51FFC3E5CF8D}"/>
          </ac:spMkLst>
        </pc:spChg>
        <pc:spChg chg="mod">
          <ac:chgData name="Ummat, Shivi" userId="S::shiviu@amazon.com::c9ac934f-fc13-4e5c-8ca4-2104f5fa597c" providerId="AD" clId="Web-{D075BBA5-84A1-EB85-9473-B14BB32D7E89}" dt="2026-05-06T17:01:27.045" v="632" actId="20577"/>
          <ac:spMkLst>
            <pc:docMk/>
            <pc:sldMk cId="613712510" sldId="2147477777"/>
            <ac:spMk id="55" creationId="{C3EA35E9-F6A0-C291-FA92-A168D05E3057}"/>
          </ac:spMkLst>
        </pc:spChg>
      </pc:sldChg>
      <pc:sldChg chg="modSp">
        <pc:chgData name="Ummat, Shivi" userId="S::shiviu@amazon.com::c9ac934f-fc13-4e5c-8ca4-2104f5fa597c" providerId="AD" clId="Web-{D075BBA5-84A1-EB85-9473-B14BB32D7E89}" dt="2026-05-06T17:03:02.939" v="665" actId="20577"/>
        <pc:sldMkLst>
          <pc:docMk/>
          <pc:sldMk cId="886281557" sldId="2147477778"/>
        </pc:sldMkLst>
        <pc:spChg chg="mod">
          <ac:chgData name="Ummat, Shivi" userId="S::shiviu@amazon.com::c9ac934f-fc13-4e5c-8ca4-2104f5fa597c" providerId="AD" clId="Web-{D075BBA5-84A1-EB85-9473-B14BB32D7E89}" dt="2026-05-06T17:03:02.939" v="665" actId="20577"/>
          <ac:spMkLst>
            <pc:docMk/>
            <pc:sldMk cId="886281557" sldId="2147477778"/>
            <ac:spMk id="13" creationId="{0D5D066D-8193-F406-3150-993C22E678EC}"/>
          </ac:spMkLst>
        </pc:spChg>
      </pc:sldChg>
      <pc:sldChg chg="modSp">
        <pc:chgData name="Ummat, Shivi" userId="S::shiviu@amazon.com::c9ac934f-fc13-4e5c-8ca4-2104f5fa597c" providerId="AD" clId="Web-{D075BBA5-84A1-EB85-9473-B14BB32D7E89}" dt="2026-05-06T17:05:02.569" v="690" actId="20577"/>
        <pc:sldMkLst>
          <pc:docMk/>
          <pc:sldMk cId="1865279650" sldId="2147477779"/>
        </pc:sldMkLst>
        <pc:spChg chg="mod">
          <ac:chgData name="Ummat, Shivi" userId="S::shiviu@amazon.com::c9ac934f-fc13-4e5c-8ca4-2104f5fa597c" providerId="AD" clId="Web-{D075BBA5-84A1-EB85-9473-B14BB32D7E89}" dt="2026-05-06T17:05:02.569" v="690" actId="20577"/>
          <ac:spMkLst>
            <pc:docMk/>
            <pc:sldMk cId="1865279650" sldId="2147477779"/>
            <ac:spMk id="19" creationId="{AA2E5ED1-668F-13F0-3A8E-283520C811C3}"/>
          </ac:spMkLst>
        </pc:spChg>
      </pc:sldChg>
      <pc:sldChg chg="modNotes">
        <pc:chgData name="Ummat, Shivi" userId="S::shiviu@amazon.com::c9ac934f-fc13-4e5c-8ca4-2104f5fa597c" providerId="AD" clId="Web-{D075BBA5-84A1-EB85-9473-B14BB32D7E89}" dt="2026-05-06T17:07:47.912" v="703"/>
        <pc:sldMkLst>
          <pc:docMk/>
          <pc:sldMk cId="3531227146" sldId="2147477780"/>
        </pc:sldMkLst>
      </pc:sldChg>
    </pc:docChg>
  </pc:docChgLst>
  <pc:docChgLst>
    <pc:chgData name="Ummat, Shivi" userId="S::shiviu@amazon.com::c9ac934f-fc13-4e5c-8ca4-2104f5fa597c" providerId="AD" clId="Web-{2C31ADB6-1EBF-EC20-E235-DCA92B08B6F9}"/>
    <pc:docChg chg="modSld">
      <pc:chgData name="Ummat, Shivi" userId="S::shiviu@amazon.com::c9ac934f-fc13-4e5c-8ca4-2104f5fa597c" providerId="AD" clId="Web-{2C31ADB6-1EBF-EC20-E235-DCA92B08B6F9}" dt="2026-04-30T03:46:05.607" v="1" actId="20577"/>
      <pc:docMkLst>
        <pc:docMk/>
      </pc:docMkLst>
      <pc:sldChg chg="modSp">
        <pc:chgData name="Ummat, Shivi" userId="S::shiviu@amazon.com::c9ac934f-fc13-4e5c-8ca4-2104f5fa597c" providerId="AD" clId="Web-{2C31ADB6-1EBF-EC20-E235-DCA92B08B6F9}" dt="2026-04-30T03:46:05.607" v="1" actId="20577"/>
        <pc:sldMkLst>
          <pc:docMk/>
          <pc:sldMk cId="742361211" sldId="2147477775"/>
        </pc:sldMkLst>
        <pc:spChg chg="mod">
          <ac:chgData name="Ummat, Shivi" userId="S::shiviu@amazon.com::c9ac934f-fc13-4e5c-8ca4-2104f5fa597c" providerId="AD" clId="Web-{2C31ADB6-1EBF-EC20-E235-DCA92B08B6F9}" dt="2026-04-30T03:46:05.607" v="1" actId="20577"/>
          <ac:spMkLst>
            <pc:docMk/>
            <pc:sldMk cId="742361211" sldId="2147477775"/>
            <ac:spMk id="44" creationId="{31858F31-540B-4E32-D466-11433D2936F2}"/>
          </ac:spMkLst>
        </pc:spChg>
      </pc:sldChg>
    </pc:docChg>
  </pc:docChgLst>
  <pc:docChgLst>
    <pc:chgData name="Ummat, Shivi" userId="S::shiviu@amazon.com::c9ac934f-fc13-4e5c-8ca4-2104f5fa597c" providerId="AD" clId="Web-{F735B6C6-45CA-8DAB-CB4B-AD482920DCD0}"/>
    <pc:docChg chg="addSld delSld modSld modSection">
      <pc:chgData name="Ummat, Shivi" userId="S::shiviu@amazon.com::c9ac934f-fc13-4e5c-8ca4-2104f5fa597c" providerId="AD" clId="Web-{F735B6C6-45CA-8DAB-CB4B-AD482920DCD0}" dt="2026-05-06T16:21:33.724" v="38" actId="1076"/>
      <pc:docMkLst>
        <pc:docMk/>
      </pc:docMkLst>
      <pc:sldChg chg="modSp">
        <pc:chgData name="Ummat, Shivi" userId="S::shiviu@amazon.com::c9ac934f-fc13-4e5c-8ca4-2104f5fa597c" providerId="AD" clId="Web-{F735B6C6-45CA-8DAB-CB4B-AD482920DCD0}" dt="2026-05-06T16:21:33.724" v="38" actId="1076"/>
        <pc:sldMkLst>
          <pc:docMk/>
          <pc:sldMk cId="2066152784" sldId="2147477760"/>
        </pc:sldMkLst>
        <pc:spChg chg="mod">
          <ac:chgData name="Ummat, Shivi" userId="S::shiviu@amazon.com::c9ac934f-fc13-4e5c-8ca4-2104f5fa597c" providerId="AD" clId="Web-{F735B6C6-45CA-8DAB-CB4B-AD482920DCD0}" dt="2026-05-06T16:20:45.598" v="14" actId="20577"/>
          <ac:spMkLst>
            <pc:docMk/>
            <pc:sldMk cId="2066152784" sldId="2147477760"/>
            <ac:spMk id="3" creationId="{C9CBA87B-A325-0FC1-C78E-EB83EFA0C985}"/>
          </ac:spMkLst>
        </pc:spChg>
        <pc:spChg chg="mod">
          <ac:chgData name="Ummat, Shivi" userId="S::shiviu@amazon.com::c9ac934f-fc13-4e5c-8ca4-2104f5fa597c" providerId="AD" clId="Web-{F735B6C6-45CA-8DAB-CB4B-AD482920DCD0}" dt="2026-05-06T16:21:33.724" v="38" actId="1076"/>
          <ac:spMkLst>
            <pc:docMk/>
            <pc:sldMk cId="2066152784" sldId="2147477760"/>
            <ac:spMk id="6" creationId="{85923D99-079F-5A6C-AC27-43629E510B3E}"/>
          </ac:spMkLst>
        </pc:spChg>
      </pc:sldChg>
      <pc:sldChg chg="del">
        <pc:chgData name="Ummat, Shivi" userId="S::shiviu@amazon.com::c9ac934f-fc13-4e5c-8ca4-2104f5fa597c" providerId="AD" clId="Web-{F735B6C6-45CA-8DAB-CB4B-AD482920DCD0}" dt="2026-05-06T16:18:51.564" v="2"/>
        <pc:sldMkLst>
          <pc:docMk/>
          <pc:sldMk cId="613712510" sldId="2147477770"/>
        </pc:sldMkLst>
      </pc:sldChg>
      <pc:sldChg chg="del">
        <pc:chgData name="Ummat, Shivi" userId="S::shiviu@amazon.com::c9ac934f-fc13-4e5c-8ca4-2104f5fa597c" providerId="AD" clId="Web-{F735B6C6-45CA-8DAB-CB4B-AD482920DCD0}" dt="2026-05-06T16:18:51.564" v="0"/>
        <pc:sldMkLst>
          <pc:docMk/>
          <pc:sldMk cId="1865279650" sldId="2147477771"/>
        </pc:sldMkLst>
      </pc:sldChg>
      <pc:sldChg chg="del">
        <pc:chgData name="Ummat, Shivi" userId="S::shiviu@amazon.com::c9ac934f-fc13-4e5c-8ca4-2104f5fa597c" providerId="AD" clId="Web-{F735B6C6-45CA-8DAB-CB4B-AD482920DCD0}" dt="2026-05-06T16:18:51.564" v="1"/>
        <pc:sldMkLst>
          <pc:docMk/>
          <pc:sldMk cId="886281557" sldId="2147477772"/>
        </pc:sldMkLst>
      </pc:sldChg>
      <pc:sldChg chg="add del">
        <pc:chgData name="Ummat, Shivi" userId="S::shiviu@amazon.com::c9ac934f-fc13-4e5c-8ca4-2104f5fa597c" providerId="AD" clId="Web-{F735B6C6-45CA-8DAB-CB4B-AD482920DCD0}" dt="2026-05-06T16:19:14.549" v="9"/>
        <pc:sldMkLst>
          <pc:docMk/>
          <pc:sldMk cId="613712510" sldId="2147477777"/>
        </pc:sldMkLst>
      </pc:sldChg>
      <pc:sldChg chg="add del">
        <pc:chgData name="Ummat, Shivi" userId="S::shiviu@amazon.com::c9ac934f-fc13-4e5c-8ca4-2104f5fa597c" providerId="AD" clId="Web-{F735B6C6-45CA-8DAB-CB4B-AD482920DCD0}" dt="2026-05-06T16:19:14.658" v="10"/>
        <pc:sldMkLst>
          <pc:docMk/>
          <pc:sldMk cId="886281557" sldId="2147477778"/>
        </pc:sldMkLst>
      </pc:sldChg>
      <pc:sldChg chg="add del">
        <pc:chgData name="Ummat, Shivi" userId="S::shiviu@amazon.com::c9ac934f-fc13-4e5c-8ca4-2104f5fa597c" providerId="AD" clId="Web-{F735B6C6-45CA-8DAB-CB4B-AD482920DCD0}" dt="2026-05-06T16:19:14.767" v="11"/>
        <pc:sldMkLst>
          <pc:docMk/>
          <pc:sldMk cId="1865279650" sldId="2147477779"/>
        </pc:sldMkLst>
      </pc:sldChg>
    </pc:docChg>
  </pc:docChgLst>
  <pc:docChgLst>
    <pc:chgData name="Ummat, Shivi" userId="S::shiviu@amazon.com::c9ac934f-fc13-4e5c-8ca4-2104f5fa597c" providerId="AD" clId="Web-{3D5DF930-DF47-B53E-171F-F8978E2AB8E4}"/>
    <pc:docChg chg="modSld">
      <pc:chgData name="Ummat, Shivi" userId="S::shiviu@amazon.com::c9ac934f-fc13-4e5c-8ca4-2104f5fa597c" providerId="AD" clId="Web-{3D5DF930-DF47-B53E-171F-F8978E2AB8E4}" dt="2026-04-30T16:12:00.533" v="211" actId="20577"/>
      <pc:docMkLst>
        <pc:docMk/>
      </pc:docMkLst>
      <pc:sldChg chg="addSp modSp">
        <pc:chgData name="Ummat, Shivi" userId="S::shiviu@amazon.com::c9ac934f-fc13-4e5c-8ca4-2104f5fa597c" providerId="AD" clId="Web-{3D5DF930-DF47-B53E-171F-F8978E2AB8E4}" dt="2026-04-30T16:12:00.533" v="211" actId="20577"/>
        <pc:sldMkLst>
          <pc:docMk/>
          <pc:sldMk cId="2066152784" sldId="2147477760"/>
        </pc:sldMkLst>
        <pc:spChg chg="add mod">
          <ac:chgData name="Ummat, Shivi" userId="S::shiviu@amazon.com::c9ac934f-fc13-4e5c-8ca4-2104f5fa597c" providerId="AD" clId="Web-{3D5DF930-DF47-B53E-171F-F8978E2AB8E4}" dt="2026-04-30T16:11:17.828" v="177" actId="1076"/>
          <ac:spMkLst>
            <pc:docMk/>
            <pc:sldMk cId="2066152784" sldId="2147477760"/>
            <ac:spMk id="3" creationId="{C9CBA87B-A325-0FC1-C78E-EB83EFA0C985}"/>
          </ac:spMkLst>
        </pc:spChg>
        <pc:spChg chg="add mod">
          <ac:chgData name="Ummat, Shivi" userId="S::shiviu@amazon.com::c9ac934f-fc13-4e5c-8ca4-2104f5fa597c" providerId="AD" clId="Web-{3D5DF930-DF47-B53E-171F-F8978E2AB8E4}" dt="2026-04-30T16:11:09.547" v="176" actId="1076"/>
          <ac:spMkLst>
            <pc:docMk/>
            <pc:sldMk cId="2066152784" sldId="2147477760"/>
            <ac:spMk id="6" creationId="{85923D99-079F-5A6C-AC27-43629E510B3E}"/>
          </ac:spMkLst>
        </pc:spChg>
        <pc:spChg chg="add mod">
          <ac:chgData name="Ummat, Shivi" userId="S::shiviu@amazon.com::c9ac934f-fc13-4e5c-8ca4-2104f5fa597c" providerId="AD" clId="Web-{3D5DF930-DF47-B53E-171F-F8978E2AB8E4}" dt="2026-04-30T16:11:41.283" v="197" actId="20577"/>
          <ac:spMkLst>
            <pc:docMk/>
            <pc:sldMk cId="2066152784" sldId="2147477760"/>
            <ac:spMk id="8" creationId="{F3829847-6857-5FFC-361D-06989889796E}"/>
          </ac:spMkLst>
        </pc:spChg>
        <pc:spChg chg="add mod">
          <ac:chgData name="Ummat, Shivi" userId="S::shiviu@amazon.com::c9ac934f-fc13-4e5c-8ca4-2104f5fa597c" providerId="AD" clId="Web-{3D5DF930-DF47-B53E-171F-F8978E2AB8E4}" dt="2026-04-30T16:12:00.533" v="211" actId="20577"/>
          <ac:spMkLst>
            <pc:docMk/>
            <pc:sldMk cId="2066152784" sldId="2147477760"/>
            <ac:spMk id="9" creationId="{BCF8B8D1-FCC4-D971-17F1-34D0865FA46E}"/>
          </ac:spMkLst>
        </pc:spChg>
        <pc:spChg chg="mod">
          <ac:chgData name="Ummat, Shivi" userId="S::shiviu@amazon.com::c9ac934f-fc13-4e5c-8ca4-2104f5fa597c" providerId="AD" clId="Web-{3D5DF930-DF47-B53E-171F-F8978E2AB8E4}" dt="2026-04-30T16:08:23.046" v="4" actId="20577"/>
          <ac:spMkLst>
            <pc:docMk/>
            <pc:sldMk cId="2066152784" sldId="2147477760"/>
            <ac:spMk id="25" creationId="{88943401-F18A-B555-4220-DCB85D5C8406}"/>
          </ac:spMkLst>
        </pc:spChg>
        <pc:picChg chg="mod">
          <ac:chgData name="Ummat, Shivi" userId="S::shiviu@amazon.com::c9ac934f-fc13-4e5c-8ca4-2104f5fa597c" providerId="AD" clId="Web-{3D5DF930-DF47-B53E-171F-F8978E2AB8E4}" dt="2026-04-30T16:10:59" v="174" actId="1076"/>
          <ac:picMkLst>
            <pc:docMk/>
            <pc:sldMk cId="2066152784" sldId="2147477760"/>
            <ac:picMk id="34" creationId="{5E2C65A3-4641-74CA-31CA-56C231140F92}"/>
          </ac:picMkLst>
        </pc:picChg>
      </pc:sldChg>
    </pc:docChg>
  </pc:docChgLst>
  <pc:docChgLst>
    <pc:chgData name="Ummat, Shivi" userId="c9ac934f-fc13-4e5c-8ca4-2104f5fa597c" providerId="ADAL" clId="{13547488-DEA3-5A63-B5CE-F08934EB9119}"/>
    <pc:docChg chg="undo custSel addSld delSld modSld sldOrd modSection">
      <pc:chgData name="Ummat, Shivi" userId="c9ac934f-fc13-4e5c-8ca4-2104f5fa597c" providerId="ADAL" clId="{13547488-DEA3-5A63-B5CE-F08934EB9119}" dt="2026-05-06T19:00:06.609" v="2764" actId="20577"/>
      <pc:docMkLst>
        <pc:docMk/>
      </pc:docMkLst>
      <pc:sldChg chg="modSp mod">
        <pc:chgData name="Ummat, Shivi" userId="c9ac934f-fc13-4e5c-8ca4-2104f5fa597c" providerId="ADAL" clId="{13547488-DEA3-5A63-B5CE-F08934EB9119}" dt="2026-04-24T06:13:24.795" v="111" actId="113"/>
        <pc:sldMkLst>
          <pc:docMk/>
          <pc:sldMk cId="4013785700" sldId="2147477749"/>
        </pc:sldMkLst>
        <pc:spChg chg="mod">
          <ac:chgData name="Ummat, Shivi" userId="c9ac934f-fc13-4e5c-8ca4-2104f5fa597c" providerId="ADAL" clId="{13547488-DEA3-5A63-B5CE-F08934EB9119}" dt="2026-04-24T06:13:24.795" v="111" actId="113"/>
          <ac:spMkLst>
            <pc:docMk/>
            <pc:sldMk cId="4013785700" sldId="2147477749"/>
            <ac:spMk id="2" creationId="{F326A66A-8EE8-206E-1901-AF0A51F7018D}"/>
          </ac:spMkLst>
        </pc:spChg>
      </pc:sldChg>
      <pc:sldChg chg="addSp delSp modSp mod">
        <pc:chgData name="Ummat, Shivi" userId="c9ac934f-fc13-4e5c-8ca4-2104f5fa597c" providerId="ADAL" clId="{13547488-DEA3-5A63-B5CE-F08934EB9119}" dt="2026-04-24T06:14:10.016" v="145" actId="20577"/>
        <pc:sldMkLst>
          <pc:docMk/>
          <pc:sldMk cId="555274887" sldId="2147477755"/>
        </pc:sldMkLst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59" creationId="{CDEFAA10-9F34-4732-F942-50A6E47387E8}"/>
          </ac:spMkLst>
        </pc:spChg>
        <pc:spChg chg="add mod">
          <ac:chgData name="Ummat, Shivi" userId="c9ac934f-fc13-4e5c-8ca4-2104f5fa597c" providerId="ADAL" clId="{13547488-DEA3-5A63-B5CE-F08934EB9119}" dt="2026-04-24T06:14:04.615" v="129" actId="20577"/>
          <ac:spMkLst>
            <pc:docMk/>
            <pc:sldMk cId="555274887" sldId="2147477755"/>
            <ac:spMk id="60" creationId="{8DF60546-6F09-416A-F83A-2C4649462AE3}"/>
          </ac:spMkLst>
        </pc:spChg>
        <pc:spChg chg="mod">
          <ac:chgData name="Ummat, Shivi" userId="c9ac934f-fc13-4e5c-8ca4-2104f5fa597c" providerId="ADAL" clId="{13547488-DEA3-5A63-B5CE-F08934EB9119}" dt="2026-04-24T06:14:10.016" v="145" actId="20577"/>
          <ac:spMkLst>
            <pc:docMk/>
            <pc:sldMk cId="555274887" sldId="2147477755"/>
            <ac:spMk id="61" creationId="{5F339473-4A6A-0D68-B25D-FCA018481BE5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63" creationId="{3C78CA03-610B-7388-7F29-2D342D215879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65" creationId="{C6C7631E-0ADC-0D2F-C73A-FA39670CC286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66" creationId="{05E11641-9F98-8820-1743-78412EACA719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68" creationId="{B7C31831-3A7C-95E3-1E82-5413154DF567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70" creationId="{C28E30A2-3718-B10E-2743-E102ADC291A6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71" creationId="{CF75F550-434C-2BFE-4045-57A1FEBD0382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72" creationId="{D5369912-FFD4-8579-0214-7A439A4397F0}"/>
          </ac:spMkLst>
        </pc:spChg>
        <pc:spChg chg="add mod">
          <ac:chgData name="Ummat, Shivi" userId="c9ac934f-fc13-4e5c-8ca4-2104f5fa597c" providerId="ADAL" clId="{13547488-DEA3-5A63-B5CE-F08934EB9119}" dt="2026-04-24T06:13:19.475" v="110"/>
          <ac:spMkLst>
            <pc:docMk/>
            <pc:sldMk cId="555274887" sldId="2147477755"/>
            <ac:spMk id="73" creationId="{91AFD7BF-91C3-2B0E-7D4B-C8B059285C67}"/>
          </ac:spMkLst>
        </pc:spChg>
      </pc:sldChg>
      <pc:sldChg chg="modSp add mod">
        <pc:chgData name="Ummat, Shivi" userId="c9ac934f-fc13-4e5c-8ca4-2104f5fa597c" providerId="ADAL" clId="{13547488-DEA3-5A63-B5CE-F08934EB9119}" dt="2026-04-27T07:06:04.985" v="210" actId="113"/>
        <pc:sldMkLst>
          <pc:docMk/>
          <pc:sldMk cId="3178036942" sldId="2147477757"/>
        </pc:sldMkLst>
        <pc:spChg chg="mod">
          <ac:chgData name="Ummat, Shivi" userId="c9ac934f-fc13-4e5c-8ca4-2104f5fa597c" providerId="ADAL" clId="{13547488-DEA3-5A63-B5CE-F08934EB9119}" dt="2026-04-27T07:06:04.985" v="210" actId="113"/>
          <ac:spMkLst>
            <pc:docMk/>
            <pc:sldMk cId="3178036942" sldId="2147477757"/>
            <ac:spMk id="42" creationId="{E70B8F98-AF5B-DD5E-4E3F-590DFBC119F3}"/>
          </ac:spMkLst>
        </pc:spChg>
      </pc:sldChg>
      <pc:sldChg chg="addSp delSp modSp add mod">
        <pc:chgData name="Ummat, Shivi" userId="c9ac934f-fc13-4e5c-8ca4-2104f5fa597c" providerId="ADAL" clId="{13547488-DEA3-5A63-B5CE-F08934EB9119}" dt="2026-05-02T00:21:44.666" v="1487" actId="1076"/>
        <pc:sldMkLst>
          <pc:docMk/>
          <pc:sldMk cId="2066152784" sldId="2147477760"/>
        </pc:sldMkLst>
        <pc:spChg chg="add mod">
          <ac:chgData name="Ummat, Shivi" userId="c9ac934f-fc13-4e5c-8ca4-2104f5fa597c" providerId="ADAL" clId="{13547488-DEA3-5A63-B5CE-F08934EB9119}" dt="2026-05-02T00:21:35.131" v="1486" actId="1076"/>
          <ac:spMkLst>
            <pc:docMk/>
            <pc:sldMk cId="2066152784" sldId="2147477760"/>
            <ac:spMk id="2" creationId="{1D28A026-64CD-5022-533B-0A5E2C1A89AB}"/>
          </ac:spMkLst>
        </pc:spChg>
        <pc:spChg chg="mod">
          <ac:chgData name="Ummat, Shivi" userId="c9ac934f-fc13-4e5c-8ca4-2104f5fa597c" providerId="ADAL" clId="{13547488-DEA3-5A63-B5CE-F08934EB9119}" dt="2026-05-02T00:21:44.666" v="1487" actId="1076"/>
          <ac:spMkLst>
            <pc:docMk/>
            <pc:sldMk cId="2066152784" sldId="2147477760"/>
            <ac:spMk id="3" creationId="{C9CBA87B-A325-0FC1-C78E-EB83EFA0C985}"/>
          </ac:spMkLst>
        </pc:spChg>
        <pc:spChg chg="add mod">
          <ac:chgData name="Ummat, Shivi" userId="c9ac934f-fc13-4e5c-8ca4-2104f5fa597c" providerId="ADAL" clId="{13547488-DEA3-5A63-B5CE-F08934EB9119}" dt="2026-04-27T07:01:54.759" v="174"/>
          <ac:spMkLst>
            <pc:docMk/>
            <pc:sldMk cId="2066152784" sldId="2147477760"/>
            <ac:spMk id="5" creationId="{EC4E18D2-138D-BA31-3364-BAFD6D1AA9BA}"/>
          </ac:spMkLst>
        </pc:spChg>
        <pc:spChg chg="mod">
          <ac:chgData name="Ummat, Shivi" userId="c9ac934f-fc13-4e5c-8ca4-2104f5fa597c" providerId="ADAL" clId="{13547488-DEA3-5A63-B5CE-F08934EB9119}" dt="2026-05-02T00:21:05.730" v="1448" actId="1076"/>
          <ac:spMkLst>
            <pc:docMk/>
            <pc:sldMk cId="2066152784" sldId="2147477760"/>
            <ac:spMk id="6" creationId="{85923D99-079F-5A6C-AC27-43629E510B3E}"/>
          </ac:spMkLst>
        </pc:spChg>
        <pc:spChg chg="mod">
          <ac:chgData name="Ummat, Shivi" userId="c9ac934f-fc13-4e5c-8ca4-2104f5fa597c" providerId="ADAL" clId="{13547488-DEA3-5A63-B5CE-F08934EB9119}" dt="2026-05-02T00:08:20.149" v="500" actId="20577"/>
          <ac:spMkLst>
            <pc:docMk/>
            <pc:sldMk cId="2066152784" sldId="2147477760"/>
            <ac:spMk id="9" creationId="{BCF8B8D1-FCC4-D971-17F1-34D0865FA46E}"/>
          </ac:spMkLst>
        </pc:spChg>
        <pc:spChg chg="add mod">
          <ac:chgData name="Ummat, Shivi" userId="c9ac934f-fc13-4e5c-8ca4-2104f5fa597c" providerId="ADAL" clId="{13547488-DEA3-5A63-B5CE-F08934EB9119}" dt="2026-04-29T19:06:41.241" v="443" actId="20577"/>
          <ac:spMkLst>
            <pc:docMk/>
            <pc:sldMk cId="2066152784" sldId="2147477760"/>
            <ac:spMk id="25" creationId="{88943401-F18A-B555-4220-DCB85D5C8406}"/>
          </ac:spMkLst>
        </pc:spChg>
        <pc:spChg chg="add 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27" creationId="{6B63EDCF-14F1-5CC2-F029-057F80E39EFF}"/>
          </ac:spMkLst>
        </pc:spChg>
        <pc:spChg chg="add 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28" creationId="{262E269E-A437-85A5-BC18-91F632B1577D}"/>
          </ac:spMkLst>
        </pc:spChg>
        <pc:spChg chg="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30" creationId="{D0E6A62A-6D97-0FB4-3030-AC89FF0CDFB7}"/>
          </ac:spMkLst>
        </pc:spChg>
        <pc:spChg chg="add 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31" creationId="{79B5DBE1-0B19-D7A2-E73D-31DBA1C0106E}"/>
          </ac:spMkLst>
        </pc:spChg>
        <pc:spChg chg="add 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33" creationId="{099717A2-8254-A997-C080-CB080DE518BA}"/>
          </ac:spMkLst>
        </pc:spChg>
        <pc:spChg chg="add 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35" creationId="{A89BC916-77E7-E3FD-2C86-3749D683E545}"/>
          </ac:spMkLst>
        </pc:spChg>
        <pc:spChg chg="add 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36" creationId="{63BB225B-EB33-1003-253E-48120CB2EBDD}"/>
          </ac:spMkLst>
        </pc:spChg>
        <pc:spChg chg="add 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38" creationId="{CE0A4817-A35D-C5AE-96F9-A47C5DAD6B76}"/>
          </ac:spMkLst>
        </pc:spChg>
        <pc:spChg chg="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40" creationId="{D9CDA13D-9802-7F86-281E-5011DBF0A12E}"/>
          </ac:spMkLst>
        </pc:spChg>
        <pc:spChg chg="mod">
          <ac:chgData name="Ummat, Shivi" userId="c9ac934f-fc13-4e5c-8ca4-2104f5fa597c" providerId="ADAL" clId="{13547488-DEA3-5A63-B5CE-F08934EB9119}" dt="2026-05-02T00:19:40.033" v="1426" actId="1076"/>
          <ac:spMkLst>
            <pc:docMk/>
            <pc:sldMk cId="2066152784" sldId="2147477760"/>
            <ac:spMk id="41" creationId="{024E1C85-6E75-3470-8665-89E65BA80663}"/>
          </ac:spMkLst>
        </pc:spChg>
      </pc:sldChg>
      <pc:sldChg chg="addSp delSp modSp add mod">
        <pc:chgData name="Ummat, Shivi" userId="c9ac934f-fc13-4e5c-8ca4-2104f5fa597c" providerId="ADAL" clId="{13547488-DEA3-5A63-B5CE-F08934EB9119}" dt="2026-04-29T19:06:12.425" v="434" actId="1076"/>
        <pc:sldMkLst>
          <pc:docMk/>
          <pc:sldMk cId="2857778863" sldId="2147477761"/>
        </pc:sldMkLst>
        <pc:spChg chg="mod">
          <ac:chgData name="Ummat, Shivi" userId="c9ac934f-fc13-4e5c-8ca4-2104f5fa597c" providerId="ADAL" clId="{13547488-DEA3-5A63-B5CE-F08934EB9119}" dt="2026-04-29T17:33:55.043" v="386" actId="1076"/>
          <ac:spMkLst>
            <pc:docMk/>
            <pc:sldMk cId="2857778863" sldId="2147477761"/>
            <ac:spMk id="5" creationId="{4CA05250-F094-7225-F014-1BABE251014D}"/>
          </ac:spMkLst>
        </pc:spChg>
        <pc:spChg chg="add mod">
          <ac:chgData name="Ummat, Shivi" userId="c9ac934f-fc13-4e5c-8ca4-2104f5fa597c" providerId="ADAL" clId="{13547488-DEA3-5A63-B5CE-F08934EB9119}" dt="2026-04-27T07:02:08.809" v="176"/>
          <ac:spMkLst>
            <pc:docMk/>
            <pc:sldMk cId="2857778863" sldId="2147477761"/>
            <ac:spMk id="26" creationId="{4BDDD859-8F5B-9F6E-B44E-5344B842B7D5}"/>
          </ac:spMkLst>
        </pc:spChg>
        <pc:spChg chg="add mod">
          <ac:chgData name="Ummat, Shivi" userId="c9ac934f-fc13-4e5c-8ca4-2104f5fa597c" providerId="ADAL" clId="{13547488-DEA3-5A63-B5CE-F08934EB9119}" dt="2026-04-27T07:02:08.809" v="176"/>
          <ac:spMkLst>
            <pc:docMk/>
            <pc:sldMk cId="2857778863" sldId="2147477761"/>
            <ac:spMk id="27" creationId="{EAD2D9D3-E1CD-7FAB-6552-5D2A1053B76A}"/>
          </ac:spMkLst>
        </pc:spChg>
        <pc:spChg chg="add mod">
          <ac:chgData name="Ummat, Shivi" userId="c9ac934f-fc13-4e5c-8ca4-2104f5fa597c" providerId="ADAL" clId="{13547488-DEA3-5A63-B5CE-F08934EB9119}" dt="2026-04-27T07:09:51.242" v="241" actId="20577"/>
          <ac:spMkLst>
            <pc:docMk/>
            <pc:sldMk cId="2857778863" sldId="2147477761"/>
            <ac:spMk id="28" creationId="{9FE91323-D3BD-D6E7-414C-03CE857CCC79}"/>
          </ac:spMkLst>
        </pc:spChg>
        <pc:spChg chg="mod">
          <ac:chgData name="Ummat, Shivi" userId="c9ac934f-fc13-4e5c-8ca4-2104f5fa597c" providerId="ADAL" clId="{13547488-DEA3-5A63-B5CE-F08934EB9119}" dt="2026-04-29T19:06:08.270" v="433" actId="20577"/>
          <ac:spMkLst>
            <pc:docMk/>
            <pc:sldMk cId="2857778863" sldId="2147477761"/>
            <ac:spMk id="29" creationId="{5DD99EA8-EF97-6213-EBF3-BE57B3174072}"/>
          </ac:spMkLst>
        </pc:spChg>
        <pc:spChg chg="mod">
          <ac:chgData name="Ummat, Shivi" userId="c9ac934f-fc13-4e5c-8ca4-2104f5fa597c" providerId="ADAL" clId="{13547488-DEA3-5A63-B5CE-F08934EB9119}" dt="2026-04-29T19:06:12.425" v="434" actId="1076"/>
          <ac:spMkLst>
            <pc:docMk/>
            <pc:sldMk cId="2857778863" sldId="2147477761"/>
            <ac:spMk id="30" creationId="{2F9D8301-7384-6220-61B0-48ADE231A3BA}"/>
          </ac:spMkLst>
        </pc:spChg>
        <pc:spChg chg="add mod">
          <ac:chgData name="Ummat, Shivi" userId="c9ac934f-fc13-4e5c-8ca4-2104f5fa597c" providerId="ADAL" clId="{13547488-DEA3-5A63-B5CE-F08934EB9119}" dt="2026-04-27T07:02:08.809" v="176"/>
          <ac:spMkLst>
            <pc:docMk/>
            <pc:sldMk cId="2857778863" sldId="2147477761"/>
            <ac:spMk id="33" creationId="{6372D2A5-30A4-7B6F-0E9C-05437D4003BE}"/>
          </ac:spMkLst>
        </pc:spChg>
        <pc:spChg chg="add mod">
          <ac:chgData name="Ummat, Shivi" userId="c9ac934f-fc13-4e5c-8ca4-2104f5fa597c" providerId="ADAL" clId="{13547488-DEA3-5A63-B5CE-F08934EB9119}" dt="2026-04-27T07:02:08.809" v="176"/>
          <ac:spMkLst>
            <pc:docMk/>
            <pc:sldMk cId="2857778863" sldId="2147477761"/>
            <ac:spMk id="34" creationId="{7DDB8729-C27C-233B-AB0D-0E02762D1529}"/>
          </ac:spMkLst>
        </pc:spChg>
        <pc:spChg chg="add mod">
          <ac:chgData name="Ummat, Shivi" userId="c9ac934f-fc13-4e5c-8ca4-2104f5fa597c" providerId="ADAL" clId="{13547488-DEA3-5A63-B5CE-F08934EB9119}" dt="2026-04-27T07:02:08.809" v="176"/>
          <ac:spMkLst>
            <pc:docMk/>
            <pc:sldMk cId="2857778863" sldId="2147477761"/>
            <ac:spMk id="40" creationId="{0A75CAE0-6270-A6F6-8E4E-520D2B96E2C1}"/>
          </ac:spMkLst>
        </pc:spChg>
        <pc:spChg chg="add mod">
          <ac:chgData name="Ummat, Shivi" userId="c9ac934f-fc13-4e5c-8ca4-2104f5fa597c" providerId="ADAL" clId="{13547488-DEA3-5A63-B5CE-F08934EB9119}" dt="2026-04-27T07:02:08.809" v="176"/>
          <ac:spMkLst>
            <pc:docMk/>
            <pc:sldMk cId="2857778863" sldId="2147477761"/>
            <ac:spMk id="44" creationId="{5128DF15-D038-15C8-D691-8F36EFF4B859}"/>
          </ac:spMkLst>
        </pc:spChg>
        <pc:spChg chg="add mod">
          <ac:chgData name="Ummat, Shivi" userId="c9ac934f-fc13-4e5c-8ca4-2104f5fa597c" providerId="ADAL" clId="{13547488-DEA3-5A63-B5CE-F08934EB9119}" dt="2026-04-27T07:02:08.809" v="176"/>
          <ac:spMkLst>
            <pc:docMk/>
            <pc:sldMk cId="2857778863" sldId="2147477761"/>
            <ac:spMk id="47" creationId="{9C926F27-80E1-4102-D06C-D96231AB15D0}"/>
          </ac:spMkLst>
        </pc:spChg>
      </pc:sldChg>
      <pc:sldChg chg="addSp delSp modSp add mod">
        <pc:chgData name="Ummat, Shivi" userId="c9ac934f-fc13-4e5c-8ca4-2104f5fa597c" providerId="ADAL" clId="{13547488-DEA3-5A63-B5CE-F08934EB9119}" dt="2026-04-27T07:11:53.552" v="357" actId="20577"/>
        <pc:sldMkLst>
          <pc:docMk/>
          <pc:sldMk cId="105049516" sldId="2147477763"/>
        </pc:sldMkLst>
        <pc:spChg chg="add mod">
          <ac:chgData name="Ummat, Shivi" userId="c9ac934f-fc13-4e5c-8ca4-2104f5fa597c" providerId="ADAL" clId="{13547488-DEA3-5A63-B5CE-F08934EB9119}" dt="2026-04-27T07:02:43.867" v="180"/>
          <ac:spMkLst>
            <pc:docMk/>
            <pc:sldMk cId="105049516" sldId="2147477763"/>
            <ac:spMk id="46" creationId="{E399987C-E2ED-1990-CA12-8730AC78FC8E}"/>
          </ac:spMkLst>
        </pc:spChg>
        <pc:spChg chg="mod">
          <ac:chgData name="Ummat, Shivi" userId="c9ac934f-fc13-4e5c-8ca4-2104f5fa597c" providerId="ADAL" clId="{13547488-DEA3-5A63-B5CE-F08934EB9119}" dt="2026-04-27T07:11:38.729" v="349" actId="1076"/>
          <ac:spMkLst>
            <pc:docMk/>
            <pc:sldMk cId="105049516" sldId="2147477763"/>
            <ac:spMk id="47" creationId="{552BD76D-B269-150D-CEB8-524CF1CBEF7B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48" creationId="{16DB4FE0-1BA1-C2C5-8423-A4646B097D69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49" creationId="{68F991FB-DEC0-8718-1906-5BBA4B68A9D1}"/>
          </ac:spMkLst>
        </pc:spChg>
        <pc:spChg chg="mod">
          <ac:chgData name="Ummat, Shivi" userId="c9ac934f-fc13-4e5c-8ca4-2104f5fa597c" providerId="ADAL" clId="{13547488-DEA3-5A63-B5CE-F08934EB9119}" dt="2026-04-27T07:11:21.272" v="346" actId="1076"/>
          <ac:spMkLst>
            <pc:docMk/>
            <pc:sldMk cId="105049516" sldId="2147477763"/>
            <ac:spMk id="51" creationId="{9CDD3EAD-E252-06EA-8E62-EC9904E351E6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52" creationId="{A99C2F46-1E01-F487-2A2A-B890EDDE4628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53" creationId="{BD91859F-0A79-2CBF-409C-BFE7D1E43648}"/>
          </ac:spMkLst>
        </pc:spChg>
        <pc:spChg chg="mod">
          <ac:chgData name="Ummat, Shivi" userId="c9ac934f-fc13-4e5c-8ca4-2104f5fa597c" providerId="ADAL" clId="{13547488-DEA3-5A63-B5CE-F08934EB9119}" dt="2026-04-27T07:11:16.186" v="344" actId="1076"/>
          <ac:spMkLst>
            <pc:docMk/>
            <pc:sldMk cId="105049516" sldId="2147477763"/>
            <ac:spMk id="54" creationId="{EEAA9475-5CE6-8778-1441-73BB3E3325AC}"/>
          </ac:spMkLst>
        </pc:spChg>
        <pc:spChg chg="mod">
          <ac:chgData name="Ummat, Shivi" userId="c9ac934f-fc13-4e5c-8ca4-2104f5fa597c" providerId="ADAL" clId="{13547488-DEA3-5A63-B5CE-F08934EB9119}" dt="2026-04-27T07:11:53.552" v="357" actId="20577"/>
          <ac:spMkLst>
            <pc:docMk/>
            <pc:sldMk cId="105049516" sldId="2147477763"/>
            <ac:spMk id="57" creationId="{8D7BB2D4-D467-0698-730C-6AEC32E18D1F}"/>
          </ac:spMkLst>
        </pc:spChg>
        <pc:spChg chg="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58" creationId="{85C3B138-EB5A-0E9F-2389-2F144B27804E}"/>
          </ac:spMkLst>
        </pc:spChg>
        <pc:spChg chg="mod">
          <ac:chgData name="Ummat, Shivi" userId="c9ac934f-fc13-4e5c-8ca4-2104f5fa597c" providerId="ADAL" clId="{13547488-DEA3-5A63-B5CE-F08934EB9119}" dt="2026-04-27T07:11:21.272" v="346" actId="1076"/>
          <ac:spMkLst>
            <pc:docMk/>
            <pc:sldMk cId="105049516" sldId="2147477763"/>
            <ac:spMk id="59" creationId="{96B62E7A-7EA3-3584-DAC0-1F06D7075590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62" creationId="{8AA586FA-47E9-9BD0-41C8-32906C906801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63" creationId="{E3E16058-B01C-6409-7EEF-37C9F347133B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64" creationId="{6646E988-F54F-373B-9926-EA3172AB97FF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66" creationId="{D1A1B67F-2B3F-15CB-617C-4761667EBEA2}"/>
          </ac:spMkLst>
        </pc:spChg>
        <pc:spChg chg="add mod">
          <ac:chgData name="Ummat, Shivi" userId="c9ac934f-fc13-4e5c-8ca4-2104f5fa597c" providerId="ADAL" clId="{13547488-DEA3-5A63-B5CE-F08934EB9119}" dt="2026-04-27T07:11:31.516" v="347" actId="1076"/>
          <ac:spMkLst>
            <pc:docMk/>
            <pc:sldMk cId="105049516" sldId="2147477763"/>
            <ac:spMk id="67" creationId="{D60A9C81-2F94-765E-A94C-2894D18FAD01}"/>
          </ac:spMkLst>
        </pc:spChg>
      </pc:sldChg>
      <pc:sldChg chg="addSp delSp modSp add del mod">
        <pc:chgData name="Ummat, Shivi" userId="c9ac934f-fc13-4e5c-8ca4-2104f5fa597c" providerId="ADAL" clId="{13547488-DEA3-5A63-B5CE-F08934EB9119}" dt="2026-05-06T18:59:29.151" v="2659" actId="2696"/>
        <pc:sldMkLst>
          <pc:docMk/>
          <pc:sldMk cId="1896048833" sldId="2147477764"/>
        </pc:sldMkLst>
      </pc:sldChg>
      <pc:sldChg chg="addSp delSp modSp add mod">
        <pc:chgData name="Ummat, Shivi" userId="c9ac934f-fc13-4e5c-8ca4-2104f5fa597c" providerId="ADAL" clId="{13547488-DEA3-5A63-B5CE-F08934EB9119}" dt="2026-05-06T18:47:02.088" v="2469" actId="403"/>
        <pc:sldMkLst>
          <pc:docMk/>
          <pc:sldMk cId="2067823766" sldId="2147477765"/>
        </pc:sldMkLst>
        <pc:spChg chg="add mod">
          <ac:chgData name="Ummat, Shivi" userId="c9ac934f-fc13-4e5c-8ca4-2104f5fa597c" providerId="ADAL" clId="{13547488-DEA3-5A63-B5CE-F08934EB9119}" dt="2026-05-02T00:11:40.407" v="905"/>
          <ac:spMkLst>
            <pc:docMk/>
            <pc:sldMk cId="2067823766" sldId="2147477765"/>
            <ac:spMk id="2" creationId="{F951A9D9-CB7C-CBDB-EB6D-9D6C4D19DCEF}"/>
          </ac:spMkLst>
        </pc:spChg>
        <pc:spChg chg="add del mod">
          <ac:chgData name="Ummat, Shivi" userId="c9ac934f-fc13-4e5c-8ca4-2104f5fa597c" providerId="ADAL" clId="{13547488-DEA3-5A63-B5CE-F08934EB9119}" dt="2026-05-06T18:21:47.253" v="2081" actId="478"/>
          <ac:spMkLst>
            <pc:docMk/>
            <pc:sldMk cId="2067823766" sldId="2147477765"/>
            <ac:spMk id="3" creationId="{5C03D7EB-AD0A-AFCD-617A-408A33A931D5}"/>
          </ac:spMkLst>
        </pc:spChg>
        <pc:spChg chg="add mod">
          <ac:chgData name="Ummat, Shivi" userId="c9ac934f-fc13-4e5c-8ca4-2104f5fa597c" providerId="ADAL" clId="{13547488-DEA3-5A63-B5CE-F08934EB9119}" dt="2026-05-02T00:11:40.407" v="905"/>
          <ac:spMkLst>
            <pc:docMk/>
            <pc:sldMk cId="2067823766" sldId="2147477765"/>
            <ac:spMk id="4" creationId="{210D1A9F-EDCB-9445-A58D-CF6C7430BA08}"/>
          </ac:spMkLst>
        </pc:spChg>
        <pc:spChg chg="add mod">
          <ac:chgData name="Ummat, Shivi" userId="c9ac934f-fc13-4e5c-8ca4-2104f5fa597c" providerId="ADAL" clId="{13547488-DEA3-5A63-B5CE-F08934EB9119}" dt="2026-05-06T18:21:47.554" v="2082"/>
          <ac:spMkLst>
            <pc:docMk/>
            <pc:sldMk cId="2067823766" sldId="2147477765"/>
            <ac:spMk id="5" creationId="{26093633-E842-A6C0-5773-95D650D24205}"/>
          </ac:spMkLst>
        </pc:spChg>
        <pc:spChg chg="add mod">
          <ac:chgData name="Ummat, Shivi" userId="c9ac934f-fc13-4e5c-8ca4-2104f5fa597c" providerId="ADAL" clId="{13547488-DEA3-5A63-B5CE-F08934EB9119}" dt="2026-05-06T18:47:02.088" v="2469" actId="403"/>
          <ac:spMkLst>
            <pc:docMk/>
            <pc:sldMk cId="2067823766" sldId="2147477765"/>
            <ac:spMk id="7" creationId="{17B7DE35-47AE-05A0-98B5-134334561907}"/>
          </ac:spMkLst>
        </pc:spChg>
        <pc:spChg chg="add mod">
          <ac:chgData name="Ummat, Shivi" userId="c9ac934f-fc13-4e5c-8ca4-2104f5fa597c" providerId="ADAL" clId="{13547488-DEA3-5A63-B5CE-F08934EB9119}" dt="2026-05-02T00:11:40.407" v="905"/>
          <ac:spMkLst>
            <pc:docMk/>
            <pc:sldMk cId="2067823766" sldId="2147477765"/>
            <ac:spMk id="8" creationId="{A80F4A31-C909-DEB9-6284-05D396160171}"/>
          </ac:spMkLst>
        </pc:spChg>
        <pc:spChg chg="add mod">
          <ac:chgData name="Ummat, Shivi" userId="c9ac934f-fc13-4e5c-8ca4-2104f5fa597c" providerId="ADAL" clId="{13547488-DEA3-5A63-B5CE-F08934EB9119}" dt="2026-05-02T00:11:40.407" v="905"/>
          <ac:spMkLst>
            <pc:docMk/>
            <pc:sldMk cId="2067823766" sldId="2147477765"/>
            <ac:spMk id="10" creationId="{E49AAFE7-A419-3463-F049-AADFCFE21AE7}"/>
          </ac:spMkLst>
        </pc:spChg>
        <pc:spChg chg="mod">
          <ac:chgData name="Ummat, Shivi" userId="c9ac934f-fc13-4e5c-8ca4-2104f5fa597c" providerId="ADAL" clId="{13547488-DEA3-5A63-B5CE-F08934EB9119}" dt="2026-05-06T18:46:09.584" v="2459" actId="403"/>
          <ac:spMkLst>
            <pc:docMk/>
            <pc:sldMk cId="2067823766" sldId="2147477765"/>
            <ac:spMk id="11" creationId="{375A7580-F0FA-C2E1-516F-0E173CFFFCBE}"/>
          </ac:spMkLst>
        </pc:spChg>
        <pc:spChg chg="add mod">
          <ac:chgData name="Ummat, Shivi" userId="c9ac934f-fc13-4e5c-8ca4-2104f5fa597c" providerId="ADAL" clId="{13547488-DEA3-5A63-B5CE-F08934EB9119}" dt="2026-05-02T00:11:40.407" v="905"/>
          <ac:spMkLst>
            <pc:docMk/>
            <pc:sldMk cId="2067823766" sldId="2147477765"/>
            <ac:spMk id="12" creationId="{A57B5743-ABFD-AFCC-580A-A65E03013714}"/>
          </ac:spMkLst>
        </pc:spChg>
        <pc:spChg chg="add mod">
          <ac:chgData name="Ummat, Shivi" userId="c9ac934f-fc13-4e5c-8ca4-2104f5fa597c" providerId="ADAL" clId="{13547488-DEA3-5A63-B5CE-F08934EB9119}" dt="2026-05-02T00:11:40.407" v="905"/>
          <ac:spMkLst>
            <pc:docMk/>
            <pc:sldMk cId="2067823766" sldId="2147477765"/>
            <ac:spMk id="13" creationId="{D9B2960A-CFD6-F787-C6B8-E6633D5E4093}"/>
          </ac:spMkLst>
        </pc:spChg>
        <pc:spChg chg="add mod">
          <ac:chgData name="Ummat, Shivi" userId="c9ac934f-fc13-4e5c-8ca4-2104f5fa597c" providerId="ADAL" clId="{13547488-DEA3-5A63-B5CE-F08934EB9119}" dt="2026-05-02T00:11:40.407" v="905"/>
          <ac:spMkLst>
            <pc:docMk/>
            <pc:sldMk cId="2067823766" sldId="2147477765"/>
            <ac:spMk id="14" creationId="{D10E7621-1687-42D8-C3F9-B08D42CDEA5B}"/>
          </ac:spMkLst>
        </pc:spChg>
        <pc:spChg chg="add mod">
          <ac:chgData name="Ummat, Shivi" userId="c9ac934f-fc13-4e5c-8ca4-2104f5fa597c" providerId="ADAL" clId="{13547488-DEA3-5A63-B5CE-F08934EB9119}" dt="2026-05-02T00:24:03.668" v="1543" actId="20577"/>
          <ac:spMkLst>
            <pc:docMk/>
            <pc:sldMk cId="2067823766" sldId="2147477765"/>
            <ac:spMk id="16" creationId="{80AEE3F8-DF05-E5FE-F598-48D355A19C46}"/>
          </ac:spMkLst>
        </pc:spChg>
      </pc:sldChg>
      <pc:sldChg chg="addSp delSp modSp add mod">
        <pc:chgData name="Ummat, Shivi" userId="c9ac934f-fc13-4e5c-8ca4-2104f5fa597c" providerId="ADAL" clId="{13547488-DEA3-5A63-B5CE-F08934EB9119}" dt="2026-05-06T18:46:59.119" v="2468" actId="403"/>
        <pc:sldMkLst>
          <pc:docMk/>
          <pc:sldMk cId="3985441561" sldId="2147477766"/>
        </pc:sldMkLst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2" creationId="{8DEB3C85-371B-6F74-ABAB-5DF325342210}"/>
          </ac:spMkLst>
        </pc:spChg>
        <pc:spChg chg="add mod">
          <ac:chgData name="Ummat, Shivi" userId="c9ac934f-fc13-4e5c-8ca4-2104f5fa597c" providerId="ADAL" clId="{13547488-DEA3-5A63-B5CE-F08934EB9119}" dt="2026-05-06T18:21:56.862" v="2084"/>
          <ac:spMkLst>
            <pc:docMk/>
            <pc:sldMk cId="3985441561" sldId="2147477766"/>
            <ac:spMk id="3" creationId="{180D5E44-5ECD-3A71-22A8-017B53EC185B}"/>
          </ac:spMkLst>
        </pc:spChg>
        <pc:spChg chg="del">
          <ac:chgData name="Ummat, Shivi" userId="c9ac934f-fc13-4e5c-8ca4-2104f5fa597c" providerId="ADAL" clId="{13547488-DEA3-5A63-B5CE-F08934EB9119}" dt="2026-05-06T18:21:58.159" v="2085" actId="478"/>
          <ac:spMkLst>
            <pc:docMk/>
            <pc:sldMk cId="3985441561" sldId="2147477766"/>
            <ac:spMk id="4" creationId="{6D15A1EA-284C-046C-10DF-1CC26252D196}"/>
          </ac:spMkLst>
        </pc:spChg>
        <pc:spChg chg="add mod">
          <ac:chgData name="Ummat, Shivi" userId="c9ac934f-fc13-4e5c-8ca4-2104f5fa597c" providerId="ADAL" clId="{13547488-DEA3-5A63-B5CE-F08934EB9119}" dt="2026-05-06T18:21:58.608" v="2086"/>
          <ac:spMkLst>
            <pc:docMk/>
            <pc:sldMk cId="3985441561" sldId="2147477766"/>
            <ac:spMk id="5" creationId="{495E5AB4-842E-2EF2-D0C1-9B658E11A1DC}"/>
          </ac:spMkLst>
        </pc:spChg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7" creationId="{C046A58E-58C5-F931-E434-F78B9CDF1887}"/>
          </ac:spMkLst>
        </pc:spChg>
        <pc:spChg chg="add mod">
          <ac:chgData name="Ummat, Shivi" userId="c9ac934f-fc13-4e5c-8ca4-2104f5fa597c" providerId="ADAL" clId="{13547488-DEA3-5A63-B5CE-F08934EB9119}" dt="2026-05-06T18:46:59.119" v="2468" actId="403"/>
          <ac:spMkLst>
            <pc:docMk/>
            <pc:sldMk cId="3985441561" sldId="2147477766"/>
            <ac:spMk id="8" creationId="{5E9F74E7-8ED9-36FD-A05B-0C5D0D20B884}"/>
          </ac:spMkLst>
        </pc:spChg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9" creationId="{8E1B5FB8-A677-67D4-1A99-91B5EEBCDE5E}"/>
          </ac:spMkLst>
        </pc:spChg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10" creationId="{36C98172-EA40-AC72-97A7-81AC72805939}"/>
          </ac:spMkLst>
        </pc:spChg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11" creationId="{512A3FFC-AD32-8FCA-028F-08CFF13BE334}"/>
          </ac:spMkLst>
        </pc:spChg>
        <pc:spChg chg="add mod">
          <ac:chgData name="Ummat, Shivi" userId="c9ac934f-fc13-4e5c-8ca4-2104f5fa597c" providerId="ADAL" clId="{13547488-DEA3-5A63-B5CE-F08934EB9119}" dt="2026-05-06T18:46:12.452" v="2460" actId="403"/>
          <ac:spMkLst>
            <pc:docMk/>
            <pc:sldMk cId="3985441561" sldId="2147477766"/>
            <ac:spMk id="12" creationId="{D3CABDF2-2153-A209-749E-67FD11A875FA}"/>
          </ac:spMkLst>
        </pc:spChg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13" creationId="{1F1B4AF0-250A-C3FF-7E5D-8F2E2B9D7524}"/>
          </ac:spMkLst>
        </pc:spChg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15" creationId="{4A6911DB-0124-B834-0A3F-CF97D873743F}"/>
          </ac:spMkLst>
        </pc:spChg>
        <pc:spChg chg="add mod">
          <ac:chgData name="Ummat, Shivi" userId="c9ac934f-fc13-4e5c-8ca4-2104f5fa597c" providerId="ADAL" clId="{13547488-DEA3-5A63-B5CE-F08934EB9119}" dt="2026-05-02T00:12:35.637" v="949"/>
          <ac:spMkLst>
            <pc:docMk/>
            <pc:sldMk cId="3985441561" sldId="2147477766"/>
            <ac:spMk id="16" creationId="{D0C87993-13BB-7A95-09A5-F9CC2564DC48}"/>
          </ac:spMkLst>
        </pc:spChg>
        <pc:spChg chg="mod">
          <ac:chgData name="Ummat, Shivi" userId="c9ac934f-fc13-4e5c-8ca4-2104f5fa597c" providerId="ADAL" clId="{13547488-DEA3-5A63-B5CE-F08934EB9119}" dt="2026-05-02T00:24:50.714" v="1714" actId="20577"/>
          <ac:spMkLst>
            <pc:docMk/>
            <pc:sldMk cId="3985441561" sldId="2147477766"/>
            <ac:spMk id="17" creationId="{35EB9895-E4DD-A60C-1027-69994FDF2185}"/>
          </ac:spMkLst>
        </pc:spChg>
      </pc:sldChg>
      <pc:sldChg chg="addSp delSp modSp add mod">
        <pc:chgData name="Ummat, Shivi" userId="c9ac934f-fc13-4e5c-8ca4-2104f5fa597c" providerId="ADAL" clId="{13547488-DEA3-5A63-B5CE-F08934EB9119}" dt="2026-05-06T18:46:53.989" v="2467" actId="403"/>
        <pc:sldMkLst>
          <pc:docMk/>
          <pc:sldMk cId="781084153" sldId="2147477767"/>
        </pc:sldMkLst>
        <pc:spChg chg="add mod">
          <ac:chgData name="Ummat, Shivi" userId="c9ac934f-fc13-4e5c-8ca4-2104f5fa597c" providerId="ADAL" clId="{13547488-DEA3-5A63-B5CE-F08934EB9119}" dt="2026-05-06T18:22:11.092" v="2089"/>
          <ac:spMkLst>
            <pc:docMk/>
            <pc:sldMk cId="781084153" sldId="2147477767"/>
            <ac:spMk id="3" creationId="{2A2AAA44-CD23-93BF-6C98-CC8564CA86B4}"/>
          </ac:spMkLst>
        </pc:spChg>
        <pc:spChg chg="add del mod">
          <ac:chgData name="Ummat, Shivi" userId="c9ac934f-fc13-4e5c-8ca4-2104f5fa597c" providerId="ADAL" clId="{13547488-DEA3-5A63-B5CE-F08934EB9119}" dt="2026-05-06T18:22:10.665" v="2088" actId="478"/>
          <ac:spMkLst>
            <pc:docMk/>
            <pc:sldMk cId="781084153" sldId="2147477767"/>
            <ac:spMk id="4" creationId="{E5DBAD82-6DFF-38C0-4F91-BED4EB0E0CAF}"/>
          </ac:spMkLst>
        </pc:spChg>
        <pc:spChg chg="add mod">
          <ac:chgData name="Ummat, Shivi" userId="c9ac934f-fc13-4e5c-8ca4-2104f5fa597c" providerId="ADAL" clId="{13547488-DEA3-5A63-B5CE-F08934EB9119}" dt="2026-05-02T00:13:37.820" v="996"/>
          <ac:spMkLst>
            <pc:docMk/>
            <pc:sldMk cId="781084153" sldId="2147477767"/>
            <ac:spMk id="7" creationId="{7F2FC85C-EE4F-1BCB-C2B9-4C66271AB3BC}"/>
          </ac:spMkLst>
        </pc:spChg>
        <pc:spChg chg="add mod">
          <ac:chgData name="Ummat, Shivi" userId="c9ac934f-fc13-4e5c-8ca4-2104f5fa597c" providerId="ADAL" clId="{13547488-DEA3-5A63-B5CE-F08934EB9119}" dt="2026-05-06T18:46:53.989" v="2467" actId="403"/>
          <ac:spMkLst>
            <pc:docMk/>
            <pc:sldMk cId="781084153" sldId="2147477767"/>
            <ac:spMk id="8" creationId="{078768BA-7395-CBFA-AF7A-77FFE747E68F}"/>
          </ac:spMkLst>
        </pc:spChg>
        <pc:spChg chg="add mod">
          <ac:chgData name="Ummat, Shivi" userId="c9ac934f-fc13-4e5c-8ca4-2104f5fa597c" providerId="ADAL" clId="{13547488-DEA3-5A63-B5CE-F08934EB9119}" dt="2026-05-02T00:13:37.820" v="996"/>
          <ac:spMkLst>
            <pc:docMk/>
            <pc:sldMk cId="781084153" sldId="2147477767"/>
            <ac:spMk id="9" creationId="{27C7D9E5-597A-02E4-FC8F-D534989FBC6E}"/>
          </ac:spMkLst>
        </pc:spChg>
        <pc:spChg chg="add mod">
          <ac:chgData name="Ummat, Shivi" userId="c9ac934f-fc13-4e5c-8ca4-2104f5fa597c" providerId="ADAL" clId="{13547488-DEA3-5A63-B5CE-F08934EB9119}" dt="2026-05-02T00:13:37.820" v="996"/>
          <ac:spMkLst>
            <pc:docMk/>
            <pc:sldMk cId="781084153" sldId="2147477767"/>
            <ac:spMk id="10" creationId="{750FB89F-163A-D09E-5559-F7DFEF6D37DB}"/>
          </ac:spMkLst>
        </pc:spChg>
        <pc:spChg chg="add mod">
          <ac:chgData name="Ummat, Shivi" userId="c9ac934f-fc13-4e5c-8ca4-2104f5fa597c" providerId="ADAL" clId="{13547488-DEA3-5A63-B5CE-F08934EB9119}" dt="2026-05-02T00:13:37.820" v="996"/>
          <ac:spMkLst>
            <pc:docMk/>
            <pc:sldMk cId="781084153" sldId="2147477767"/>
            <ac:spMk id="11" creationId="{6A677457-67A9-4ECC-37DD-13AE76009323}"/>
          </ac:spMkLst>
        </pc:spChg>
        <pc:spChg chg="add mod">
          <ac:chgData name="Ummat, Shivi" userId="c9ac934f-fc13-4e5c-8ca4-2104f5fa597c" providerId="ADAL" clId="{13547488-DEA3-5A63-B5CE-F08934EB9119}" dt="2026-05-06T18:46:21.367" v="2463" actId="403"/>
          <ac:spMkLst>
            <pc:docMk/>
            <pc:sldMk cId="781084153" sldId="2147477767"/>
            <ac:spMk id="12" creationId="{15517E24-7D99-E1F6-9127-1B089C94CBDD}"/>
          </ac:spMkLst>
        </pc:spChg>
        <pc:spChg chg="add mod">
          <ac:chgData name="Ummat, Shivi" userId="c9ac934f-fc13-4e5c-8ca4-2104f5fa597c" providerId="ADAL" clId="{13547488-DEA3-5A63-B5CE-F08934EB9119}" dt="2026-05-02T00:13:37.820" v="996"/>
          <ac:spMkLst>
            <pc:docMk/>
            <pc:sldMk cId="781084153" sldId="2147477767"/>
            <ac:spMk id="13" creationId="{64C60FE8-1415-5AFB-46BB-033846D24F3E}"/>
          </ac:spMkLst>
        </pc:spChg>
        <pc:spChg chg="add mod">
          <ac:chgData name="Ummat, Shivi" userId="c9ac934f-fc13-4e5c-8ca4-2104f5fa597c" providerId="ADAL" clId="{13547488-DEA3-5A63-B5CE-F08934EB9119}" dt="2026-05-02T00:13:37.820" v="996"/>
          <ac:spMkLst>
            <pc:docMk/>
            <pc:sldMk cId="781084153" sldId="2147477767"/>
            <ac:spMk id="14" creationId="{87A9816D-D8EF-4008-AC57-CD7ACE1EC7F6}"/>
          </ac:spMkLst>
        </pc:spChg>
        <pc:spChg chg="add mod">
          <ac:chgData name="Ummat, Shivi" userId="c9ac934f-fc13-4e5c-8ca4-2104f5fa597c" providerId="ADAL" clId="{13547488-DEA3-5A63-B5CE-F08934EB9119}" dt="2026-05-02T00:13:37.820" v="996"/>
          <ac:spMkLst>
            <pc:docMk/>
            <pc:sldMk cId="781084153" sldId="2147477767"/>
            <ac:spMk id="16" creationId="{1B723F97-CE89-D499-483B-86BE65077964}"/>
          </ac:spMkLst>
        </pc:spChg>
        <pc:spChg chg="mod">
          <ac:chgData name="Ummat, Shivi" userId="c9ac934f-fc13-4e5c-8ca4-2104f5fa597c" providerId="ADAL" clId="{13547488-DEA3-5A63-B5CE-F08934EB9119}" dt="2026-05-02T00:26:47.893" v="1850" actId="20577"/>
          <ac:spMkLst>
            <pc:docMk/>
            <pc:sldMk cId="781084153" sldId="2147477767"/>
            <ac:spMk id="17" creationId="{9A07F9B6-EDF2-9095-5649-72CCEC060E0A}"/>
          </ac:spMkLst>
        </pc:spChg>
      </pc:sldChg>
      <pc:sldChg chg="addSp delSp modSp add mod">
        <pc:chgData name="Ummat, Shivi" userId="c9ac934f-fc13-4e5c-8ca4-2104f5fa597c" providerId="ADAL" clId="{13547488-DEA3-5A63-B5CE-F08934EB9119}" dt="2026-05-06T18:46:36.315" v="2466" actId="404"/>
        <pc:sldMkLst>
          <pc:docMk/>
          <pc:sldMk cId="394130933" sldId="2147477768"/>
        </pc:sldMkLst>
        <pc:spChg chg="add del mod">
          <ac:chgData name="Ummat, Shivi" userId="c9ac934f-fc13-4e5c-8ca4-2104f5fa597c" providerId="ADAL" clId="{13547488-DEA3-5A63-B5CE-F08934EB9119}" dt="2026-05-06T18:15:48.099" v="2076" actId="20577"/>
          <ac:spMkLst>
            <pc:docMk/>
            <pc:sldMk cId="394130933" sldId="2147477768"/>
            <ac:spMk id="3" creationId="{F16A63C9-B887-04B4-E97B-785E8868D078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5" creationId="{BD29941A-D0F9-F469-A396-F3EF974103C7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7" creationId="{782C601B-2BA4-9100-86FB-64F593810821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10" creationId="{8D0CCD15-E2D3-04B4-DBB2-39D66983DAB1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11" creationId="{F925DE2C-CE8B-4E93-1B24-19BAAF4967DC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18" creationId="{39DDABCB-C2A9-0EC1-0FD4-BD839D5F4F78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20" creationId="{7DA43E1E-6989-83CA-E6AC-0FFE2C409BC2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23" creationId="{472D32FC-9E39-AA30-D3BF-1DFB79E504F7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27" creationId="{06EDF7C5-C213-8FBA-2038-D36EBB94E3AB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30" creationId="{8E26149B-B622-DDE9-49B6-1ED30C02DA7E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31" creationId="{ABE37464-986E-6F9F-6E5E-4AE8296225A3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35" creationId="{BEB86F7E-1ABA-C425-E271-E918F8CD6F47}"/>
          </ac:spMkLst>
        </pc:spChg>
        <pc:spChg chg="del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40" creationId="{9B253D4F-D753-3AB1-B12E-CDBEAB93C4D7}"/>
          </ac:spMkLst>
        </pc:spChg>
        <pc:spChg chg="add del mod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44" creationId="{363411B6-C3E0-10B8-157A-93979A5D0A21}"/>
          </ac:spMkLst>
        </pc:spChg>
        <pc:spChg chg="del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46" creationId="{776BA545-32E9-F660-232D-D097BC406098}"/>
          </ac:spMkLst>
        </pc:spChg>
        <pc:spChg chg="del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47" creationId="{3F19E729-8B56-99A1-B8E6-CDE5BADB0CBD}"/>
          </ac:spMkLst>
        </pc:spChg>
        <pc:spChg chg="del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48" creationId="{F94ACEAC-72A4-45BD-6136-4C650AB23937}"/>
          </ac:spMkLst>
        </pc:spChg>
        <pc:spChg chg="del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55" creationId="{A33CC972-52AF-14E7-2E67-508933FD66A7}"/>
          </ac:spMkLst>
        </pc:spChg>
        <pc:spChg chg="add 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62" creationId="{D8ED5DDF-E330-8E21-888A-73F0A07A2CAA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63" creationId="{E385C582-355F-3FA2-CE81-FA8931ACFFE7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65" creationId="{DDF4D2CE-0B4A-88E8-1ECD-72ED408E22C3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67" creationId="{EF861275-7B35-F464-0455-B3B8CBB80D40}"/>
          </ac:spMkLst>
        </pc:spChg>
        <pc:spChg chg="add mod">
          <ac:chgData name="Ummat, Shivi" userId="c9ac934f-fc13-4e5c-8ca4-2104f5fa597c" providerId="ADAL" clId="{13547488-DEA3-5A63-B5CE-F08934EB9119}" dt="2026-05-06T18:15:30.958" v="2040"/>
          <ac:spMkLst>
            <pc:docMk/>
            <pc:sldMk cId="394130933" sldId="2147477768"/>
            <ac:spMk id="68" creationId="{8CF9DA0F-A81B-20AF-8B3E-227A00107A0E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69" creationId="{BB8091AF-09A7-9DD8-4C86-06D86B5400C6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70" creationId="{9CA69C69-0C63-1249-C8F4-A3F9FFB503EE}"/>
          </ac:spMkLst>
        </pc:spChg>
        <pc:spChg chg="mod">
          <ac:chgData name="Ummat, Shivi" userId="c9ac934f-fc13-4e5c-8ca4-2104f5fa597c" providerId="ADAL" clId="{13547488-DEA3-5A63-B5CE-F08934EB9119}" dt="2026-05-06T18:46:36.315" v="2466" actId="404"/>
          <ac:spMkLst>
            <pc:docMk/>
            <pc:sldMk cId="394130933" sldId="2147477768"/>
            <ac:spMk id="73" creationId="{97C17C2C-9F1F-B816-26EF-72E0779BB9D2}"/>
          </ac:spMkLst>
        </pc:spChg>
        <pc:spChg chg="add del mod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96" creationId="{A55EB736-482D-4A1C-35F6-977A678E419D}"/>
          </ac:spMkLst>
        </pc:spChg>
        <pc:spChg chg="add del mod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99" creationId="{3B010F63-CA49-B87D-CE1E-3F97E3F53EE3}"/>
          </ac:spMkLst>
        </pc:spChg>
        <pc:spChg chg="add del mod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104" creationId="{4C136BC7-61EA-4A3D-DFB7-B28C3E2C1ED4}"/>
          </ac:spMkLst>
        </pc:spChg>
        <pc:spChg chg="del">
          <ac:chgData name="Ummat, Shivi" userId="c9ac934f-fc13-4e5c-8ca4-2104f5fa597c" providerId="ADAL" clId="{13547488-DEA3-5A63-B5CE-F08934EB9119}" dt="2026-05-06T18:15:30.405" v="2039" actId="478"/>
          <ac:spMkLst>
            <pc:docMk/>
            <pc:sldMk cId="394130933" sldId="2147477768"/>
            <ac:spMk id="105" creationId="{C527D484-F9A9-3FC9-7B1C-CC32D44C32A3}"/>
          </ac:spMkLst>
        </pc:spChg>
      </pc:sldChg>
      <pc:sldChg chg="addSp delSp modSp add del mod">
        <pc:chgData name="Ummat, Shivi" userId="c9ac934f-fc13-4e5c-8ca4-2104f5fa597c" providerId="ADAL" clId="{13547488-DEA3-5A63-B5CE-F08934EB9119}" dt="2026-05-06T18:47:38.996" v="2479" actId="2696"/>
        <pc:sldMkLst>
          <pc:docMk/>
          <pc:sldMk cId="238025349" sldId="2147477769"/>
        </pc:sldMkLst>
        <pc:spChg chg="add del mod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2" creationId="{AA65C8D1-03E4-7A81-3AB2-3BC7B41BCA0F}"/>
          </ac:spMkLst>
        </pc:spChg>
        <pc:spChg chg="del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4" creationId="{FE0212E8-2D32-664C-D72B-F77E01FC1458}"/>
          </ac:spMkLst>
        </pc:spChg>
        <pc:spChg chg="add del mod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6" creationId="{5447F8C0-321C-25AC-DA61-13B5C61F9D42}"/>
          </ac:spMkLst>
        </pc:spChg>
        <pc:spChg chg="add del mod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8" creationId="{64442719-F2B7-AACC-AB52-5DBBCA60E957}"/>
          </ac:spMkLst>
        </pc:spChg>
        <pc:spChg chg="add del mod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10" creationId="{8285FAF8-F08E-8A78-FDF1-47BFE2A94FA0}"/>
          </ac:spMkLst>
        </pc:spChg>
        <pc:spChg chg="del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15" creationId="{35EC828E-F7F5-AAD4-54E5-77B504FE1B1F}"/>
          </ac:spMkLst>
        </pc:spChg>
        <pc:spChg chg="add del mod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16" creationId="{C97E4309-9C8B-694D-E2F4-6E1BFBE0A727}"/>
          </ac:spMkLst>
        </pc:spChg>
        <pc:spChg chg="del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21" creationId="{7470BC15-A6C2-5A18-23D7-08FB82021ED6}"/>
          </ac:spMkLst>
        </pc:spChg>
        <pc:spChg chg="add del mod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25" creationId="{CB0015B5-A5F4-AE7F-75AB-4A13FF1AA8DC}"/>
          </ac:spMkLst>
        </pc:spChg>
        <pc:spChg chg="del mod">
          <ac:chgData name="Ummat, Shivi" userId="c9ac934f-fc13-4e5c-8ca4-2104f5fa597c" providerId="ADAL" clId="{13547488-DEA3-5A63-B5CE-F08934EB9119}" dt="2026-05-06T18:14:36.839" v="2025" actId="478"/>
          <ac:spMkLst>
            <pc:docMk/>
            <pc:sldMk cId="238025349" sldId="2147477769"/>
            <ac:spMk id="26" creationId="{4555EE54-3B11-8D63-A612-63B52AF90728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30" creationId="{82717D1A-DE76-797A-9171-7522026C8FFF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31" creationId="{4FEC6FBE-F248-1555-FD25-CA6A4E1BD2BA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33" creationId="{EAB6BC7A-058D-C42D-7929-485D354A4419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41" creationId="{A777670D-A163-7D35-BC81-35FDF4369E42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46" creationId="{A940EF0A-8C47-8F3D-2F82-AE2A26EF237D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48" creationId="{66628165-D460-FD54-E154-FDFEA3EE99A7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49" creationId="{F51A3F44-B938-4031-E9AA-24476411618D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53" creationId="{132E4355-CFF7-AA3B-4B15-A896BEC1A0DB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54" creationId="{DC240BCF-5C72-7A8B-60B4-5EBFF7A5FABD}"/>
          </ac:spMkLst>
        </pc:spChg>
        <pc:spChg chg="add del mod">
          <ac:chgData name="Ummat, Shivi" userId="c9ac934f-fc13-4e5c-8ca4-2104f5fa597c" providerId="ADAL" clId="{13547488-DEA3-5A63-B5CE-F08934EB9119}" dt="2026-05-06T18:14:39.033" v="2027" actId="478"/>
          <ac:spMkLst>
            <pc:docMk/>
            <pc:sldMk cId="238025349" sldId="2147477769"/>
            <ac:spMk id="57" creationId="{0DEFF774-418B-A10D-B656-EBC9308743D5}"/>
          </ac:spMkLst>
        </pc:spChg>
        <pc:spChg chg="del">
          <ac:chgData name="Ummat, Shivi" userId="c9ac934f-fc13-4e5c-8ca4-2104f5fa597c" providerId="ADAL" clId="{13547488-DEA3-5A63-B5CE-F08934EB9119}" dt="2026-05-06T18:14:42.242" v="2029" actId="478"/>
          <ac:spMkLst>
            <pc:docMk/>
            <pc:sldMk cId="238025349" sldId="2147477769"/>
            <ac:spMk id="59" creationId="{44C6CC78-5BE6-C07A-A358-62948426311C}"/>
          </ac:spMkLst>
        </pc:spChg>
        <pc:spChg chg="mod">
          <ac:chgData name="Ummat, Shivi" userId="c9ac934f-fc13-4e5c-8ca4-2104f5fa597c" providerId="ADAL" clId="{13547488-DEA3-5A63-B5CE-F08934EB9119}" dt="2026-05-06T18:47:23.991" v="2472" actId="21"/>
          <ac:spMkLst>
            <pc:docMk/>
            <pc:sldMk cId="238025349" sldId="2147477769"/>
            <ac:spMk id="60" creationId="{FA795321-0AED-D16C-5838-014523AFC0CE}"/>
          </ac:spMkLst>
        </pc:spChg>
        <pc:spChg chg="add mod">
          <ac:chgData name="Ummat, Shivi" userId="c9ac934f-fc13-4e5c-8ca4-2104f5fa597c" providerId="ADAL" clId="{13547488-DEA3-5A63-B5CE-F08934EB9119}" dt="2026-05-06T18:47:28.734" v="2474" actId="21"/>
          <ac:spMkLst>
            <pc:docMk/>
            <pc:sldMk cId="238025349" sldId="2147477769"/>
            <ac:spMk id="61" creationId="{E2253DF1-9764-3B60-C29A-2D94960CF868}"/>
          </ac:spMkLst>
        </pc:spChg>
        <pc:spChg chg="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66" creationId="{248D4814-C560-FA19-B65F-557DEDA3C0E3}"/>
          </ac:spMkLst>
        </pc:spChg>
        <pc:spChg chg="add 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67" creationId="{34A27A44-BE8D-591A-F5B6-BEEC20949D79}"/>
          </ac:spMkLst>
        </pc:spChg>
        <pc:spChg chg="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68" creationId="{2FE24B18-A7EC-C166-C762-4C89144353F4}"/>
          </ac:spMkLst>
        </pc:spChg>
        <pc:spChg chg="add 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69" creationId="{F2E773A3-6718-1D3E-DF49-F701D42F75C1}"/>
          </ac:spMkLst>
        </pc:spChg>
        <pc:spChg chg="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73" creationId="{B996156B-BE40-5820-5ED2-1CA5176559F3}"/>
          </ac:spMkLst>
        </pc:spChg>
        <pc:spChg chg="add del mod">
          <ac:chgData name="Ummat, Shivi" userId="c9ac934f-fc13-4e5c-8ca4-2104f5fa597c" providerId="ADAL" clId="{13547488-DEA3-5A63-B5CE-F08934EB9119}" dt="2026-05-06T18:14:51.465" v="2031" actId="478"/>
          <ac:spMkLst>
            <pc:docMk/>
            <pc:sldMk cId="238025349" sldId="2147477769"/>
            <ac:spMk id="74" creationId="{87C4F22D-10BA-C064-65E4-A67ECFE304E6}"/>
          </ac:spMkLst>
        </pc:spChg>
        <pc:spChg chg="del">
          <ac:chgData name="Ummat, Shivi" userId="c9ac934f-fc13-4e5c-8ca4-2104f5fa597c" providerId="ADAL" clId="{13547488-DEA3-5A63-B5CE-F08934EB9119}" dt="2026-05-06T18:14:56.927" v="2033" actId="478"/>
          <ac:spMkLst>
            <pc:docMk/>
            <pc:sldMk cId="238025349" sldId="2147477769"/>
            <ac:spMk id="75" creationId="{7CDD7EC6-33AB-F8F0-91E2-5773567C3A67}"/>
          </ac:spMkLst>
        </pc:spChg>
        <pc:spChg chg="del">
          <ac:chgData name="Ummat, Shivi" userId="c9ac934f-fc13-4e5c-8ca4-2104f5fa597c" providerId="ADAL" clId="{13547488-DEA3-5A63-B5CE-F08934EB9119}" dt="2026-05-06T18:14:55.660" v="2032" actId="478"/>
          <ac:spMkLst>
            <pc:docMk/>
            <pc:sldMk cId="238025349" sldId="2147477769"/>
            <ac:spMk id="76" creationId="{25A1F5DC-9004-4E13-9039-F931596EF3EA}"/>
          </ac:spMkLst>
        </pc:spChg>
        <pc:spChg chg="add del mod">
          <ac:chgData name="Ummat, Shivi" userId="c9ac934f-fc13-4e5c-8ca4-2104f5fa597c" providerId="ADAL" clId="{13547488-DEA3-5A63-B5CE-F08934EB9119}" dt="2026-05-06T18:14:55.660" v="2032" actId="478"/>
          <ac:spMkLst>
            <pc:docMk/>
            <pc:sldMk cId="238025349" sldId="2147477769"/>
            <ac:spMk id="77" creationId="{42803605-30DE-9DA7-C1EC-21F1FC4971B6}"/>
          </ac:spMkLst>
        </pc:spChg>
        <pc:spChg chg="mod">
          <ac:chgData name="Ummat, Shivi" userId="c9ac934f-fc13-4e5c-8ca4-2104f5fa597c" providerId="ADAL" clId="{13547488-DEA3-5A63-B5CE-F08934EB9119}" dt="2026-05-06T18:15:07.589" v="2036" actId="1076"/>
          <ac:spMkLst>
            <pc:docMk/>
            <pc:sldMk cId="238025349" sldId="2147477769"/>
            <ac:spMk id="78" creationId="{D24AF465-881F-237E-4815-BA9B9D3E29B5}"/>
          </ac:spMkLst>
        </pc:spChg>
        <pc:spChg chg="add 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79" creationId="{071DEF41-2E50-AA34-6AA1-1C182855738F}"/>
          </ac:spMkLst>
        </pc:spChg>
        <pc:spChg chg="mod">
          <ac:chgData name="Ummat, Shivi" userId="c9ac934f-fc13-4e5c-8ca4-2104f5fa597c" providerId="ADAL" clId="{13547488-DEA3-5A63-B5CE-F08934EB9119}" dt="2026-05-06T18:15:07.589" v="2036" actId="1076"/>
          <ac:spMkLst>
            <pc:docMk/>
            <pc:sldMk cId="238025349" sldId="2147477769"/>
            <ac:spMk id="80" creationId="{67756DD5-F448-40B4-B7E1-26E323F160B5}"/>
          </ac:spMkLst>
        </pc:spChg>
        <pc:spChg chg="add 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81" creationId="{BAF4B0C3-B605-23F6-2632-A752D7C0AA46}"/>
          </ac:spMkLst>
        </pc:spChg>
        <pc:spChg chg="mod">
          <ac:chgData name="Ummat, Shivi" userId="c9ac934f-fc13-4e5c-8ca4-2104f5fa597c" providerId="ADAL" clId="{13547488-DEA3-5A63-B5CE-F08934EB9119}" dt="2026-05-06T18:15:07.589" v="2036" actId="1076"/>
          <ac:spMkLst>
            <pc:docMk/>
            <pc:sldMk cId="238025349" sldId="2147477769"/>
            <ac:spMk id="82" creationId="{A1E84CA5-7603-6DBF-0D22-525D76A6C391}"/>
          </ac:spMkLst>
        </pc:spChg>
        <pc:spChg chg="add 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83" creationId="{FF11F616-1725-2F67-20F0-02FC069B15BA}"/>
          </ac:spMkLst>
        </pc:spChg>
        <pc:spChg chg="add 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84" creationId="{A0338301-0D34-0879-F176-BB5AF69FF43F}"/>
          </ac:spMkLst>
        </pc:spChg>
        <pc:spChg chg="mod">
          <ac:chgData name="Ummat, Shivi" userId="c9ac934f-fc13-4e5c-8ca4-2104f5fa597c" providerId="ADAL" clId="{13547488-DEA3-5A63-B5CE-F08934EB9119}" dt="2026-05-06T18:15:07.589" v="2036" actId="1076"/>
          <ac:spMkLst>
            <pc:docMk/>
            <pc:sldMk cId="238025349" sldId="2147477769"/>
            <ac:spMk id="85" creationId="{18603B2A-74C7-B499-06C1-01D9D50EAF5A}"/>
          </ac:spMkLst>
        </pc:spChg>
        <pc:spChg chg="mod">
          <ac:chgData name="Ummat, Shivi" userId="c9ac934f-fc13-4e5c-8ca4-2104f5fa597c" providerId="ADAL" clId="{13547488-DEA3-5A63-B5CE-F08934EB9119}" dt="2026-05-06T18:15:07.589" v="2036" actId="1076"/>
          <ac:spMkLst>
            <pc:docMk/>
            <pc:sldMk cId="238025349" sldId="2147477769"/>
            <ac:spMk id="86" creationId="{5FB6ACD0-185D-B83F-FCE8-816420E4C7DC}"/>
          </ac:spMkLst>
        </pc:spChg>
        <pc:spChg chg="mod">
          <ac:chgData name="Ummat, Shivi" userId="c9ac934f-fc13-4e5c-8ca4-2104f5fa597c" providerId="ADAL" clId="{13547488-DEA3-5A63-B5CE-F08934EB9119}" dt="2026-05-06T18:15:07.589" v="2036" actId="1076"/>
          <ac:spMkLst>
            <pc:docMk/>
            <pc:sldMk cId="238025349" sldId="2147477769"/>
            <ac:spMk id="87" creationId="{A99B116F-50DD-80DA-3870-A076CA20B4CD}"/>
          </ac:spMkLst>
        </pc:spChg>
        <pc:spChg chg="add del mod">
          <ac:chgData name="Ummat, Shivi" userId="c9ac934f-fc13-4e5c-8ca4-2104f5fa597c" providerId="ADAL" clId="{13547488-DEA3-5A63-B5CE-F08934EB9119}" dt="2026-05-06T18:47:33.987" v="2476" actId="21"/>
          <ac:spMkLst>
            <pc:docMk/>
            <pc:sldMk cId="238025349" sldId="2147477769"/>
            <ac:spMk id="89" creationId="{F89CCEFB-421B-CF5F-4615-6BF0A0C52072}"/>
          </ac:spMkLst>
        </pc:spChg>
        <pc:spChg chg="add mod">
          <ac:chgData name="Ummat, Shivi" userId="c9ac934f-fc13-4e5c-8ca4-2104f5fa597c" providerId="ADAL" clId="{13547488-DEA3-5A63-B5CE-F08934EB9119}" dt="2026-05-06T18:15:52.693" v="2077"/>
          <ac:spMkLst>
            <pc:docMk/>
            <pc:sldMk cId="238025349" sldId="2147477769"/>
            <ac:spMk id="90" creationId="{D8334212-CAB8-81EF-EC81-AB62532A4BEB}"/>
          </ac:spMkLst>
        </pc:spChg>
      </pc:sldChg>
      <pc:sldChg chg="addSp delSp modSp add mod">
        <pc:chgData name="Ummat, Shivi" userId="c9ac934f-fc13-4e5c-8ca4-2104f5fa597c" providerId="ADAL" clId="{13547488-DEA3-5A63-B5CE-F08934EB9119}" dt="2026-04-27T07:04:43.274" v="207"/>
        <pc:sldMkLst>
          <pc:docMk/>
          <pc:sldMk cId="3170138857" sldId="2147477774"/>
        </pc:sldMkLst>
        <pc:spChg chg="add mod">
          <ac:chgData name="Ummat, Shivi" userId="c9ac934f-fc13-4e5c-8ca4-2104f5fa597c" providerId="ADAL" clId="{13547488-DEA3-5A63-B5CE-F08934EB9119}" dt="2026-04-27T07:04:43.274" v="207"/>
          <ac:spMkLst>
            <pc:docMk/>
            <pc:sldMk cId="3170138857" sldId="2147477774"/>
            <ac:spMk id="25" creationId="{13D9E14B-B893-D5DF-0DDE-F47C52D3E718}"/>
          </ac:spMkLst>
        </pc:spChg>
        <pc:spChg chg="add mod">
          <ac:chgData name="Ummat, Shivi" userId="c9ac934f-fc13-4e5c-8ca4-2104f5fa597c" providerId="ADAL" clId="{13547488-DEA3-5A63-B5CE-F08934EB9119}" dt="2026-04-27T07:04:43.274" v="207"/>
          <ac:spMkLst>
            <pc:docMk/>
            <pc:sldMk cId="3170138857" sldId="2147477774"/>
            <ac:spMk id="26" creationId="{53E2E9FE-A222-D9B7-08D6-F2D28F6E7DD7}"/>
          </ac:spMkLst>
        </pc:spChg>
        <pc:spChg chg="add mod">
          <ac:chgData name="Ummat, Shivi" userId="c9ac934f-fc13-4e5c-8ca4-2104f5fa597c" providerId="ADAL" clId="{13547488-DEA3-5A63-B5CE-F08934EB9119}" dt="2026-04-27T07:04:43.274" v="207"/>
          <ac:spMkLst>
            <pc:docMk/>
            <pc:sldMk cId="3170138857" sldId="2147477774"/>
            <ac:spMk id="27" creationId="{59BA3387-E3A4-320E-6372-8FB56072AA4B}"/>
          </ac:spMkLst>
        </pc:spChg>
        <pc:spChg chg="add mod">
          <ac:chgData name="Ummat, Shivi" userId="c9ac934f-fc13-4e5c-8ca4-2104f5fa597c" providerId="ADAL" clId="{13547488-DEA3-5A63-B5CE-F08934EB9119}" dt="2026-04-27T07:04:43.274" v="207"/>
          <ac:spMkLst>
            <pc:docMk/>
            <pc:sldMk cId="3170138857" sldId="2147477774"/>
            <ac:spMk id="28" creationId="{3CEB76B3-34C3-6C19-9A92-4C47C0F9784A}"/>
          </ac:spMkLst>
        </pc:spChg>
        <pc:spChg chg="add mod">
          <ac:chgData name="Ummat, Shivi" userId="c9ac934f-fc13-4e5c-8ca4-2104f5fa597c" providerId="ADAL" clId="{13547488-DEA3-5A63-B5CE-F08934EB9119}" dt="2026-04-27T07:04:43.274" v="207"/>
          <ac:spMkLst>
            <pc:docMk/>
            <pc:sldMk cId="3170138857" sldId="2147477774"/>
            <ac:spMk id="29" creationId="{E8F0F385-7297-2679-C564-ED46C2A37DAB}"/>
          </ac:spMkLst>
        </pc:spChg>
        <pc:spChg chg="add mod">
          <ac:chgData name="Ummat, Shivi" userId="c9ac934f-fc13-4e5c-8ca4-2104f5fa597c" providerId="ADAL" clId="{13547488-DEA3-5A63-B5CE-F08934EB9119}" dt="2026-04-27T07:04:43.274" v="207"/>
          <ac:spMkLst>
            <pc:docMk/>
            <pc:sldMk cId="3170138857" sldId="2147477774"/>
            <ac:spMk id="30" creationId="{7DBB0CCD-4B58-A2FA-A8F1-509A4DEB8A30}"/>
          </ac:spMkLst>
        </pc:spChg>
        <pc:spChg chg="add mod">
          <ac:chgData name="Ummat, Shivi" userId="c9ac934f-fc13-4e5c-8ca4-2104f5fa597c" providerId="ADAL" clId="{13547488-DEA3-5A63-B5CE-F08934EB9119}" dt="2026-04-27T07:04:43.274" v="207"/>
          <ac:spMkLst>
            <pc:docMk/>
            <pc:sldMk cId="3170138857" sldId="2147477774"/>
            <ac:spMk id="31" creationId="{EF022223-790D-345B-4C09-463CE148E048}"/>
          </ac:spMkLst>
        </pc:spChg>
      </pc:sldChg>
      <pc:sldChg chg="addSp delSp modSp mod">
        <pc:chgData name="Ummat, Shivi" userId="c9ac934f-fc13-4e5c-8ca4-2104f5fa597c" providerId="ADAL" clId="{13547488-DEA3-5A63-B5CE-F08934EB9119}" dt="2026-05-06T16:29:24.683" v="1918" actId="1076"/>
        <pc:sldMkLst>
          <pc:docMk/>
          <pc:sldMk cId="742361211" sldId="2147477775"/>
        </pc:sldMkLst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2" creationId="{BAD3E819-0B38-9C7C-331B-F3ED5DA05220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4" creationId="{90D029CA-1A39-44EE-1A75-110681DA08B7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6" creationId="{282FD22A-4A60-8CFC-3BFF-012042064649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7" creationId="{1E5FA8EE-330D-7784-61FD-6CC34E11000A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8" creationId="{EA0A68DF-55B2-771F-F8C0-334C8E246581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9" creationId="{2E1E42B9-94F7-986B-7EEF-1F0CBA8927DF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10" creationId="{8FDB148D-7C79-4FD8-CDF8-56ADE4BBDE06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12" creationId="{F0DF2DD4-568A-5B01-6DBF-C701EF141595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13" creationId="{D976F667-E3B2-AD94-429A-FF52F2D684A2}"/>
          </ac:spMkLst>
        </pc:spChg>
        <pc:spChg chg="add del mod">
          <ac:chgData name="Ummat, Shivi" userId="c9ac934f-fc13-4e5c-8ca4-2104f5fa597c" providerId="ADAL" clId="{13547488-DEA3-5A63-B5CE-F08934EB9119}" dt="2026-05-06T16:25:36.823" v="1880" actId="478"/>
          <ac:spMkLst>
            <pc:docMk/>
            <pc:sldMk cId="742361211" sldId="2147477775"/>
            <ac:spMk id="14" creationId="{F1C836D1-F028-CF05-71E0-4133C15915B4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16" creationId="{ECDFE463-F74B-81A9-99F8-9EAA7549D57B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18" creationId="{C4E004E0-C54B-2879-DDE3-B8BDA30575D1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19" creationId="{25506A11-8544-41B3-7980-D95192C11C9B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21" creationId="{FF5B4FD9-FCC2-55AF-86E8-B22E7B5B14A3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22" creationId="{ED92D824-CE38-21DC-2C77-9FFDA681545A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23" creationId="{DD6BF19F-9CA0-1DF5-BE7B-6309941B371B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26" creationId="{01DC23C6-F606-7FED-973B-6AAC0F14E3E8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27" creationId="{2FB08882-EEFA-1493-BAE2-7F607AEC42AA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28" creationId="{A4F97587-6D38-1288-656A-F4A59D350900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30" creationId="{57565942-F6C8-C0DE-04DD-B973320C52BD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31" creationId="{04861455-0B30-F615-4406-66FDE4F3ADF7}"/>
          </ac:spMkLst>
        </pc:spChg>
        <pc:spChg chg="mod">
          <ac:chgData name="Ummat, Shivi" userId="c9ac934f-fc13-4e5c-8ca4-2104f5fa597c" providerId="ADAL" clId="{13547488-DEA3-5A63-B5CE-F08934EB9119}" dt="2026-05-02T00:20:04.433" v="1431" actId="1076"/>
          <ac:spMkLst>
            <pc:docMk/>
            <pc:sldMk cId="742361211" sldId="2147477775"/>
            <ac:spMk id="32" creationId="{39A364FC-35A5-E613-5879-8E3FED3CDA1D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33" creationId="{7C4F4955-5977-1856-FB7F-EF63F6F08362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35" creationId="{EC100653-D074-8251-FCE1-83E63501CFD4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36" creationId="{C448C9B5-A5BE-3EEE-7BA6-4E99761D3F46}"/>
          </ac:spMkLst>
        </pc:spChg>
        <pc:spChg chg="mod">
          <ac:chgData name="Ummat, Shivi" userId="c9ac934f-fc13-4e5c-8ca4-2104f5fa597c" providerId="ADAL" clId="{13547488-DEA3-5A63-B5CE-F08934EB9119}" dt="2026-05-02T00:20:06.850" v="1432" actId="1076"/>
          <ac:spMkLst>
            <pc:docMk/>
            <pc:sldMk cId="742361211" sldId="2147477775"/>
            <ac:spMk id="37" creationId="{D02873E5-00E6-7C64-9BC8-77A9C5B5ED0E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38" creationId="{A0C3C3CC-75FD-7472-5440-854D4809F234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40" creationId="{674C040B-EADC-38BE-0EFD-897273FE185B}"/>
          </ac:spMkLst>
        </pc:spChg>
        <pc:spChg chg="mod">
          <ac:chgData name="Ummat, Shivi" userId="c9ac934f-fc13-4e5c-8ca4-2104f5fa597c" providerId="ADAL" clId="{13547488-DEA3-5A63-B5CE-F08934EB9119}" dt="2026-05-02T00:20:00.018" v="1430" actId="1076"/>
          <ac:spMkLst>
            <pc:docMk/>
            <pc:sldMk cId="742361211" sldId="2147477775"/>
            <ac:spMk id="41" creationId="{9173498A-01C9-AE04-F8BF-78E57238CD74}"/>
          </ac:spMkLst>
        </pc:spChg>
        <pc:spChg chg="mod">
          <ac:chgData name="Ummat, Shivi" userId="c9ac934f-fc13-4e5c-8ca4-2104f5fa597c" providerId="ADAL" clId="{13547488-DEA3-5A63-B5CE-F08934EB9119}" dt="2026-05-02T00:20:10.015" v="1433" actId="1076"/>
          <ac:spMkLst>
            <pc:docMk/>
            <pc:sldMk cId="742361211" sldId="2147477775"/>
            <ac:spMk id="42" creationId="{7AA3AD2D-F4C9-8C69-8F89-679660EEBDBD}"/>
          </ac:spMkLst>
        </pc:spChg>
        <pc:spChg chg="mod">
          <ac:chgData name="Ummat, Shivi" userId="c9ac934f-fc13-4e5c-8ca4-2104f5fa597c" providerId="ADAL" clId="{13547488-DEA3-5A63-B5CE-F08934EB9119}" dt="2026-05-02T00:11:15.099" v="903" actId="1076"/>
          <ac:spMkLst>
            <pc:docMk/>
            <pc:sldMk cId="742361211" sldId="2147477775"/>
            <ac:spMk id="44" creationId="{31858F31-540B-4E32-D466-11433D2936F2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46" creationId="{064F8963-13A2-112A-DDC6-760765ABFF1A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47" creationId="{4264A319-4BE4-2D40-315E-7757402F0C07}"/>
          </ac:spMkLst>
        </pc:spChg>
        <pc:spChg chg="add mod">
          <ac:chgData name="Ummat, Shivi" userId="c9ac934f-fc13-4e5c-8ca4-2104f5fa597c" providerId="ADAL" clId="{13547488-DEA3-5A63-B5CE-F08934EB9119}" dt="2026-05-06T16:25:40.911" v="1883" actId="14100"/>
          <ac:spMkLst>
            <pc:docMk/>
            <pc:sldMk cId="742361211" sldId="2147477775"/>
            <ac:spMk id="48" creationId="{E52DE04E-FC09-7D43-0CDF-9A2CAC1F0272}"/>
          </ac:spMkLst>
        </pc:spChg>
        <pc:spChg chg="add mod">
          <ac:chgData name="Ummat, Shivi" userId="c9ac934f-fc13-4e5c-8ca4-2104f5fa597c" providerId="ADAL" clId="{13547488-DEA3-5A63-B5CE-F08934EB9119}" dt="2026-05-06T16:29:02.190" v="1888" actId="1076"/>
          <ac:spMkLst>
            <pc:docMk/>
            <pc:sldMk cId="742361211" sldId="2147477775"/>
            <ac:spMk id="49" creationId="{1D78DD71-CFA1-6C8D-2F2A-3105369FCFD1}"/>
          </ac:spMkLst>
        </pc:spChg>
        <pc:spChg chg="add mod">
          <ac:chgData name="Ummat, Shivi" userId="c9ac934f-fc13-4e5c-8ca4-2104f5fa597c" providerId="ADAL" clId="{13547488-DEA3-5A63-B5CE-F08934EB9119}" dt="2026-05-06T16:28:56.387" v="1886" actId="1076"/>
          <ac:spMkLst>
            <pc:docMk/>
            <pc:sldMk cId="742361211" sldId="2147477775"/>
            <ac:spMk id="50" creationId="{28554311-2268-E878-2ED9-8875AD7A784F}"/>
          </ac:spMkLst>
        </pc:spChg>
        <pc:spChg chg="add mod">
          <ac:chgData name="Ummat, Shivi" userId="c9ac934f-fc13-4e5c-8ca4-2104f5fa597c" providerId="ADAL" clId="{13547488-DEA3-5A63-B5CE-F08934EB9119}" dt="2026-05-06T16:28:56.387" v="1886" actId="1076"/>
          <ac:spMkLst>
            <pc:docMk/>
            <pc:sldMk cId="742361211" sldId="2147477775"/>
            <ac:spMk id="51" creationId="{40DF428F-1C8A-6486-E124-41E3EEC2744D}"/>
          </ac:spMkLst>
        </pc:spChg>
        <pc:spChg chg="add mod">
          <ac:chgData name="Ummat, Shivi" userId="c9ac934f-fc13-4e5c-8ca4-2104f5fa597c" providerId="ADAL" clId="{13547488-DEA3-5A63-B5CE-F08934EB9119}" dt="2026-05-06T16:28:56.387" v="1886" actId="1076"/>
          <ac:spMkLst>
            <pc:docMk/>
            <pc:sldMk cId="742361211" sldId="2147477775"/>
            <ac:spMk id="52" creationId="{EC228A29-9C32-F42C-30FF-656A2CEBF9D6}"/>
          </ac:spMkLst>
        </pc:spChg>
        <pc:spChg chg="mod">
          <ac:chgData name="Ummat, Shivi" userId="c9ac934f-fc13-4e5c-8ca4-2104f5fa597c" providerId="ADAL" clId="{13547488-DEA3-5A63-B5CE-F08934EB9119}" dt="2026-05-06T16:28:52.238" v="1885" actId="1076"/>
          <ac:spMkLst>
            <pc:docMk/>
            <pc:sldMk cId="742361211" sldId="2147477775"/>
            <ac:spMk id="53" creationId="{423FDCB9-1627-C970-7458-CD145D4A11AB}"/>
          </ac:spMkLst>
        </pc:spChg>
        <pc:spChg chg="add mod">
          <ac:chgData name="Ummat, Shivi" userId="c9ac934f-fc13-4e5c-8ca4-2104f5fa597c" providerId="ADAL" clId="{13547488-DEA3-5A63-B5CE-F08934EB9119}" dt="2026-05-06T16:28:52.238" v="1885" actId="1076"/>
          <ac:spMkLst>
            <pc:docMk/>
            <pc:sldMk cId="742361211" sldId="2147477775"/>
            <ac:spMk id="54" creationId="{A3892944-2F9C-89D9-4424-594830767A57}"/>
          </ac:spMkLst>
        </pc:spChg>
        <pc:spChg chg="add mod">
          <ac:chgData name="Ummat, Shivi" userId="c9ac934f-fc13-4e5c-8ca4-2104f5fa597c" providerId="ADAL" clId="{13547488-DEA3-5A63-B5CE-F08934EB9119}" dt="2026-05-06T16:28:52.238" v="1885" actId="1076"/>
          <ac:spMkLst>
            <pc:docMk/>
            <pc:sldMk cId="742361211" sldId="2147477775"/>
            <ac:spMk id="55" creationId="{431C2B11-CFD8-9734-057F-2B199B11ED24}"/>
          </ac:spMkLst>
        </pc:spChg>
        <pc:spChg chg="add mod">
          <ac:chgData name="Ummat, Shivi" userId="c9ac934f-fc13-4e5c-8ca4-2104f5fa597c" providerId="ADAL" clId="{13547488-DEA3-5A63-B5CE-F08934EB9119}" dt="2026-05-06T16:28:52.238" v="1885" actId="1076"/>
          <ac:spMkLst>
            <pc:docMk/>
            <pc:sldMk cId="742361211" sldId="2147477775"/>
            <ac:spMk id="56" creationId="{9DF0D26A-E6E8-30FB-8AC3-E834C9C8834C}"/>
          </ac:spMkLst>
        </pc:spChg>
        <pc:spChg chg="add mod">
          <ac:chgData name="Ummat, Shivi" userId="c9ac934f-fc13-4e5c-8ca4-2104f5fa597c" providerId="ADAL" clId="{13547488-DEA3-5A63-B5CE-F08934EB9119}" dt="2026-05-06T16:28:52.238" v="1885" actId="1076"/>
          <ac:spMkLst>
            <pc:docMk/>
            <pc:sldMk cId="742361211" sldId="2147477775"/>
            <ac:spMk id="57" creationId="{FD2679C4-4D8F-E18C-4E7E-38B2A61519F0}"/>
          </ac:spMkLst>
        </pc:spChg>
        <pc:spChg chg="add mod">
          <ac:chgData name="Ummat, Shivi" userId="c9ac934f-fc13-4e5c-8ca4-2104f5fa597c" providerId="ADAL" clId="{13547488-DEA3-5A63-B5CE-F08934EB9119}" dt="2026-05-06T16:29:05.538" v="1889" actId="1076"/>
          <ac:spMkLst>
            <pc:docMk/>
            <pc:sldMk cId="742361211" sldId="2147477775"/>
            <ac:spMk id="58" creationId="{2E0801A0-D980-6769-3826-0A27850293EC}"/>
          </ac:spMkLst>
        </pc:spChg>
        <pc:spChg chg="add mod">
          <ac:chgData name="Ummat, Shivi" userId="c9ac934f-fc13-4e5c-8ca4-2104f5fa597c" providerId="ADAL" clId="{13547488-DEA3-5A63-B5CE-F08934EB9119}" dt="2026-05-06T16:28:59.183" v="1887" actId="1076"/>
          <ac:spMkLst>
            <pc:docMk/>
            <pc:sldMk cId="742361211" sldId="2147477775"/>
            <ac:spMk id="59" creationId="{E3B6BF7D-3DBF-2CCA-93FA-4313FE2A8BE4}"/>
          </ac:spMkLst>
        </pc:spChg>
        <pc:spChg chg="add mod">
          <ac:chgData name="Ummat, Shivi" userId="c9ac934f-fc13-4e5c-8ca4-2104f5fa597c" providerId="ADAL" clId="{13547488-DEA3-5A63-B5CE-F08934EB9119}" dt="2026-05-06T16:29:24.683" v="1918" actId="1076"/>
          <ac:spMkLst>
            <pc:docMk/>
            <pc:sldMk cId="742361211" sldId="2147477775"/>
            <ac:spMk id="60" creationId="{11F00978-BA07-3B37-0E6A-4560FFA49705}"/>
          </ac:spMkLst>
        </pc:spChg>
        <pc:picChg chg="mod">
          <ac:chgData name="Ummat, Shivi" userId="c9ac934f-fc13-4e5c-8ca4-2104f5fa597c" providerId="ADAL" clId="{13547488-DEA3-5A63-B5CE-F08934EB9119}" dt="2026-05-02T00:19:27.671" v="1425" actId="1076"/>
          <ac:picMkLst>
            <pc:docMk/>
            <pc:sldMk cId="742361211" sldId="2147477775"/>
            <ac:picMk id="34" creationId="{8E2C3F44-F150-C736-DC50-CA884737F12C}"/>
          </ac:picMkLst>
        </pc:picChg>
        <pc:picChg chg="mod">
          <ac:chgData name="Ummat, Shivi" userId="c9ac934f-fc13-4e5c-8ca4-2104f5fa597c" providerId="ADAL" clId="{13547488-DEA3-5A63-B5CE-F08934EB9119}" dt="2026-05-02T00:19:27.671" v="1425" actId="1076"/>
          <ac:picMkLst>
            <pc:docMk/>
            <pc:sldMk cId="742361211" sldId="2147477775"/>
            <ac:picMk id="39" creationId="{DECD9E5A-067E-86BF-C20D-555E07710FE2}"/>
          </ac:picMkLst>
        </pc:picChg>
      </pc:sldChg>
      <pc:sldChg chg="addSp delSp modSp add mod">
        <pc:chgData name="Ummat, Shivi" userId="c9ac934f-fc13-4e5c-8ca4-2104f5fa597c" providerId="ADAL" clId="{13547488-DEA3-5A63-B5CE-F08934EB9119}" dt="2026-05-02T00:23:05.018" v="1507" actId="20577"/>
        <pc:sldMkLst>
          <pc:docMk/>
          <pc:sldMk cId="3846134347" sldId="2147477776"/>
        </pc:sldMkLst>
        <pc:spChg chg="add mod">
          <ac:chgData name="Ummat, Shivi" userId="c9ac934f-fc13-4e5c-8ca4-2104f5fa597c" providerId="ADAL" clId="{13547488-DEA3-5A63-B5CE-F08934EB9119}" dt="2026-05-02T00:06:43.281" v="452"/>
          <ac:spMkLst>
            <pc:docMk/>
            <pc:sldMk cId="3846134347" sldId="2147477776"/>
            <ac:spMk id="2" creationId="{413E664B-6212-4570-0A48-6CCAF7C416BE}"/>
          </ac:spMkLst>
        </pc:spChg>
        <pc:spChg chg="add mod">
          <ac:chgData name="Ummat, Shivi" userId="c9ac934f-fc13-4e5c-8ca4-2104f5fa597c" providerId="ADAL" clId="{13547488-DEA3-5A63-B5CE-F08934EB9119}" dt="2026-05-02T00:06:43.281" v="452"/>
          <ac:spMkLst>
            <pc:docMk/>
            <pc:sldMk cId="3846134347" sldId="2147477776"/>
            <ac:spMk id="3" creationId="{8D5D5E8D-DF66-CEFE-16B2-49987CDB0A26}"/>
          </ac:spMkLst>
        </pc:spChg>
        <pc:spChg chg="add mod">
          <ac:chgData name="Ummat, Shivi" userId="c9ac934f-fc13-4e5c-8ca4-2104f5fa597c" providerId="ADAL" clId="{13547488-DEA3-5A63-B5CE-F08934EB9119}" dt="2026-05-02T00:06:43.281" v="452"/>
          <ac:spMkLst>
            <pc:docMk/>
            <pc:sldMk cId="3846134347" sldId="2147477776"/>
            <ac:spMk id="4" creationId="{01F1BF74-2721-F8D5-9DD5-335C9670742D}"/>
          </ac:spMkLst>
        </pc:spChg>
        <pc:spChg chg="add mod">
          <ac:chgData name="Ummat, Shivi" userId="c9ac934f-fc13-4e5c-8ca4-2104f5fa597c" providerId="ADAL" clId="{13547488-DEA3-5A63-B5CE-F08934EB9119}" dt="2026-05-02T00:06:43.281" v="452"/>
          <ac:spMkLst>
            <pc:docMk/>
            <pc:sldMk cId="3846134347" sldId="2147477776"/>
            <ac:spMk id="5" creationId="{8B633127-967D-9088-C49A-B8C4FDD9CDED}"/>
          </ac:spMkLst>
        </pc:spChg>
        <pc:spChg chg="add mod">
          <ac:chgData name="Ummat, Shivi" userId="c9ac934f-fc13-4e5c-8ca4-2104f5fa597c" providerId="ADAL" clId="{13547488-DEA3-5A63-B5CE-F08934EB9119}" dt="2026-05-02T00:23:05.018" v="1507" actId="20577"/>
          <ac:spMkLst>
            <pc:docMk/>
            <pc:sldMk cId="3846134347" sldId="2147477776"/>
            <ac:spMk id="6" creationId="{1E34943F-8DF5-FCC6-27A0-FF46EC9BEFF0}"/>
          </ac:spMkLst>
        </pc:spChg>
      </pc:sldChg>
      <pc:sldChg chg="addSp delSp modSp mod modNotes modNotesTx">
        <pc:chgData name="Ummat, Shivi" userId="c9ac934f-fc13-4e5c-8ca4-2104f5fa597c" providerId="ADAL" clId="{13547488-DEA3-5A63-B5CE-F08934EB9119}" dt="2026-05-06T19:00:06.609" v="2764" actId="20577"/>
        <pc:sldMkLst>
          <pc:docMk/>
          <pc:sldMk cId="3531227146" sldId="2147477780"/>
        </pc:sldMkLst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5" creationId="{4783C364-0954-2F16-B565-14D1FCD6537A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7" creationId="{DFBA1A4D-C3B0-11DB-3C6D-F30B79E68902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11" creationId="{AC02F5FA-17DE-680D-0E3C-E2BF68C08132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20" creationId="{5B751831-3B56-8111-5BB3-479703512C02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22" creationId="{BF0E38EA-0BAD-9DCE-939B-F2995421ECB3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34" creationId="{6B777B7E-EEF2-0FF2-6576-BFAA873DA2D9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35" creationId="{714B7420-1422-899F-512F-752EA30A2A1F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36" creationId="{52F4AF1B-01E5-5555-7AAA-48BA66BC4224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44" creationId="{3258CE68-A1F7-F07D-DBE4-BDDD29076DBF}"/>
          </ac:spMkLst>
        </pc:spChg>
        <pc:spChg chg="del">
          <ac:chgData name="Ummat, Shivi" userId="c9ac934f-fc13-4e5c-8ca4-2104f5fa597c" providerId="ADAL" clId="{13547488-DEA3-5A63-B5CE-F08934EB9119}" dt="2026-05-06T18:08:34.670" v="1920" actId="478"/>
          <ac:spMkLst>
            <pc:docMk/>
            <pc:sldMk cId="3531227146" sldId="2147477780"/>
            <ac:spMk id="50" creationId="{61BC1FA0-3AAD-987D-74F1-F65222507181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52" creationId="{B62F5CC8-0EC4-AFA6-8F3E-126240A9EC8A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62" creationId="{386EBDFF-6DC1-AC87-58F3-5F26D0344479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74" creationId="{8882B4D2-F982-4458-5A8C-379CAA0AD28D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75" creationId="{A401C060-53E7-FCDF-EFD5-6DBDBBB8C673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78" creationId="{91B38489-0386-A6E2-831F-9C1A609AE910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88" creationId="{E5576799-AB9A-A96C-A16B-5FF954328F49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90" creationId="{C928B88A-057D-8D8C-18E5-DB4E8DCB65A0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91" creationId="{10DE7CC3-02E4-277A-593C-FEF20CC7724C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97" creationId="{5A4A6750-1243-52DF-12D2-71A317A8E106}"/>
          </ac:spMkLst>
        </pc:spChg>
        <pc:spChg chg="add mod">
          <ac:chgData name="Ummat, Shivi" userId="c9ac934f-fc13-4e5c-8ca4-2104f5fa597c" providerId="ADAL" clId="{13547488-DEA3-5A63-B5CE-F08934EB9119}" dt="2026-05-06T18:08:32.550" v="1919"/>
          <ac:spMkLst>
            <pc:docMk/>
            <pc:sldMk cId="3531227146" sldId="2147477780"/>
            <ac:spMk id="100" creationId="{26A9017D-FF9F-ED16-A8EA-FD1901FF4BE8}"/>
          </ac:spMkLst>
        </pc:spChg>
        <pc:spChg chg="add mod">
          <ac:chgData name="Ummat, Shivi" userId="c9ac934f-fc13-4e5c-8ca4-2104f5fa597c" providerId="ADAL" clId="{13547488-DEA3-5A63-B5CE-F08934EB9119}" dt="2026-05-06T18:45:06.951" v="2450" actId="1076"/>
          <ac:spMkLst>
            <pc:docMk/>
            <pc:sldMk cId="3531227146" sldId="2147477780"/>
            <ac:spMk id="103" creationId="{263E1B07-8B24-0954-A48D-FF0FED31C9A0}"/>
          </ac:spMkLst>
        </pc:spChg>
        <pc:spChg chg="add mod">
          <ac:chgData name="Ummat, Shivi" userId="c9ac934f-fc13-4e5c-8ca4-2104f5fa597c" providerId="ADAL" clId="{13547488-DEA3-5A63-B5CE-F08934EB9119}" dt="2026-05-06T18:08:35.229" v="1921"/>
          <ac:spMkLst>
            <pc:docMk/>
            <pc:sldMk cId="3531227146" sldId="2147477780"/>
            <ac:spMk id="105" creationId="{B63DA640-9284-21BB-BD39-7D9DBB68FC2D}"/>
          </ac:spMkLst>
        </pc:spChg>
        <pc:spChg chg="add mod">
          <ac:chgData name="Ummat, Shivi" userId="c9ac934f-fc13-4e5c-8ca4-2104f5fa597c" providerId="ADAL" clId="{13547488-DEA3-5A63-B5CE-F08934EB9119}" dt="2026-05-06T18:08:35.229" v="1921"/>
          <ac:spMkLst>
            <pc:docMk/>
            <pc:sldMk cId="3531227146" sldId="2147477780"/>
            <ac:spMk id="115" creationId="{F3395295-0637-777B-8563-09E94C48D084}"/>
          </ac:spMkLst>
        </pc:spChg>
        <pc:spChg chg="add mod">
          <ac:chgData name="Ummat, Shivi" userId="c9ac934f-fc13-4e5c-8ca4-2104f5fa597c" providerId="ADAL" clId="{13547488-DEA3-5A63-B5CE-F08934EB9119}" dt="2026-05-06T18:08:35.229" v="1921"/>
          <ac:spMkLst>
            <pc:docMk/>
            <pc:sldMk cId="3531227146" sldId="2147477780"/>
            <ac:spMk id="116" creationId="{EFB4F7BC-9E19-1672-069B-714DFD0C7764}"/>
          </ac:spMkLst>
        </pc:spChg>
        <pc:spChg chg="add mod">
          <ac:chgData name="Ummat, Shivi" userId="c9ac934f-fc13-4e5c-8ca4-2104f5fa597c" providerId="ADAL" clId="{13547488-DEA3-5A63-B5CE-F08934EB9119}" dt="2026-05-06T18:08:35.229" v="1921"/>
          <ac:spMkLst>
            <pc:docMk/>
            <pc:sldMk cId="3531227146" sldId="2147477780"/>
            <ac:spMk id="124" creationId="{0B0079BB-969A-08E8-1869-F56BF3B14F2C}"/>
          </ac:spMkLst>
        </pc:spChg>
        <pc:spChg chg="mod">
          <ac:chgData name="Ummat, Shivi" userId="c9ac934f-fc13-4e5c-8ca4-2104f5fa597c" providerId="ADAL" clId="{13547488-DEA3-5A63-B5CE-F08934EB9119}" dt="2026-05-06T18:45:27.490" v="2455" actId="404"/>
          <ac:spMkLst>
            <pc:docMk/>
            <pc:sldMk cId="3531227146" sldId="2147477780"/>
            <ac:spMk id="127" creationId="{49710901-3093-23F0-EDFC-5BFE0B86342E}"/>
          </ac:spMkLst>
        </pc:spChg>
        <pc:spChg chg="mod">
          <ac:chgData name="Ummat, Shivi" userId="c9ac934f-fc13-4e5c-8ca4-2104f5fa597c" providerId="ADAL" clId="{13547488-DEA3-5A63-B5CE-F08934EB9119}" dt="2026-05-06T18:45:27.490" v="2455" actId="404"/>
          <ac:spMkLst>
            <pc:docMk/>
            <pc:sldMk cId="3531227146" sldId="2147477780"/>
            <ac:spMk id="128" creationId="{C006C32F-4B00-9A42-7BE8-04C853CF3BD7}"/>
          </ac:spMkLst>
        </pc:spChg>
        <pc:spChg chg="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31" creationId="{5C6B2E29-8B7B-ED9B-2E45-EF3E73B5E95F}"/>
          </ac:spMkLst>
        </pc:spChg>
        <pc:spChg chg="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32" creationId="{720CFD39-2FEE-5F56-5AC9-9878415A139A}"/>
          </ac:spMkLst>
        </pc:spChg>
        <pc:spChg chg="mod">
          <ac:chgData name="Ummat, Shivi" userId="c9ac934f-fc13-4e5c-8ca4-2104f5fa597c" providerId="ADAL" clId="{13547488-DEA3-5A63-B5CE-F08934EB9119}" dt="2026-05-06T18:10:49.349" v="1969" actId="20577"/>
          <ac:spMkLst>
            <pc:docMk/>
            <pc:sldMk cId="3531227146" sldId="2147477780"/>
            <ac:spMk id="134" creationId="{1C0CCC96-92A5-A5A0-9B3E-D58A3CE84BD5}"/>
          </ac:spMkLst>
        </pc:spChg>
        <pc:spChg chg="mod">
          <ac:chgData name="Ummat, Shivi" userId="c9ac934f-fc13-4e5c-8ca4-2104f5fa597c" providerId="ADAL" clId="{13547488-DEA3-5A63-B5CE-F08934EB9119}" dt="2026-05-06T18:10:47.484" v="1965" actId="20577"/>
          <ac:spMkLst>
            <pc:docMk/>
            <pc:sldMk cId="3531227146" sldId="2147477780"/>
            <ac:spMk id="135" creationId="{A806CE90-9BCA-5837-9E71-C64FD90E387E}"/>
          </ac:spMkLst>
        </pc:spChg>
        <pc:spChg chg="add 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36" creationId="{51F20CA1-4224-E59A-4E33-C9B2F804DBE1}"/>
          </ac:spMkLst>
        </pc:spChg>
        <pc:spChg chg="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37" creationId="{D20052B9-9549-FDC9-9D93-C19AB4E87265}"/>
          </ac:spMkLst>
        </pc:spChg>
        <pc:spChg chg="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39" creationId="{FB10DFD9-79A2-44B0-18DA-CEF43E2492CA}"/>
          </ac:spMkLst>
        </pc:spChg>
        <pc:spChg chg="add 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41" creationId="{8C9FF3F6-9235-5419-FD18-A98CBC78124F}"/>
          </ac:spMkLst>
        </pc:spChg>
        <pc:spChg chg="add 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43" creationId="{0B333237-242E-01D1-0134-66CDE77AF2C1}"/>
          </ac:spMkLst>
        </pc:spChg>
        <pc:spChg chg="mod">
          <ac:chgData name="Ummat, Shivi" userId="c9ac934f-fc13-4e5c-8ca4-2104f5fa597c" providerId="ADAL" clId="{13547488-DEA3-5A63-B5CE-F08934EB9119}" dt="2026-05-06T18:13:06.289" v="2022" actId="1076"/>
          <ac:spMkLst>
            <pc:docMk/>
            <pc:sldMk cId="3531227146" sldId="2147477780"/>
            <ac:spMk id="144" creationId="{6760F834-289D-6D89-3242-B5CECF3E9F4E}"/>
          </ac:spMkLst>
        </pc:spChg>
        <pc:spChg chg="add del mod">
          <ac:chgData name="Ummat, Shivi" userId="c9ac934f-fc13-4e5c-8ca4-2104f5fa597c" providerId="ADAL" clId="{13547488-DEA3-5A63-B5CE-F08934EB9119}" dt="2026-05-06T18:13:03.129" v="2021" actId="478"/>
          <ac:spMkLst>
            <pc:docMk/>
            <pc:sldMk cId="3531227146" sldId="2147477780"/>
            <ac:spMk id="145" creationId="{07D9FD76-90F4-2854-EE9F-D038E35A65B6}"/>
          </ac:spMkLst>
        </pc:spChg>
        <pc:spChg chg="add 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46" creationId="{833C1C89-1DE5-3D23-93C0-88C00F071C3D}"/>
          </ac:spMkLst>
        </pc:spChg>
        <pc:spChg chg="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47" creationId="{694BD479-8D20-ED14-371C-DB74792D8AA1}"/>
          </ac:spMkLst>
        </pc:spChg>
        <pc:spChg chg="add mod">
          <ac:chgData name="Ummat, Shivi" userId="c9ac934f-fc13-4e5c-8ca4-2104f5fa597c" providerId="ADAL" clId="{13547488-DEA3-5A63-B5CE-F08934EB9119}" dt="2026-05-06T18:45:17.909" v="2452" actId="403"/>
          <ac:spMkLst>
            <pc:docMk/>
            <pc:sldMk cId="3531227146" sldId="2147477780"/>
            <ac:spMk id="148" creationId="{659801E2-2C6B-F892-7CDD-B862AB473B3F}"/>
          </ac:spMkLst>
        </pc:spChg>
        <pc:spChg chg="mod">
          <ac:chgData name="Ummat, Shivi" userId="c9ac934f-fc13-4e5c-8ca4-2104f5fa597c" providerId="ADAL" clId="{13547488-DEA3-5A63-B5CE-F08934EB9119}" dt="2026-05-06T18:45:27.490" v="2455" actId="404"/>
          <ac:spMkLst>
            <pc:docMk/>
            <pc:sldMk cId="3531227146" sldId="2147477780"/>
            <ac:spMk id="149" creationId="{AE12F9DD-0476-7342-FEE8-DF2AD2A00373}"/>
          </ac:spMkLst>
        </pc:spChg>
      </pc:sldChg>
      <pc:sldChg chg="addSp delSp modSp add del mod">
        <pc:chgData name="Ummat, Shivi" userId="c9ac934f-fc13-4e5c-8ca4-2104f5fa597c" providerId="ADAL" clId="{13547488-DEA3-5A63-B5CE-F08934EB9119}" dt="2026-05-06T18:46:19.052" v="2462" actId="2696"/>
        <pc:sldMkLst>
          <pc:docMk/>
          <pc:sldMk cId="2922777116" sldId="2147477781"/>
        </pc:sldMkLst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2" creationId="{FF4D11CB-594D-CA16-5449-2AB5FC05134D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6" creationId="{B792A3D3-5B4B-D4E2-82D7-1F8FDA1538BC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8" creationId="{8C4C8DE8-91C7-2218-D508-AB2EAEE83ABA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9" creationId="{53109AE4-9E40-2765-67B1-2D880603D80B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10" creationId="{F3C7DED1-AB8D-5C91-8117-845AEF7C6B34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11" creationId="{33A220CF-81AB-AB01-3E9E-4B6431DC7D19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13" creationId="{7F759C22-DDBA-A018-7538-9E88D99C4323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15" creationId="{018BE1D3-83CB-136A-1922-116D1500EB38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16" creationId="{3155A823-7C11-039D-EFB0-8F044DE7228F}"/>
          </ac:spMkLst>
        </pc:spChg>
        <pc:spChg chg="del">
          <ac:chgData name="Ummat, Shivi" userId="c9ac934f-fc13-4e5c-8ca4-2104f5fa597c" providerId="ADAL" clId="{13547488-DEA3-5A63-B5CE-F08934EB9119}" dt="2026-05-06T18:21:36.818" v="2079" actId="478"/>
          <ac:spMkLst>
            <pc:docMk/>
            <pc:sldMk cId="2922777116" sldId="2147477781"/>
            <ac:spMk id="17" creationId="{CE41654D-621B-8746-6B49-1127BB3BEF30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20" creationId="{3BC0F404-2346-985A-61E4-8240A02F4617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22" creationId="{A02884CA-6339-E6F8-73BE-F419E062138E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23" creationId="{2ED7F97B-7812-71A7-BA23-65337F134F05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28" creationId="{4EA36AED-59C9-C47F-8C42-933A45F56759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29" creationId="{9441E556-03E2-E5A4-288B-5DDD4BDB183C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30" creationId="{690EE66C-ADE2-B8C1-4207-201F55311AB4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32" creationId="{3E7A81CB-9EE0-2711-9100-080C0F492F5D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34" creationId="{ED6E6091-714F-E34D-6B89-8AC8EFBD8231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37" creationId="{E6CAC81B-410B-60FB-A786-411AED340321}"/>
          </ac:spMkLst>
        </pc:spChg>
        <pc:spChg chg="add mod">
          <ac:chgData name="Ummat, Shivi" userId="c9ac934f-fc13-4e5c-8ca4-2104f5fa597c" providerId="ADAL" clId="{13547488-DEA3-5A63-B5CE-F08934EB9119}" dt="2026-05-06T18:21:37.252" v="2080"/>
          <ac:spMkLst>
            <pc:docMk/>
            <pc:sldMk cId="2922777116" sldId="2147477781"/>
            <ac:spMk id="39" creationId="{CB0D8088-F26E-3786-11FF-486A1876C13D}"/>
          </ac:spMkLst>
        </pc:spChg>
      </pc:sldChg>
      <pc:sldChg chg="add del">
        <pc:chgData name="Ummat, Shivi" userId="c9ac934f-fc13-4e5c-8ca4-2104f5fa597c" providerId="ADAL" clId="{13547488-DEA3-5A63-B5CE-F08934EB9119}" dt="2026-05-06T18:22:03.661" v="2087" actId="2696"/>
        <pc:sldMkLst>
          <pc:docMk/>
          <pc:sldMk cId="1689359512" sldId="2147477782"/>
        </pc:sldMkLst>
      </pc:sldChg>
      <pc:sldChg chg="addSp delSp modSp add mod">
        <pc:chgData name="Ummat, Shivi" userId="c9ac934f-fc13-4e5c-8ca4-2104f5fa597c" providerId="ADAL" clId="{13547488-DEA3-5A63-B5CE-F08934EB9119}" dt="2026-05-06T18:46:16.673" v="2461" actId="403"/>
        <pc:sldMkLst>
          <pc:docMk/>
          <pc:sldMk cId="4179672200" sldId="2147477782"/>
        </pc:sldMkLst>
        <pc:spChg chg="add mod">
          <ac:chgData name="Ummat, Shivi" userId="c9ac934f-fc13-4e5c-8ca4-2104f5fa597c" providerId="ADAL" clId="{13547488-DEA3-5A63-B5CE-F08934EB9119}" dt="2026-05-06T18:43:43.936" v="2389"/>
          <ac:spMkLst>
            <pc:docMk/>
            <pc:sldMk cId="4179672200" sldId="2147477782"/>
            <ac:spMk id="3" creationId="{55E6418D-0A2A-CDD6-9711-E08DEBF6BE40}"/>
          </ac:spMkLst>
        </pc:spChg>
        <pc:spChg chg="add mod">
          <ac:chgData name="Ummat, Shivi" userId="c9ac934f-fc13-4e5c-8ca4-2104f5fa597c" providerId="ADAL" clId="{13547488-DEA3-5A63-B5CE-F08934EB9119}" dt="2026-05-06T18:43:43.936" v="2389"/>
          <ac:spMkLst>
            <pc:docMk/>
            <pc:sldMk cId="4179672200" sldId="2147477782"/>
            <ac:spMk id="4" creationId="{EA24DFE7-1B66-A146-2F8A-A539E3E94B57}"/>
          </ac:spMkLst>
        </pc:spChg>
        <pc:spChg chg="mod">
          <ac:chgData name="Ummat, Shivi" userId="c9ac934f-fc13-4e5c-8ca4-2104f5fa597c" providerId="ADAL" clId="{13547488-DEA3-5A63-B5CE-F08934EB9119}" dt="2026-05-06T18:22:35.810" v="2122" actId="20577"/>
          <ac:spMkLst>
            <pc:docMk/>
            <pc:sldMk cId="4179672200" sldId="2147477782"/>
            <ac:spMk id="6" creationId="{384879AB-5C0F-C4EF-DA12-655325957B2C}"/>
          </ac:spMkLst>
        </pc:spChg>
        <pc:spChg chg="mod">
          <ac:chgData name="Ummat, Shivi" userId="c9ac934f-fc13-4e5c-8ca4-2104f5fa597c" providerId="ADAL" clId="{13547488-DEA3-5A63-B5CE-F08934EB9119}" dt="2026-05-06T18:22:56.577" v="2150" actId="20577"/>
          <ac:spMkLst>
            <pc:docMk/>
            <pc:sldMk cId="4179672200" sldId="2147477782"/>
            <ac:spMk id="8" creationId="{D210AE3A-59D7-A7E1-DE73-0E32E4414CFC}"/>
          </ac:spMkLst>
        </pc:spChg>
        <pc:spChg chg="mod">
          <ac:chgData name="Ummat, Shivi" userId="c9ac934f-fc13-4e5c-8ca4-2104f5fa597c" providerId="ADAL" clId="{13547488-DEA3-5A63-B5CE-F08934EB9119}" dt="2026-05-06T18:46:16.673" v="2461" actId="403"/>
          <ac:spMkLst>
            <pc:docMk/>
            <pc:sldMk cId="4179672200" sldId="2147477782"/>
            <ac:spMk id="12" creationId="{0D17FC5B-72A4-5994-3690-A8AC0E533D73}"/>
          </ac:spMkLst>
        </pc:spChg>
        <pc:spChg chg="del">
          <ac:chgData name="Ummat, Shivi" userId="c9ac934f-fc13-4e5c-8ca4-2104f5fa597c" providerId="ADAL" clId="{13547488-DEA3-5A63-B5CE-F08934EB9119}" dt="2026-05-06T18:43:35.634" v="2386" actId="478"/>
          <ac:spMkLst>
            <pc:docMk/>
            <pc:sldMk cId="4179672200" sldId="2147477782"/>
            <ac:spMk id="13" creationId="{BA564806-E99E-A380-723F-FBA0B5900D2A}"/>
          </ac:spMkLst>
        </pc:spChg>
        <pc:spChg chg="del">
          <ac:chgData name="Ummat, Shivi" userId="c9ac934f-fc13-4e5c-8ca4-2104f5fa597c" providerId="ADAL" clId="{13547488-DEA3-5A63-B5CE-F08934EB9119}" dt="2026-05-06T18:43:39.073" v="2388" actId="478"/>
          <ac:spMkLst>
            <pc:docMk/>
            <pc:sldMk cId="4179672200" sldId="2147477782"/>
            <ac:spMk id="14" creationId="{F9AA5C58-61D1-792A-2C1C-FA7B81C2D314}"/>
          </ac:spMkLst>
        </pc:spChg>
        <pc:spChg chg="del">
          <ac:chgData name="Ummat, Shivi" userId="c9ac934f-fc13-4e5c-8ca4-2104f5fa597c" providerId="ADAL" clId="{13547488-DEA3-5A63-B5CE-F08934EB9119}" dt="2026-05-06T18:43:37.896" v="2387" actId="478"/>
          <ac:spMkLst>
            <pc:docMk/>
            <pc:sldMk cId="4179672200" sldId="2147477782"/>
            <ac:spMk id="15" creationId="{23B5BB6B-1B80-2F56-8FD4-D1A30B5D5C94}"/>
          </ac:spMkLst>
        </pc:spChg>
        <pc:spChg chg="del mod">
          <ac:chgData name="Ummat, Shivi" userId="c9ac934f-fc13-4e5c-8ca4-2104f5fa597c" providerId="ADAL" clId="{13547488-DEA3-5A63-B5CE-F08934EB9119}" dt="2026-05-06T18:25:38.846" v="2197"/>
          <ac:spMkLst>
            <pc:docMk/>
            <pc:sldMk cId="4179672200" sldId="2147477782"/>
            <ac:spMk id="16" creationId="{88A0E77F-383D-DE95-A60D-1952D4C760AD}"/>
          </ac:spMkLst>
        </pc:spChg>
        <pc:spChg chg="mod">
          <ac:chgData name="Ummat, Shivi" userId="c9ac934f-fc13-4e5c-8ca4-2104f5fa597c" providerId="ADAL" clId="{13547488-DEA3-5A63-B5CE-F08934EB9119}" dt="2026-05-06T18:46:02.589" v="2458" actId="20577"/>
          <ac:spMkLst>
            <pc:docMk/>
            <pc:sldMk cId="4179672200" sldId="2147477782"/>
            <ac:spMk id="17" creationId="{5B161D6C-0630-60F8-9816-B196ADFA5F11}"/>
          </ac:spMkLst>
        </pc:spChg>
        <pc:spChg chg="add mod">
          <ac:chgData name="Ummat, Shivi" userId="c9ac934f-fc13-4e5c-8ca4-2104f5fa597c" providerId="ADAL" clId="{13547488-DEA3-5A63-B5CE-F08934EB9119}" dt="2026-05-06T18:43:43.936" v="2389"/>
          <ac:spMkLst>
            <pc:docMk/>
            <pc:sldMk cId="4179672200" sldId="2147477782"/>
            <ac:spMk id="18" creationId="{4925240B-4DB2-072E-648F-A6DF3D3CD002}"/>
          </ac:spMkLst>
        </pc:spChg>
        <pc:spChg chg="add mod">
          <ac:chgData name="Ummat, Shivi" userId="c9ac934f-fc13-4e5c-8ca4-2104f5fa597c" providerId="ADAL" clId="{13547488-DEA3-5A63-B5CE-F08934EB9119}" dt="2026-05-06T18:44:43.888" v="2448" actId="20577"/>
          <ac:spMkLst>
            <pc:docMk/>
            <pc:sldMk cId="4179672200" sldId="2147477782"/>
            <ac:spMk id="19" creationId="{AFDF80EE-9CF4-A88E-BDFB-F576E0B70C0D}"/>
          </ac:spMkLst>
        </pc:spChg>
      </pc:sldChg>
      <pc:sldChg chg="addSp delSp modSp add mod">
        <pc:chgData name="Ummat, Shivi" userId="c9ac934f-fc13-4e5c-8ca4-2104f5fa597c" providerId="ADAL" clId="{13547488-DEA3-5A63-B5CE-F08934EB9119}" dt="2026-05-06T18:47:37.206" v="2478"/>
        <pc:sldMkLst>
          <pc:docMk/>
          <pc:sldMk cId="612315252" sldId="2147477783"/>
        </pc:sldMkLst>
        <pc:spChg chg="mod">
          <ac:chgData name="Ummat, Shivi" userId="c9ac934f-fc13-4e5c-8ca4-2104f5fa597c" providerId="ADAL" clId="{13547488-DEA3-5A63-B5CE-F08934EB9119}" dt="2026-05-06T18:47:25.963" v="2473"/>
          <ac:spMkLst>
            <pc:docMk/>
            <pc:sldMk cId="612315252" sldId="2147477783"/>
            <ac:spMk id="4" creationId="{2AF01D81-DEAF-B8EF-E6C3-9A74795DE983}"/>
          </ac:spMkLst>
        </pc:spChg>
        <pc:spChg chg="mod">
          <ac:chgData name="Ummat, Shivi" userId="c9ac934f-fc13-4e5c-8ca4-2104f5fa597c" providerId="ADAL" clId="{13547488-DEA3-5A63-B5CE-F08934EB9119}" dt="2026-05-06T18:47:30.313" v="2475"/>
          <ac:spMkLst>
            <pc:docMk/>
            <pc:sldMk cId="612315252" sldId="2147477783"/>
            <ac:spMk id="5" creationId="{03797A28-1414-2E80-3316-F15F4318E535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8" creationId="{4DDA392F-0733-454E-3163-492F52A0DD09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13" creationId="{4D182536-C652-EF4B-36DE-C342317E6FC5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16" creationId="{7F066526-1B31-5E2C-71A4-91549DFEFEED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21" creationId="{325D2C16-D7FC-469D-DDD9-8520C1146F8B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27" creationId="{44D1751A-16B2-96E7-9BE1-178CF1A8C16B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31" creationId="{CEE787F6-8DFC-0FA6-D154-E3A369402D7C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34" creationId="{BA3DF615-CFED-764D-F1D0-9ABEE9353814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36" creationId="{3933DE63-ABCD-DC81-C320-9DBE438A8D0B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42" creationId="{3337D118-A0A6-6220-1050-8E8F704FDA12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44" creationId="{26F5821E-02C7-0642-48E0-ED133B214950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45" creationId="{F47F6A9A-8816-D1F3-A989-268C7AC0479A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46" creationId="{770B4DD0-4ABA-56C5-C90B-5C17AC7B9153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48" creationId="{1E035589-7CA7-9355-9A8F-9D6ADB63A69D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50" creationId="{21B0068F-D75B-C212-9E7E-3FF5F8793C90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51" creationId="{834D42C9-7A51-78A7-7954-7935E0EACCF7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53" creationId="{14FD2EC7-EA04-7383-5672-AB023AE68A80}"/>
          </ac:spMkLst>
        </pc:spChg>
        <pc:spChg chg="add mod">
          <ac:chgData name="Ummat, Shivi" userId="c9ac934f-fc13-4e5c-8ca4-2104f5fa597c" providerId="ADAL" clId="{13547488-DEA3-5A63-B5CE-F08934EB9119}" dt="2026-05-06T18:47:37.206" v="2478"/>
          <ac:spMkLst>
            <pc:docMk/>
            <pc:sldMk cId="612315252" sldId="2147477783"/>
            <ac:spMk id="54" creationId="{A9443250-C050-BFFB-9976-5DDAFCCEB290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65" creationId="{D80D555B-4BEC-7F0F-EBEB-E3BD18307C63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68" creationId="{FE8555D1-0A60-B70B-F8EF-BC4559EEF14D}"/>
          </ac:spMkLst>
        </pc:spChg>
        <pc:spChg chg="del">
          <ac:chgData name="Ummat, Shivi" userId="c9ac934f-fc13-4e5c-8ca4-2104f5fa597c" providerId="ADAL" clId="{13547488-DEA3-5A63-B5CE-F08934EB9119}" dt="2026-05-06T18:47:36.728" v="2477" actId="478"/>
          <ac:spMkLst>
            <pc:docMk/>
            <pc:sldMk cId="612315252" sldId="2147477783"/>
            <ac:spMk id="73" creationId="{6181693A-CF10-EB50-CC4D-9CB921C87570}"/>
          </ac:spMkLst>
        </pc:spChg>
      </pc:sldChg>
      <pc:sldChg chg="addSp delSp modSp add mod">
        <pc:chgData name="Ummat, Shivi" userId="c9ac934f-fc13-4e5c-8ca4-2104f5fa597c" providerId="ADAL" clId="{13547488-DEA3-5A63-B5CE-F08934EB9119}" dt="2026-05-06T18:58:57.185" v="2658" actId="20577"/>
        <pc:sldMkLst>
          <pc:docMk/>
          <pc:sldMk cId="4097866568" sldId="2147477784"/>
        </pc:sldMkLst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3" creationId="{A6CD7058-481D-832A-268F-022050F7CFBF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4" creationId="{4D3415DF-9549-25A0-55D5-3F539D1D6174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5" creationId="{B1C75A2A-E5B0-280D-8D01-D901DE890A37}"/>
          </ac:spMkLst>
        </pc:spChg>
        <pc:spChg chg="add mod">
          <ac:chgData name="Ummat, Shivi" userId="c9ac934f-fc13-4e5c-8ca4-2104f5fa597c" providerId="ADAL" clId="{13547488-DEA3-5A63-B5CE-F08934EB9119}" dt="2026-05-06T18:57:20.988" v="2486" actId="14100"/>
          <ac:spMkLst>
            <pc:docMk/>
            <pc:sldMk cId="4097866568" sldId="2147477784"/>
            <ac:spMk id="6" creationId="{2953FC76-F89F-19D5-D0DD-A7CF986E69BD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7" creationId="{F0087D5B-3763-8D35-273C-7246EEA8CB33}"/>
          </ac:spMkLst>
        </pc:spChg>
        <pc:spChg chg="mod">
          <ac:chgData name="Ummat, Shivi" userId="c9ac934f-fc13-4e5c-8ca4-2104f5fa597c" providerId="ADAL" clId="{13547488-DEA3-5A63-B5CE-F08934EB9119}" dt="2026-05-06T18:57:34.492" v="2487" actId="403"/>
          <ac:spMkLst>
            <pc:docMk/>
            <pc:sldMk cId="4097866568" sldId="2147477784"/>
            <ac:spMk id="8" creationId="{3F0FFF89-5DC6-8755-3DCC-8BD86BA06773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11" creationId="{CA156BD4-B163-4888-FF7A-7092F067B2D4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15" creationId="{39FAD493-F69B-21D6-F8AD-7CFDC129EA12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18" creationId="{B53561F6-DEC2-38A2-D452-F16EECFE0C83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20" creationId="{D1F252F0-ACC8-7CC6-CC79-52C30234C77C}"/>
          </ac:spMkLst>
        </pc:spChg>
        <pc:spChg chg="mod">
          <ac:chgData name="Ummat, Shivi" userId="c9ac934f-fc13-4e5c-8ca4-2104f5fa597c" providerId="ADAL" clId="{13547488-DEA3-5A63-B5CE-F08934EB9119}" dt="2026-05-06T18:57:46.976" v="2489" actId="20577"/>
          <ac:spMkLst>
            <pc:docMk/>
            <pc:sldMk cId="4097866568" sldId="2147477784"/>
            <ac:spMk id="21" creationId="{242DF408-AFB0-AB55-E52F-5782D7C3192D}"/>
          </ac:spMkLst>
        </pc:spChg>
        <pc:spChg chg="mod">
          <ac:chgData name="Ummat, Shivi" userId="c9ac934f-fc13-4e5c-8ca4-2104f5fa597c" providerId="ADAL" clId="{13547488-DEA3-5A63-B5CE-F08934EB9119}" dt="2026-05-06T18:57:57.206" v="2493" actId="20577"/>
          <ac:spMkLst>
            <pc:docMk/>
            <pc:sldMk cId="4097866568" sldId="2147477784"/>
            <ac:spMk id="26" creationId="{BC83147B-BB6C-C4BE-F862-54835A1D8A43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28" creationId="{1D2D7C58-0F23-BEB2-7ACA-CC83E5188980}"/>
          </ac:spMkLst>
        </pc:spChg>
        <pc:spChg chg="mod">
          <ac:chgData name="Ummat, Shivi" userId="c9ac934f-fc13-4e5c-8ca4-2104f5fa597c" providerId="ADAL" clId="{13547488-DEA3-5A63-B5CE-F08934EB9119}" dt="2026-05-06T18:58:16.492" v="2589" actId="20577"/>
          <ac:spMkLst>
            <pc:docMk/>
            <pc:sldMk cId="4097866568" sldId="2147477784"/>
            <ac:spMk id="31" creationId="{D9422847-676E-3F10-CD14-6A2B3C1AB7C5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32" creationId="{A11CFAE7-BDA5-6476-434E-AF69DAF2F2CC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36" creationId="{D94EEA80-67BC-96F3-2CEB-DC06DAA3ECFA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37" creationId="{DE37577F-CB45-6EC7-0EB9-9769A43D6E6C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38" creationId="{31FB492C-3635-8E0A-27E3-74BCC8F79919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42" creationId="{8EDBE2E8-177B-8A52-4A31-2A3B080E9346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50" creationId="{ACEE2B8A-5611-63F6-0CA9-C3A4BDBA2A14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57" creationId="{D3373EAC-4C0E-5E89-C969-2C724129DA44}"/>
          </ac:spMkLst>
        </pc:spChg>
        <pc:spChg chg="del">
          <ac:chgData name="Ummat, Shivi" userId="c9ac934f-fc13-4e5c-8ca4-2104f5fa597c" providerId="ADAL" clId="{13547488-DEA3-5A63-B5CE-F08934EB9119}" dt="2026-05-06T18:57:09.366" v="2481" actId="478"/>
          <ac:spMkLst>
            <pc:docMk/>
            <pc:sldMk cId="4097866568" sldId="2147477784"/>
            <ac:spMk id="59" creationId="{85EFAB3A-9939-8091-48A5-F132DC3DCFDD}"/>
          </ac:spMkLst>
        </pc:spChg>
        <pc:spChg chg="mod">
          <ac:chgData name="Ummat, Shivi" userId="c9ac934f-fc13-4e5c-8ca4-2104f5fa597c" providerId="ADAL" clId="{13547488-DEA3-5A63-B5CE-F08934EB9119}" dt="2026-05-06T18:58:49.904" v="2652" actId="20577"/>
          <ac:spMkLst>
            <pc:docMk/>
            <pc:sldMk cId="4097866568" sldId="2147477784"/>
            <ac:spMk id="60" creationId="{451F1585-7239-01E6-2BE2-42B716048A57}"/>
          </ac:spMkLst>
        </pc:spChg>
        <pc:spChg chg="add mod">
          <ac:chgData name="Ummat, Shivi" userId="c9ac934f-fc13-4e5c-8ca4-2104f5fa597c" providerId="ADAL" clId="{13547488-DEA3-5A63-B5CE-F08934EB9119}" dt="2026-05-06T18:57:09.934" v="2482"/>
          <ac:spMkLst>
            <pc:docMk/>
            <pc:sldMk cId="4097866568" sldId="2147477784"/>
            <ac:spMk id="61" creationId="{3CD67D39-8E4E-CE28-D2D5-00025B230EC5}"/>
          </ac:spMkLst>
        </pc:spChg>
        <pc:spChg chg="add mod">
          <ac:chgData name="Ummat, Shivi" userId="c9ac934f-fc13-4e5c-8ca4-2104f5fa597c" providerId="ADAL" clId="{13547488-DEA3-5A63-B5CE-F08934EB9119}" dt="2026-05-06T18:58:57.185" v="2658" actId="20577"/>
          <ac:spMkLst>
            <pc:docMk/>
            <pc:sldMk cId="4097866568" sldId="2147477784"/>
            <ac:spMk id="65" creationId="{37453D83-B65D-D1C8-C3DF-43A9A86974C5}"/>
          </ac:spMkLst>
        </pc:spChg>
      </pc:sldChg>
    </pc:docChg>
  </pc:docChgLst>
  <pc:docChgLst>
    <pc:chgData name="Ummat, Shivi" userId="S::shiviu@amazon.com::c9ac934f-fc13-4e5c-8ca4-2104f5fa597c" providerId="AD" clId="Web-{1E0EE033-7B4D-DA95-6F3B-E1D6FECCF6B9}"/>
    <pc:docChg chg="mod addSld modSld sldOrd modSection">
      <pc:chgData name="Ummat, Shivi" userId="S::shiviu@amazon.com::c9ac934f-fc13-4e5c-8ca4-2104f5fa597c" providerId="AD" clId="Web-{1E0EE033-7B4D-DA95-6F3B-E1D6FECCF6B9}" dt="2026-04-27T16:27:21.139" v="150" actId="20577"/>
      <pc:docMkLst>
        <pc:docMk/>
      </pc:docMkLst>
      <pc:sldChg chg="modSp">
        <pc:chgData name="Ummat, Shivi" userId="S::shiviu@amazon.com::c9ac934f-fc13-4e5c-8ca4-2104f5fa597c" providerId="AD" clId="Web-{1E0EE033-7B4D-DA95-6F3B-E1D6FECCF6B9}" dt="2026-04-27T16:27:21.139" v="150" actId="20577"/>
        <pc:sldMkLst>
          <pc:docMk/>
          <pc:sldMk cId="2857778863" sldId="2147477761"/>
        </pc:sldMkLst>
        <pc:spChg chg="mod">
          <ac:chgData name="Ummat, Shivi" userId="S::shiviu@amazon.com::c9ac934f-fc13-4e5c-8ca4-2104f5fa597c" providerId="AD" clId="Web-{1E0EE033-7B4D-DA95-6F3B-E1D6FECCF6B9}" dt="2026-04-27T16:24:28.936" v="117" actId="20577"/>
          <ac:spMkLst>
            <pc:docMk/>
            <pc:sldMk cId="2857778863" sldId="2147477761"/>
            <ac:spMk id="27" creationId="{EAD2D9D3-E1CD-7FAB-6552-5D2A1053B76A}"/>
          </ac:spMkLst>
        </pc:spChg>
        <pc:spChg chg="mod">
          <ac:chgData name="Ummat, Shivi" userId="S::shiviu@amazon.com::c9ac934f-fc13-4e5c-8ca4-2104f5fa597c" providerId="AD" clId="Web-{1E0EE033-7B4D-DA95-6F3B-E1D6FECCF6B9}" dt="2026-04-27T16:27:00.639" v="132" actId="20577"/>
          <ac:spMkLst>
            <pc:docMk/>
            <pc:sldMk cId="2857778863" sldId="2147477761"/>
            <ac:spMk id="38" creationId="{2652AFBC-2F81-9C4D-46FD-D00D89C68DA3}"/>
          </ac:spMkLst>
        </pc:spChg>
        <pc:spChg chg="mod">
          <ac:chgData name="Ummat, Shivi" userId="S::shiviu@amazon.com::c9ac934f-fc13-4e5c-8ca4-2104f5fa597c" providerId="AD" clId="Web-{1E0EE033-7B4D-DA95-6F3B-E1D6FECCF6B9}" dt="2026-04-27T16:27:04.608" v="137" actId="20577"/>
          <ac:spMkLst>
            <pc:docMk/>
            <pc:sldMk cId="2857778863" sldId="2147477761"/>
            <ac:spMk id="42" creationId="{851097FD-569F-455C-5DA7-D2AD846EDE88}"/>
          </ac:spMkLst>
        </pc:spChg>
        <pc:spChg chg="mod">
          <ac:chgData name="Ummat, Shivi" userId="S::shiviu@amazon.com::c9ac934f-fc13-4e5c-8ca4-2104f5fa597c" providerId="AD" clId="Web-{1E0EE033-7B4D-DA95-6F3B-E1D6FECCF6B9}" dt="2026-04-27T16:27:21.139" v="150" actId="20577"/>
          <ac:spMkLst>
            <pc:docMk/>
            <pc:sldMk cId="2857778863" sldId="2147477761"/>
            <ac:spMk id="43" creationId="{9DF1C561-21D9-2C21-F3AE-B0989295526E}"/>
          </ac:spMkLst>
        </pc:spChg>
      </pc:sldChg>
      <pc:sldChg chg="modSp">
        <pc:chgData name="Ummat, Shivi" userId="S::shiviu@amazon.com::c9ac934f-fc13-4e5c-8ca4-2104f5fa597c" providerId="AD" clId="Web-{1E0EE033-7B4D-DA95-6F3B-E1D6FECCF6B9}" dt="2026-04-27T07:19:32.948" v="1" actId="14100"/>
        <pc:sldMkLst>
          <pc:docMk/>
          <pc:sldMk cId="2067823766" sldId="2147477765"/>
        </pc:sldMkLst>
      </pc:sldChg>
      <pc:sldChg chg="addSp delSp modSp">
        <pc:chgData name="Ummat, Shivi" userId="S::shiviu@amazon.com::c9ac934f-fc13-4e5c-8ca4-2104f5fa597c" providerId="AD" clId="Web-{1E0EE033-7B4D-DA95-6F3B-E1D6FECCF6B9}" dt="2026-04-27T07:19:56.245" v="5" actId="14100"/>
        <pc:sldMkLst>
          <pc:docMk/>
          <pc:sldMk cId="3985441561" sldId="2147477766"/>
        </pc:sldMkLst>
      </pc:sldChg>
      <pc:sldChg chg="addSp delSp modSp">
        <pc:chgData name="Ummat, Shivi" userId="S::shiviu@amazon.com::c9ac934f-fc13-4e5c-8ca4-2104f5fa597c" providerId="AD" clId="Web-{1E0EE033-7B4D-DA95-6F3B-E1D6FECCF6B9}" dt="2026-04-27T07:20:15.620" v="9" actId="14100"/>
        <pc:sldMkLst>
          <pc:docMk/>
          <pc:sldMk cId="781084153" sldId="2147477767"/>
        </pc:sldMkLst>
      </pc:sldChg>
      <pc:sldChg chg="modSp">
        <pc:chgData name="Ummat, Shivi" userId="S::shiviu@amazon.com::c9ac934f-fc13-4e5c-8ca4-2104f5fa597c" providerId="AD" clId="Web-{1E0EE033-7B4D-DA95-6F3B-E1D6FECCF6B9}" dt="2026-04-27T07:20:39.042" v="19" actId="20577"/>
        <pc:sldMkLst>
          <pc:docMk/>
          <pc:sldMk cId="394130933" sldId="2147477768"/>
        </pc:sldMkLst>
      </pc:sldChg>
      <pc:sldChg chg="delSp modSp">
        <pc:chgData name="Ummat, Shivi" userId="S::shiviu@amazon.com::c9ac934f-fc13-4e5c-8ca4-2104f5fa597c" providerId="AD" clId="Web-{1E0EE033-7B4D-DA95-6F3B-E1D6FECCF6B9}" dt="2026-04-27T07:22:55.668" v="96"/>
        <pc:sldMkLst>
          <pc:docMk/>
          <pc:sldMk cId="3170138857" sldId="2147477774"/>
        </pc:sldMkLst>
        <pc:spChg chg="mod">
          <ac:chgData name="Ummat, Shivi" userId="S::shiviu@amazon.com::c9ac934f-fc13-4e5c-8ca4-2104f5fa597c" providerId="AD" clId="Web-{1E0EE033-7B4D-DA95-6F3B-E1D6FECCF6B9}" dt="2026-04-27T07:22:51.637" v="95" actId="20577"/>
          <ac:spMkLst>
            <pc:docMk/>
            <pc:sldMk cId="3170138857" sldId="2147477774"/>
            <ac:spMk id="29" creationId="{E8F0F385-7297-2679-C564-ED46C2A37DAB}"/>
          </ac:spMkLst>
        </pc:spChg>
      </pc:sldChg>
      <pc:sldChg chg="add replId">
        <pc:chgData name="Ummat, Shivi" userId="S::shiviu@amazon.com::c9ac934f-fc13-4e5c-8ca4-2104f5fa597c" providerId="AD" clId="Web-{1E0EE033-7B4D-DA95-6F3B-E1D6FECCF6B9}" dt="2026-04-27T16:13:56.388" v="98"/>
        <pc:sldMkLst>
          <pc:docMk/>
          <pc:sldMk cId="742361211" sldId="2147477775"/>
        </pc:sldMkLst>
      </pc:sldChg>
    </pc:docChg>
  </pc:docChgLst>
  <pc:docChgLst>
    <pc:chgData name="Ummat, Shivi" userId="S::shiviu@amazon.com::c9ac934f-fc13-4e5c-8ca4-2104f5fa597c" providerId="AD" clId="Web-{E015EAAE-246C-1DEF-3204-B862E34FCD00}"/>
    <pc:docChg chg="modSld">
      <pc:chgData name="Ummat, Shivi" userId="S::shiviu@amazon.com::c9ac934f-fc13-4e5c-8ca4-2104f5fa597c" providerId="AD" clId="Web-{E015EAAE-246C-1DEF-3204-B862E34FCD00}" dt="2026-05-06T21:40:00.676" v="132"/>
      <pc:docMkLst>
        <pc:docMk/>
      </pc:docMkLst>
      <pc:sldChg chg="modNotes">
        <pc:chgData name="Ummat, Shivi" userId="S::shiviu@amazon.com::c9ac934f-fc13-4e5c-8ca4-2104f5fa597c" providerId="AD" clId="Web-{E015EAAE-246C-1DEF-3204-B862E34FCD00}" dt="2026-05-06T21:35:36.222" v="63"/>
        <pc:sldMkLst>
          <pc:docMk/>
          <pc:sldMk cId="2857778863" sldId="2147477761"/>
        </pc:sldMkLst>
      </pc:sldChg>
      <pc:sldChg chg="modSp">
        <pc:chgData name="Ummat, Shivi" userId="S::shiviu@amazon.com::c9ac934f-fc13-4e5c-8ca4-2104f5fa597c" providerId="AD" clId="Web-{E015EAAE-246C-1DEF-3204-B862E34FCD00}" dt="2026-05-06T21:34:25.280" v="16" actId="20577"/>
        <pc:sldMkLst>
          <pc:docMk/>
          <pc:sldMk cId="394130933" sldId="2147477768"/>
        </pc:sldMkLst>
        <pc:spChg chg="mod">
          <ac:chgData name="Ummat, Shivi" userId="S::shiviu@amazon.com::c9ac934f-fc13-4e5c-8ca4-2104f5fa597c" providerId="AD" clId="Web-{E015EAAE-246C-1DEF-3204-B862E34FCD00}" dt="2026-05-06T21:34:25.280" v="16" actId="20577"/>
          <ac:spMkLst>
            <pc:docMk/>
            <pc:sldMk cId="394130933" sldId="2147477768"/>
            <ac:spMk id="3" creationId="{F16A63C9-B887-04B4-E97B-785E8868D078}"/>
          </ac:spMkLst>
        </pc:spChg>
      </pc:sldChg>
      <pc:sldChg chg="modNotes">
        <pc:chgData name="Ummat, Shivi" userId="S::shiviu@amazon.com::c9ac934f-fc13-4e5c-8ca4-2104f5fa597c" providerId="AD" clId="Web-{E015EAAE-246C-1DEF-3204-B862E34FCD00}" dt="2026-05-06T21:40:00.676" v="132"/>
        <pc:sldMkLst>
          <pc:docMk/>
          <pc:sldMk cId="3846134347" sldId="2147477776"/>
        </pc:sldMkLst>
      </pc:sldChg>
      <pc:sldChg chg="modSp">
        <pc:chgData name="Ummat, Shivi" userId="S::shiviu@amazon.com::c9ac934f-fc13-4e5c-8ca4-2104f5fa597c" providerId="AD" clId="Web-{E015EAAE-246C-1DEF-3204-B862E34FCD00}" dt="2026-05-06T21:35:06.516" v="40" actId="20577"/>
        <pc:sldMkLst>
          <pc:docMk/>
          <pc:sldMk cId="4179672200" sldId="2147477782"/>
        </pc:sldMkLst>
        <pc:spChg chg="mod">
          <ac:chgData name="Ummat, Shivi" userId="S::shiviu@amazon.com::c9ac934f-fc13-4e5c-8ca4-2104f5fa597c" providerId="AD" clId="Web-{E015EAAE-246C-1DEF-3204-B862E34FCD00}" dt="2026-05-06T21:35:06.516" v="40" actId="20577"/>
          <ac:spMkLst>
            <pc:docMk/>
            <pc:sldMk cId="4179672200" sldId="2147477782"/>
            <ac:spMk id="17" creationId="{5B161D6C-0630-60F8-9816-B196ADFA5F11}"/>
          </ac:spMkLst>
        </pc:spChg>
      </pc:sldChg>
      <pc:sldChg chg="modSp">
        <pc:chgData name="Ummat, Shivi" userId="S::shiviu@amazon.com::c9ac934f-fc13-4e5c-8ca4-2104f5fa597c" providerId="AD" clId="Web-{E015EAAE-246C-1DEF-3204-B862E34FCD00}" dt="2026-05-06T21:34:20.217" v="9" actId="20577"/>
        <pc:sldMkLst>
          <pc:docMk/>
          <pc:sldMk cId="612315252" sldId="2147477783"/>
        </pc:sldMkLst>
        <pc:spChg chg="mod">
          <ac:chgData name="Ummat, Shivi" userId="S::shiviu@amazon.com::c9ac934f-fc13-4e5c-8ca4-2104f5fa597c" providerId="AD" clId="Web-{E015EAAE-246C-1DEF-3204-B862E34FCD00}" dt="2026-05-06T21:34:20.217" v="9" actId="20577"/>
          <ac:spMkLst>
            <pc:docMk/>
            <pc:sldMk cId="612315252" sldId="2147477783"/>
            <ac:spMk id="3" creationId="{FDDA2BC4-64B4-C471-F888-2968236E02D2}"/>
          </ac:spMkLst>
        </pc:spChg>
      </pc:sldChg>
    </pc:docChg>
  </pc:docChgLst>
</pc:chgInfo>
</file>

<file path=ppt/comments/modernComment_7FFFE900_7B26FD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E9C2E92-930C-4B1E-9652-52AF1C29806D}" authorId="{C3E49B6B-219C-C0EA-8CE9-F612685B0B86}" status="resolved" created="2026-04-27T16:14:15.935" complete="100000">
    <pc:sldMkLst xmlns:pc="http://schemas.microsoft.com/office/powerpoint/2013/main/command">
      <pc:docMk/>
      <pc:sldMk cId="2066152784" sldId="2147477760"/>
    </pc:sldMkLst>
    <p188:txBody>
      <a:bodyPr/>
      <a:lstStyle/>
      <a:p>
        <a:r>
          <a:rPr lang="en-US"/>
          <a:t>Where are you in the product cycle? Then next slide goes to evals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Evaluations and calculating scores is not enough.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What we really need to do is use the evals to feed back into the system and improve the design.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We often see evals where we run the same prompt against 10 LLMs, calculate a "score", and pick the model with the best result. This is not a complete loop. We need to go back and improve the system based on our evals.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3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39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This will be covered in the "Understanding Failures" Module!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4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There’s a lot to look at here! Start with </a:t>
            </a:r>
            <a:r>
              <a:rPr lang="en-US" err="1">
                <a:latin typeface="Calibri"/>
                <a:ea typeface="Calibri"/>
                <a:cs typeface="Calibri"/>
              </a:rPr>
              <a:t>AgentCore</a:t>
            </a:r>
            <a:r>
              <a:rPr lang="en-US">
                <a:latin typeface="Calibri"/>
                <a:ea typeface="Calibri"/>
                <a:cs typeface="Calibri"/>
              </a:rPr>
              <a:t> evals framework if it’s too much to digest.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28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2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3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5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1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C1902C-75F7-534A-DA79-C070E1D034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E43EBB-89F7-CE68-C5FA-E5E366904B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D603374-8180-8E01-BA18-DE11A6BC2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65812-9ABB-8591-F3F0-CA1C02DB1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265AB5E-77C0-1B4E-7AF6-71F7343718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9DB8BB-A96F-21D2-BD02-CDCB6C0382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2375224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3E1A9C0-25D4-6213-F6DE-1B604250E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B38457-CE92-7B1F-6614-6136E9F8F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3374332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2F7587B-9987-686E-FBA3-C703A0359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F3C931-F34B-7961-BC75-B4572B02FF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2198376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5BDDB8-98EE-F01A-753C-07B65A3249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F3C931-F34B-7961-BC75-B4572B02FF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8" y="5740417"/>
            <a:ext cx="783771" cy="469881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</p:spTree>
    <p:extLst>
      <p:ext uri="{BB962C8B-B14F-4D97-AF65-F5344CB8AC3E}">
        <p14:creationId xmlns:p14="http://schemas.microsoft.com/office/powerpoint/2010/main" val="929522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BE91D-E2C8-E92E-F84F-301C485175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065812-9ABB-8591-F3F0-CA1C02DB1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314619"/>
            <a:ext cx="1283702" cy="769597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A667889-09AD-2802-609E-5B422FC70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965866"/>
            <a:ext cx="3713020" cy="19151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EYEBROW TREATMENT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A177297-A5AF-7CEE-5816-E3D493824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4440902"/>
            <a:ext cx="6460999" cy="166539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363E65-101C-AC0F-9792-DAB94457D9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70126" y="5034988"/>
            <a:ext cx="2544628" cy="313932"/>
          </a:xfrm>
        </p:spPr>
        <p:txBody>
          <a:bodyPr wrap="square"/>
          <a:lstStyle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In collaboration with</a:t>
            </a:r>
          </a:p>
        </p:txBody>
      </p:sp>
    </p:spTree>
    <p:extLst>
      <p:ext uri="{BB962C8B-B14F-4D97-AF65-F5344CB8AC3E}">
        <p14:creationId xmlns:p14="http://schemas.microsoft.com/office/powerpoint/2010/main" val="1968015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D603374-8180-8E01-BA18-DE11A6BC2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7" y="3965866"/>
            <a:ext cx="3142271" cy="19151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EYEBROW TREATMENT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4440902"/>
            <a:ext cx="6460999" cy="166539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  <a:br>
              <a:rPr lang="en-US"/>
            </a:br>
            <a:r>
              <a:rPr lang="en-US"/>
              <a:t>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5DBD93-60E8-0B8F-03C1-2B446EC2F7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314619"/>
            <a:ext cx="1283702" cy="769597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897E40-56A2-91DD-CCE8-8E38608EBF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70126" y="5034988"/>
            <a:ext cx="2544628" cy="313932"/>
          </a:xfrm>
        </p:spPr>
        <p:txBody>
          <a:bodyPr wrap="square"/>
          <a:lstStyle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In collaboration with</a:t>
            </a:r>
          </a:p>
        </p:txBody>
      </p:sp>
    </p:spTree>
    <p:extLst>
      <p:ext uri="{BB962C8B-B14F-4D97-AF65-F5344CB8AC3E}">
        <p14:creationId xmlns:p14="http://schemas.microsoft.com/office/powerpoint/2010/main" val="3277099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C35B44E-D009-7238-7D9A-79314B1D0C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7A14831-118F-D903-FBF8-08F6C0E1C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965866"/>
            <a:ext cx="3170550" cy="19151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EYEBROW TREATMENT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5667255-5717-15E3-15D5-EE54F25E24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4440902"/>
            <a:ext cx="6460999" cy="166539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  <a:br>
              <a:rPr lang="en-US"/>
            </a:br>
            <a:r>
              <a:rPr lang="en-US"/>
              <a:t>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A3514D-62F7-F4CA-514C-09D1E5C317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314619"/>
            <a:ext cx="1283702" cy="769597"/>
          </a:xfrm>
          <a:prstGeom prst="rect">
            <a:avLst/>
          </a:prstGeom>
        </p:spPr>
      </p:pic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37019E3F-7419-4C95-D907-DC1BEA4036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70126" y="5034988"/>
            <a:ext cx="2544628" cy="313932"/>
          </a:xfrm>
        </p:spPr>
        <p:txBody>
          <a:bodyPr wrap="square"/>
          <a:lstStyle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In collaboration with</a:t>
            </a:r>
          </a:p>
        </p:txBody>
      </p:sp>
    </p:spTree>
    <p:extLst>
      <p:ext uri="{BB962C8B-B14F-4D97-AF65-F5344CB8AC3E}">
        <p14:creationId xmlns:p14="http://schemas.microsoft.com/office/powerpoint/2010/main" val="3515829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F1B3F-5EAF-BF4D-EAC3-027F3AE85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9356ED-54C0-AD03-2028-FEFC88C137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1070793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267722-074B-A21B-E711-8760B52945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7451C-3F29-6F6D-F332-22252720A0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1893051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00D62F-E191-C046-B6EA-E79BE99AA24A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2C0AD3-8E0A-E268-62C3-C4FC5A4FB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28B6B8-8E5D-CCC5-1806-0A8018C1A944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401688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C3FBB-5E23-AF69-9744-2F6B8EFD3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4A711-3A53-0556-7C8C-BBE097FED1A5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165444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9A2D94-1136-E0D2-3E6B-F8762074B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FB8723-8ACA-4EE1-B41C-61357DA12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5991EA-CAC1-E0F6-9D55-149B6A0AE19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226023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1D3B374-854B-EF47-9B56-0018B9F83111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38B2222-37A4-5449-B1D9-9B13ADA59E84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9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9026E32-37D5-A446-8A01-9B6BBEB5E69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203680"/>
          </a:xfr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  <a:lvl2pPr>
              <a:defRPr b="0" i="0">
                <a:latin typeface="Amazon Ember Display" panose="020F0603020204020204" pitchFamily="34" charset="0"/>
              </a:defRPr>
            </a:lvl2pPr>
            <a:lvl3pPr>
              <a:defRPr b="0" i="0">
                <a:latin typeface="Amazon Ember Display" panose="020F0603020204020204" pitchFamily="34" charset="0"/>
              </a:defRPr>
            </a:lvl3pPr>
            <a:lvl4pPr>
              <a:defRPr b="0" i="0">
                <a:latin typeface="Amazon Ember Display" panose="020F0603020204020204" pitchFamily="34" charset="0"/>
              </a:defRPr>
            </a:lvl4pPr>
            <a:lvl5pPr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68F78D1-9721-044C-B65C-A6FC97994CEC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4422CFE-CB70-E144-AF43-F0FCE393742F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4FC2D43-256D-6645-BCF9-A844B8D7019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5368F4-2030-03F3-1497-C6D85632C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FFFB4-FF6D-9545-8FF8-67BC87137E2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6EB6BB-732B-826B-70F6-0884CC3AB2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572058-8A2F-63B1-24B9-FF2FF1B020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EF575-8224-DA14-5D32-515D4952C56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D20E4C-9187-3688-70E3-A4C82F7586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80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68B873-04D3-AF11-8C29-6653AFF106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09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67C09E-9944-944E-A974-7D6AA4E02B83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96E8718-D810-5D42-BBA7-DBDBA7B074E9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69760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3A8789C-A0D1-A74F-A15D-501FE221905E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C031CC3-E800-D94E-ACE2-59E99B1146F6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3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44B5C68-7AAF-714C-BA5C-79EE2A2BF521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90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234218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2pPr>
            <a:lvl3pPr marL="91440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2"/>
                </a:solidFill>
                <a:latin typeface="Amazon Ember Display" panose="020F0603020204020204" pitchFamily="34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8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 userDrawn="1">
          <p15:clr>
            <a:srgbClr val="9FCC3B"/>
          </p15:clr>
        </p15:guide>
        <p15:guide id="3" orient="horz" pos="1128" userDrawn="1">
          <p15:clr>
            <a:srgbClr val="9FCC3B"/>
          </p15:clr>
        </p15:guide>
        <p15:guide id="4" orient="horz" pos="134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26B4EB-F6CC-4C37-3CA9-1BCB13DA1DF9}"/>
              </a:ext>
            </a:extLst>
          </p:cNvPr>
          <p:cNvSpPr/>
          <p:nvPr userDrawn="1"/>
        </p:nvSpPr>
        <p:spPr>
          <a:xfrm>
            <a:off x="512956" y="512957"/>
            <a:ext cx="11159444" cy="5697344"/>
          </a:xfrm>
          <a:prstGeom prst="roundRect">
            <a:avLst>
              <a:gd name="adj" fmla="val 1733"/>
            </a:avLst>
          </a:prstGeom>
          <a:solidFill>
            <a:srgbClr val="EB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rIns="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442E0A2-8098-1B6F-94F7-A9E27EC775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61DE8E-6B1F-49ED-9610-31027D9B77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B6475A-312A-4920-A448-D3119241BF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E86E16-D3C5-9BCB-7BE2-1CA4299DC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25287C-25B0-64C0-57CE-B3ACA784D0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1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C6D9BD-DEEA-4A7B-C871-4536799F03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CE3C06-636B-539A-57AF-295DAA75FF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B17F81-88A9-5971-99D1-BBD6A8A8BDE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80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91062C-933C-ED0F-B73C-DC245E7FAF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lIns="91440"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73292-B887-5760-95C0-AEDAC62EB3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2E29BE-BB61-D337-4DBC-22CE338B03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13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26354-B9D3-DA3A-9E84-842EA468AB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7B46F-CBF3-F8B3-401A-040A31AF59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60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D43F54-D03F-0326-2168-E4B64C3257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951714-F565-6DF2-258E-6733254008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49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1771A-14EB-27CD-4981-540766F89D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BE82B-F0D4-AF27-F993-CB2CA95285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/>
              <a:t>Type or paste plain-text code here; or click icon to add image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4000039-AC38-8C4D-BBF6-A4179217D919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/>
              <a:t>Enter code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64660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</a:defRPr>
            </a:lvl5pPr>
          </a:lstStyle>
          <a:p>
            <a:pPr lvl="0"/>
            <a:r>
              <a:rPr lang="en-US"/>
              <a:t>Enter code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A838F1F-E927-864D-8933-A87A9B46D34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19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5CD9E88-8D52-D44B-9301-05276D5B5248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66758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  <a:prstGeom prst="rect">
            <a:avLst/>
          </a:prstGeom>
        </p:spPr>
        <p:txBody>
          <a:bodyPr anchor="ctr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3287464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</a:defRPr>
            </a:lvl1pPr>
          </a:lstStyle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527290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64633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2591479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854058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3FEA24-4BB1-51F6-D1A3-1CDE18E45E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9A91F-2413-643E-00B4-F93DC22555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2F78A-89C5-9A95-F0BE-08B93E2052E0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4CF3CEA-C5D6-3EE2-0ADF-9CA879927A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err="1">
              <a:latin typeface="Amazon Ember Display" panose="020F0603020204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25BCAF-5C90-042B-0BAB-CD0E59CCA8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EC7666-E95B-BA1B-9CE7-A188F672FA4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2377077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0EE6D9C-875B-CBBD-B13E-569C0B9A8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err="1">
              <a:latin typeface="Amazon Ember Display" panose="020F0603020204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CC1F33-20B4-A2CC-CBF3-F33B6E957A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22947"/>
            <a:ext cx="979714" cy="5873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2CA65A-606C-B6BF-5226-3CAA4640D586}"/>
              </a:ext>
            </a:extLst>
          </p:cNvPr>
          <p:cNvSpPr txBox="1"/>
          <p:nvPr userDrawn="1"/>
        </p:nvSpPr>
        <p:spPr>
          <a:xfrm>
            <a:off x="527766" y="6025634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77792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076329" y="1718982"/>
            <a:ext cx="2506071" cy="4491317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DF6AC9B-6FB6-E64C-9786-C40DFE89F624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66429" y="914399"/>
            <a:ext cx="2506071" cy="5295901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1pPr>
            <a:lvl2pPr marL="6286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2pPr>
            <a:lvl3pPr marL="97155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3pPr>
            <a:lvl4pPr marL="114458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4pPr>
            <a:lvl5pPr marL="1316038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1DD148F-2774-EA45-8C22-2C39149188F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48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>
                <a:latin typeface="+mj-lt"/>
              </a:rPr>
              <a:t>Do not use layouts after this slide.</a:t>
            </a:r>
            <a:br>
              <a:rPr lang="en-US" sz="6000">
                <a:latin typeface="+mj-lt"/>
              </a:rPr>
            </a:br>
            <a:r>
              <a:rPr lang="en-US" sz="2000">
                <a:latin typeface="+mj-lt"/>
              </a:rPr>
              <a:t>They are not part of the official template.</a:t>
            </a:r>
            <a:endParaRPr lang="en-US" sz="600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mazon Ember Display" panose="020F0603020204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047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601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510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410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73FA-018C-42B4-99E2-A1521E83A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647700"/>
            <a:ext cx="11925300" cy="638175"/>
          </a:xfrm>
        </p:spPr>
        <p:txBody>
          <a:bodyPr/>
          <a:lstStyle>
            <a:lvl1pPr>
              <a:defRPr sz="360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Blank layout (enter descriptive title here for accessibility)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47A17-167C-4B7C-9EB3-78A50E0839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75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27905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73828A-79F8-15CD-9D21-FB44B77FDB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0E7CF6-AEC8-B8B6-2040-09A061248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23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0B1A274-34CE-9318-18E9-83796CA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75C48-1113-B98D-B01C-9CF253E8BB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55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C5CAEF-E4CF-4B92-233A-7553242F6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 txBox="1"/>
          <p:nvPr userDrawn="1"/>
        </p:nvSpPr>
        <p:spPr>
          <a:xfrm>
            <a:off x="-135802" y="2471596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err="1">
              <a:latin typeface="Amazon Ember Display" panose="020F06030202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45EB7E-B60E-0A55-8AB4-0421DDF33C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0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46A2E1-DADB-E7FA-8523-F125A4AEE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139FD2-9628-8192-7052-B005333F7B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9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F178C6C-A11A-B7DA-DE97-C5EF3DA24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 (pronouns)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 txBox="1"/>
          <p:nvPr userDrawn="1"/>
        </p:nvSpPr>
        <p:spPr>
          <a:xfrm>
            <a:off x="504476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/>
          <p:nvPr userDrawn="1"/>
        </p:nvSpPr>
        <p:spPr>
          <a:xfrm>
            <a:off x="609598" y="304800"/>
            <a:ext cx="2993681" cy="288951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1918337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969" y="332014"/>
            <a:ext cx="6477002" cy="2308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Enter session ID if required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9278" y="928262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title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D3426E-C2E7-51F1-EBF9-5831816B57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455" y="5759695"/>
            <a:ext cx="740228" cy="44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63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E4742-39F0-4C44-00E8-B91F451C1F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198130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932EFD-B8A1-B84B-48C9-1BE2EB4AF0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54969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6736434-7E81-994B-854B-1BF33F160A0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7451C-3F29-6F6D-F332-22252720A0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376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Agenda layout</a:t>
            </a:r>
          </a:p>
        </p:txBody>
      </p:sp>
    </p:spTree>
    <p:extLst>
      <p:ext uri="{BB962C8B-B14F-4D97-AF65-F5344CB8AC3E}">
        <p14:creationId xmlns:p14="http://schemas.microsoft.com/office/powerpoint/2010/main" val="3317383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00D62F-E191-C046-B6EA-E79BE99AA24A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8A1DB3-21D8-7727-05ED-700D04461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BE47E-DAA2-53AD-A19F-7E10713DCC3B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465233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42795-04B8-8DCD-975B-E72373E3A3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90931"/>
          </a:xfrm>
          <a:prstGeom prst="rect">
            <a:avLst/>
          </a:prstGeom>
        </p:spPr>
        <p:txBody>
          <a:bodyPr/>
          <a:lstStyle>
            <a:lvl1pPr>
              <a:defRPr sz="3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only layout with gradient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93093C1-DE68-B74B-A980-4E3BCEBC269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D7D0A3-F064-9569-A6C6-9EFB587B0B1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165905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1D3B374-854B-EF47-9B56-0018B9F83111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38B2222-37A4-5449-B1D9-9B13ADA59E84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76793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9026E32-37D5-A446-8A01-9B6BBEB5E69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844608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68F78D1-9721-044C-B65C-A6FC97994CEC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76793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4422CFE-CB70-E144-AF43-F0FCE393742F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57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1844608"/>
          </a:xfrm>
        </p:spPr>
        <p:txBody>
          <a:bodyPr/>
          <a:lstStyle>
            <a:lvl1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4FC2D43-256D-6645-BCF9-A844B8D7019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79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03484E-63E1-C65B-B9E9-64BEBDE8D8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540935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F72762-FFD8-44A0-D0C3-72BB36D53F8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bg1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59282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76996DA-5BE5-07A1-3E6B-5009A6B7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5334000" cy="9787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540935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08C0C526-AA41-9246-8D2F-123642CF358A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A259B-C4CE-849A-F79A-9E5DAF81688F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D7AE4-AC04-819B-6BE0-5525488F82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32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1A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A03B37-6F96-EEE5-6D3D-8FE6A854A4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37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6CBC29B-2875-A847-90DD-93F5B9D216F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70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D467C09E-9944-944E-A974-7D6AA4E02B83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18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134670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F02E835-1245-C748-8E9F-651FE6B45587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44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96E8718-D810-5D42-BBA7-DBDBA7B074E9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060452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885371"/>
          </a:xfrm>
        </p:spPr>
        <p:txBody>
          <a:bodyPr/>
          <a:lstStyle>
            <a:lvl1pPr marL="0" indent="0"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buNone/>
              <a:defRPr sz="1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B958DF5-F549-8B46-95E0-C2CB36033BB5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33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7577"/>
            <a:ext cx="10972800" cy="53553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6301397-8FE7-FB4B-82EE-58C288712F6D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4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56977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C3A8789C-A0D1-A74F-A15D-501FE221905E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884084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9C031CC3-E800-D94E-ACE2-59E99B1146F6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03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257403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44B5C68-7AAF-714C-BA5C-79EE2A2BF521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54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1983107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341632"/>
          </a:xfrm>
        </p:spPr>
        <p:txBody>
          <a:bodyPr/>
          <a:lstStyle>
            <a:lvl1pPr marL="0" indent="0">
              <a:buNone/>
              <a:defRPr lang="en-US" sz="1800" b="0" i="0" kern="1200" cap="none" spc="0" baseline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22D055C-F955-814B-8E36-6633B2B2BF72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91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1763FF7-5605-71F8-6697-EB254219C7B0}"/>
              </a:ext>
            </a:extLst>
          </p:cNvPr>
          <p:cNvSpPr/>
          <p:nvPr userDrawn="1"/>
        </p:nvSpPr>
        <p:spPr>
          <a:xfrm>
            <a:off x="512957" y="501806"/>
            <a:ext cx="11240428" cy="5708494"/>
          </a:xfrm>
          <a:prstGeom prst="roundRect">
            <a:avLst>
              <a:gd name="adj" fmla="val 1532"/>
            </a:avLst>
          </a:prstGeom>
          <a:solidFill>
            <a:srgbClr val="1D2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b="0" i="0" err="1">
              <a:solidFill>
                <a:schemeClr val="tx1"/>
              </a:solidFill>
              <a:latin typeface="Amazon Ember Display" panose="020F06030202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B32C00-084F-28C0-BB8F-C28174CF1C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57A2FB6-579C-8BDA-C03C-733FDD502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1003821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464" userDrawn="1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5C7669-14A6-5D54-857D-1FADC64750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0B9D2A-5256-0C86-DBF9-819E149FD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237FD4-93CF-BE6F-8A01-F39EF1E259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4CEA261-0749-39A4-C724-57029DDE9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717207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8D0445-6250-D8A7-DA99-8E3E6B193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16E5BB-D7F1-57B7-F47C-38FAC1D8C9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BE8694-CEBE-FC6B-2826-A3C160A810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7" cy="33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78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B3E4E87-E0BD-16D9-98F9-BB7B231C4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0082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0082" y="4496832"/>
            <a:ext cx="806726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2BEA218-CD6F-B44E-B26C-C64BF244E0F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7AAD79-AAE6-EC0F-FBB1-3EC2FA0CE8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2BD0C7-FA87-6543-491D-C8D901F52B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928" y="1942480"/>
            <a:ext cx="398998" cy="33870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DB773A-50B4-2838-9D40-23B240064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0082" y="1975199"/>
            <a:ext cx="8067261" cy="1920526"/>
          </a:xfrm>
          <a:prstGeom prst="rect">
            <a:avLst/>
          </a:prstGeom>
        </p:spPr>
        <p:txBody>
          <a:bodyPr anchor="b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</p:spTree>
    <p:extLst>
      <p:ext uri="{BB962C8B-B14F-4D97-AF65-F5344CB8AC3E}">
        <p14:creationId xmlns:p14="http://schemas.microsoft.com/office/powerpoint/2010/main" val="1592245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54A48E-55BF-C7C1-29F2-A6FC94801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16990-AF13-5F3A-8ED1-EFBA643490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41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5A327-DE22-15C5-BDAA-59E2DD0AB5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504A1AE1-7907-F24D-8677-0B8F5F67234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5EC76-5973-D100-2A27-71BAEC1CC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85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Type or paste plain-text code here; or click icon to add image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14000039-AC38-8C4D-BBF6-A4179217D919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45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code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1903085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 panose="020B05090202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Enter code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A838F1F-E927-864D-8933-A87A9B46D340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92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750238"/>
          </a:xfrm>
          <a:prstGeom prst="rect">
            <a:avLst/>
          </a:prstGeom>
        </p:spPr>
        <p:txBody>
          <a:bodyPr/>
          <a:lstStyle>
            <a:lvl1pPr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F5CD9E88-8D52-D44B-9301-05276D5B5248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28875"/>
            <a:ext cx="6867525" cy="95566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05406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  <a:prstGeom prst="rect">
            <a:avLst/>
          </a:prstGeom>
        </p:spPr>
        <p:txBody>
          <a:bodyPr anchor="ctr" anchorCtr="0"/>
          <a:lstStyle>
            <a:lvl1pPr>
              <a:defRPr sz="4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2706605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1009118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262" y="914401"/>
            <a:ext cx="10972800" cy="64633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2232406"/>
          </a:xfr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0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sz="18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1279150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39773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2306B6-0447-DE92-96EA-90340D62C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err="1">
              <a:latin typeface="Amazon Ember Display" panose="020F06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BB739-DBCB-A674-9F3C-97310C1F9F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7816D4-9E22-E961-B267-8DCA00D5E0AD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33985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B132DE-7B4D-84B4-29EF-A28CEB195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18CA2-623A-29DB-A6D4-EB10D6D59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 txBox="1"/>
          <p:nvPr userDrawn="1"/>
        </p:nvSpPr>
        <p:spPr>
          <a:xfrm>
            <a:off x="-1352550" y="3771900"/>
            <a:ext cx="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endParaRPr lang="en-US" b="0" i="0" err="1">
              <a:latin typeface="Amazon Ember Display" panose="020F06030202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3418EE-3F95-4F71-83CC-C11186EB4B28}"/>
              </a:ext>
            </a:extLst>
          </p:cNvPr>
          <p:cNvSpPr txBox="1"/>
          <p:nvPr userDrawn="1"/>
        </p:nvSpPr>
        <p:spPr>
          <a:xfrm>
            <a:off x="527767" y="6017899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099431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35402" y="1718982"/>
            <a:ext cx="2146998" cy="4491317"/>
          </a:xfrm>
        </p:spPr>
        <p:txBody>
          <a:bodyPr vert="eaVert"/>
          <a:lstStyle>
            <a:lvl1pPr marL="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9144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3716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1828800" indent="0">
              <a:buFontTx/>
              <a:buNone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DF6AC9B-6FB6-E64C-9786-C40DFE89F624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9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3600"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25502" y="914399"/>
            <a:ext cx="2146998" cy="5295901"/>
          </a:xfrm>
        </p:spPr>
        <p:txBody>
          <a:bodyPr vert="eaVert"/>
          <a:lstStyle>
            <a:lvl1pPr marL="457200" indent="-4572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573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114550" indent="-285750">
              <a:buFont typeface="Arial" panose="020B0604020202020204" pitchFamily="34" charset="0"/>
              <a:buChar char="•"/>
              <a:defRPr b="0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1DD148F-2774-EA45-8C22-2C39149188FB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625061DB-7406-41C8-A121-52D8D4484F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32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54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image" Target="../media/image13.png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3B1EF3D5-2436-9240-B6D0-2048A71FFF33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4797D856-648E-41D7-7250-C248B908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0" r:id="rId2"/>
    <p:sldLayoutId id="2147483711" r:id="rId3"/>
    <p:sldLayoutId id="2147483713" r:id="rId4"/>
    <p:sldLayoutId id="2147483712" r:id="rId5"/>
    <p:sldLayoutId id="2147483731" r:id="rId6"/>
    <p:sldLayoutId id="2147483786" r:id="rId7"/>
    <p:sldLayoutId id="2147483787" r:id="rId8"/>
    <p:sldLayoutId id="2147483785" r:id="rId9"/>
    <p:sldLayoutId id="2147483661" r:id="rId10"/>
    <p:sldLayoutId id="2147483723" r:id="rId11"/>
    <p:sldLayoutId id="2147483722" r:id="rId12"/>
    <p:sldLayoutId id="2147483654" r:id="rId13"/>
    <p:sldLayoutId id="2147483725" r:id="rId14"/>
    <p:sldLayoutId id="2147483662" r:id="rId15"/>
    <p:sldLayoutId id="2147483724" r:id="rId16"/>
    <p:sldLayoutId id="2147483663" r:id="rId17"/>
    <p:sldLayoutId id="2147483655" r:id="rId18"/>
    <p:sldLayoutId id="2147483650" r:id="rId19"/>
    <p:sldLayoutId id="2147483664" r:id="rId20"/>
    <p:sldLayoutId id="2147483666" r:id="rId21"/>
    <p:sldLayoutId id="2147483667" r:id="rId22"/>
    <p:sldLayoutId id="2147483665" r:id="rId23"/>
    <p:sldLayoutId id="2147483729" r:id="rId24"/>
    <p:sldLayoutId id="2147483668" r:id="rId25"/>
    <p:sldLayoutId id="2147483730" r:id="rId26"/>
    <p:sldLayoutId id="2147483653" r:id="rId27"/>
    <p:sldLayoutId id="2147483689" r:id="rId28"/>
    <p:sldLayoutId id="2147483691" r:id="rId29"/>
    <p:sldLayoutId id="2147483690" r:id="rId30"/>
    <p:sldLayoutId id="2147483657" r:id="rId31"/>
    <p:sldLayoutId id="2147483692" r:id="rId32"/>
    <p:sldLayoutId id="2147483693" r:id="rId33"/>
    <p:sldLayoutId id="2147483652" r:id="rId34"/>
    <p:sldLayoutId id="2147483669" r:id="rId35"/>
    <p:sldLayoutId id="2147483670" r:id="rId36"/>
    <p:sldLayoutId id="2147483673" r:id="rId37"/>
    <p:sldLayoutId id="2147483726" r:id="rId38"/>
    <p:sldLayoutId id="2147483728" r:id="rId39"/>
    <p:sldLayoutId id="2147483727" r:id="rId40"/>
    <p:sldLayoutId id="2147483717" r:id="rId41"/>
    <p:sldLayoutId id="2147483651" r:id="rId42"/>
    <p:sldLayoutId id="2147483716" r:id="rId43"/>
    <p:sldLayoutId id="2147483671" r:id="rId44"/>
    <p:sldLayoutId id="2147483672" r:id="rId45"/>
    <p:sldLayoutId id="2147483695" r:id="rId46"/>
    <p:sldLayoutId id="2147483674" r:id="rId47"/>
    <p:sldLayoutId id="2147483675" r:id="rId48"/>
    <p:sldLayoutId id="2147483656" r:id="rId49"/>
    <p:sldLayoutId id="2147483676" r:id="rId50"/>
    <p:sldLayoutId id="2147483721" r:id="rId51"/>
    <p:sldLayoutId id="2147483720" r:id="rId52"/>
    <p:sldLayoutId id="2147483707" r:id="rId53"/>
    <p:sldLayoutId id="2147483708" r:id="rId54"/>
    <p:sldLayoutId id="2147483678" r:id="rId55"/>
    <p:sldLayoutId id="2147483709" r:id="rId56"/>
    <p:sldLayoutId id="2147483788" r:id="rId57"/>
    <p:sldLayoutId id="2147483789" r:id="rId58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2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6286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97155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114458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1316038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b="0" i="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B6ADCB0-6DD7-43B0-7350-0FCDAB68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1844608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3B1EF3D5-2436-9240-B6D0-2048A71FFF33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EBCBEF-599C-1ADB-12ED-CECFECA74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393729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F537074-EC04-07B4-5B9A-060DF4EDD805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4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b="0" i="0" smtClean="0">
                <a:latin typeface="Amazon Ember Display" panose="020F0603020204020204" pitchFamily="34" charset="0"/>
              </a:rPr>
              <a:pPr/>
              <a:t>‹#›</a:t>
            </a:fld>
            <a:endParaRPr lang="en-US" b="0" i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34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4" r:id="rId31"/>
    <p:sldLayoutId id="2147483765" r:id="rId32"/>
    <p:sldLayoutId id="2147483766" r:id="rId33"/>
    <p:sldLayoutId id="2147483767" r:id="rId34"/>
    <p:sldLayoutId id="2147483768" r:id="rId35"/>
    <p:sldLayoutId id="2147483769" r:id="rId36"/>
    <p:sldLayoutId id="2147483770" r:id="rId37"/>
    <p:sldLayoutId id="2147483771" r:id="rId38"/>
    <p:sldLayoutId id="2147483772" r:id="rId39"/>
    <p:sldLayoutId id="2147483773" r:id="rId40"/>
    <p:sldLayoutId id="2147483774" r:id="rId41"/>
    <p:sldLayoutId id="2147483775" r:id="rId42"/>
    <p:sldLayoutId id="2147483776" r:id="rId43"/>
    <p:sldLayoutId id="2147483777" r:id="rId44"/>
    <p:sldLayoutId id="2147483778" r:id="rId45"/>
    <p:sldLayoutId id="2147483779" r:id="rId46"/>
    <p:sldLayoutId id="2147483780" r:id="rId47"/>
    <p:sldLayoutId id="2147483781" r:id="rId48"/>
    <p:sldLayoutId id="2147483782" r:id="rId49"/>
    <p:sldLayoutId id="2147483783" r:id="rId50"/>
    <p:sldLayoutId id="2147483784" r:id="rId51"/>
    <p:sldLayoutId id="2147483790" r:id="rId5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svg"/><Relationship Id="rId1" Type="http://schemas.openxmlformats.org/officeDocument/2006/relationships/slideLayout" Target="../slideLayouts/slideLayout87.xml"/><Relationship Id="rId4" Type="http://schemas.openxmlformats.org/officeDocument/2006/relationships/image" Target="../media/image4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87.xml"/><Relationship Id="rId4" Type="http://schemas.openxmlformats.org/officeDocument/2006/relationships/image" Target="../media/image5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microsoft.com/office/2018/10/relationships/comments" Target="../comments/modernComment_7FFFE900_7B26FD50.xml"/><Relationship Id="rId1" Type="http://schemas.openxmlformats.org/officeDocument/2006/relationships/slideLayout" Target="../slideLayouts/slideLayout87.xml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7.xml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svg"/><Relationship Id="rId1" Type="http://schemas.openxmlformats.org/officeDocument/2006/relationships/slideLayout" Target="../slideLayouts/slideLayout87.xml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7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7.xml"/><Relationship Id="rId6" Type="http://schemas.openxmlformats.org/officeDocument/2006/relationships/image" Target="../media/image68.svg"/><Relationship Id="rId5" Type="http://schemas.openxmlformats.org/officeDocument/2006/relationships/image" Target="../media/image67.svg"/><Relationship Id="rId4" Type="http://schemas.openxmlformats.org/officeDocument/2006/relationships/image" Target="../media/image66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A66A-8EE8-206E-1901-AF0A51F70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564" y="2535094"/>
            <a:ext cx="8305385" cy="1901807"/>
          </a:xfrm>
        </p:spPr>
        <p:txBody>
          <a:bodyPr>
            <a:normAutofit/>
          </a:bodyPr>
          <a:lstStyle/>
          <a:p>
            <a:r>
              <a:rPr lang="en-US" b="1">
                <a:latin typeface="Amazon Ember Display"/>
                <a:ea typeface="Amazon Ember Display"/>
                <a:cs typeface="Amazon Ember Display"/>
              </a:rPr>
              <a:t>Generative AI </a:t>
            </a:r>
            <a:br>
              <a:rPr lang="en-US" b="1">
                <a:latin typeface="Amazon Ember Display"/>
                <a:ea typeface="Amazon Ember Display"/>
                <a:cs typeface="Amazon Ember Display"/>
              </a:rPr>
            </a:br>
            <a:r>
              <a:rPr lang="en-US" b="1">
                <a:latin typeface="Amazon Ember Display"/>
                <a:ea typeface="Amazon Ember Display"/>
                <a:cs typeface="Amazon Ember Display"/>
              </a:rPr>
              <a:t>Evaluations Workshop</a:t>
            </a:r>
            <a:endParaRPr lang="en-US" b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41F5DD-8EBD-2A21-190A-0DABCDB83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5674769"/>
            <a:ext cx="3797302" cy="313932"/>
          </a:xfrm>
        </p:spPr>
        <p:txBody>
          <a:bodyPr vert="horz" wrap="square" lIns="0" tIns="45720" rIns="0" bIns="45720" rtlCol="0" anchor="t">
            <a:spAutoFit/>
          </a:bodyPr>
          <a:lstStyle/>
          <a:p>
            <a:r>
              <a:rPr lang="en-US">
                <a:latin typeface="Amazon Ember Display"/>
                <a:ea typeface="Amazon Ember Display"/>
                <a:cs typeface="Amazon Ember Display"/>
              </a:rPr>
              <a:t>Amazon Web Services</a:t>
            </a:r>
          </a:p>
        </p:txBody>
      </p:sp>
    </p:spTree>
    <p:extLst>
      <p:ext uri="{BB962C8B-B14F-4D97-AF65-F5344CB8AC3E}">
        <p14:creationId xmlns:p14="http://schemas.microsoft.com/office/powerpoint/2010/main" val="4013785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>
            <a:extLst>
              <a:ext uri="{FF2B5EF4-FFF2-40B4-BE49-F238E27FC236}">
                <a16:creationId xmlns:a16="http://schemas.microsoft.com/office/drawing/2014/main" id="{CDEFAA10-9F34-4732-F942-50A6E47387E8}"/>
              </a:ext>
            </a:extLst>
          </p:cNvPr>
          <p:cNvSpPr/>
          <p:nvPr/>
        </p:nvSpPr>
        <p:spPr>
          <a:xfrm>
            <a:off x="0" y="36576"/>
            <a:ext cx="12188952" cy="0"/>
          </a:xfrm>
          <a:prstGeom prst="line">
            <a:avLst/>
          </a:prstGeom>
          <a:noFill/>
          <a:ln w="38100">
            <a:solidFill>
              <a:srgbClr val="FF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8DF60546-6F09-416A-F83A-2C4649462AE3}"/>
              </a:ext>
            </a:extLst>
          </p:cNvPr>
          <p:cNvSpPr/>
          <p:nvPr/>
        </p:nvSpPr>
        <p:spPr>
          <a:xfrm>
            <a:off x="91440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WHAT TO EXPECT</a:t>
            </a:r>
            <a:endParaRPr lang="en-US" sz="1400"/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5F339473-4A6A-0D68-B25D-FCA018481BE5}"/>
              </a:ext>
            </a:extLst>
          </p:cNvPr>
          <p:cNvSpPr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Session Overview</a:t>
            </a:r>
            <a:endParaRPr lang="en-US" sz="3800"/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354E14EB-BEB2-A342-7B9F-626AB88156D2}"/>
              </a:ext>
            </a:extLst>
          </p:cNvPr>
          <p:cNvSpPr/>
          <p:nvPr/>
        </p:nvSpPr>
        <p:spPr>
          <a:xfrm>
            <a:off x="548640" y="21031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3C78CA03-610B-7388-7F29-2D342D215879}"/>
              </a:ext>
            </a:extLst>
          </p:cNvPr>
          <p:cNvSpPr/>
          <p:nvPr/>
        </p:nvSpPr>
        <p:spPr>
          <a:xfrm>
            <a:off x="548640" y="2103120"/>
            <a:ext cx="3520440" cy="64008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0" descr="fi_ov0.svg">
            <a:extLst>
              <a:ext uri="{FF2B5EF4-FFF2-40B4-BE49-F238E27FC236}">
                <a16:creationId xmlns:a16="http://schemas.microsoft.com/office/drawing/2014/main" id="{3990FC0D-743B-0ECC-2D53-F8A0D8D7E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2377440"/>
            <a:ext cx="457200" cy="457200"/>
          </a:xfrm>
          <a:prstGeom prst="rect">
            <a:avLst/>
          </a:prstGeom>
        </p:spPr>
      </p:pic>
      <p:sp>
        <p:nvSpPr>
          <p:cNvPr id="65" name="Text 5">
            <a:extLst>
              <a:ext uri="{FF2B5EF4-FFF2-40B4-BE49-F238E27FC236}">
                <a16:creationId xmlns:a16="http://schemas.microsoft.com/office/drawing/2014/main" id="{C6C7631E-0ADC-0D2F-C73A-FA39670CC286}"/>
              </a:ext>
            </a:extLst>
          </p:cNvPr>
          <p:cNvSpPr/>
          <p:nvPr/>
        </p:nvSpPr>
        <p:spPr>
          <a:xfrm>
            <a:off x="82296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What We Cover</a:t>
            </a:r>
            <a:endParaRPr lang="en-US" sz="1900"/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05E11641-9F98-8820-1743-78412EACA719}"/>
              </a:ext>
            </a:extLst>
          </p:cNvPr>
          <p:cNvSpPr/>
          <p:nvPr/>
        </p:nvSpPr>
        <p:spPr>
          <a:xfrm>
            <a:off x="822960" y="352044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Why evaluations matter for GenAI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Error analysis methodology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Operational, quality, and agentic metrics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Hands-on labs with real pipelines</a:t>
            </a:r>
            <a:endParaRPr lang="en-US" sz="1400"/>
          </a:p>
        </p:txBody>
      </p:sp>
      <p:sp>
        <p:nvSpPr>
          <p:cNvPr id="67" name="Shape 7">
            <a:extLst>
              <a:ext uri="{FF2B5EF4-FFF2-40B4-BE49-F238E27FC236}">
                <a16:creationId xmlns:a16="http://schemas.microsoft.com/office/drawing/2014/main" id="{98901FCC-52E9-2748-8E12-5AC77D9C99A1}"/>
              </a:ext>
            </a:extLst>
          </p:cNvPr>
          <p:cNvSpPr/>
          <p:nvPr/>
        </p:nvSpPr>
        <p:spPr>
          <a:xfrm>
            <a:off x="4343400" y="21031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8">
            <a:extLst>
              <a:ext uri="{FF2B5EF4-FFF2-40B4-BE49-F238E27FC236}">
                <a16:creationId xmlns:a16="http://schemas.microsoft.com/office/drawing/2014/main" id="{B7C31831-3A7C-95E3-1E82-5413154DF567}"/>
              </a:ext>
            </a:extLst>
          </p:cNvPr>
          <p:cNvSpPr/>
          <p:nvPr/>
        </p:nvSpPr>
        <p:spPr>
          <a:xfrm>
            <a:off x="4343400" y="2103120"/>
            <a:ext cx="3520440" cy="64008"/>
          </a:xfrm>
          <a:prstGeom prst="rect">
            <a:avLst/>
          </a:prstGeom>
          <a:solidFill>
            <a:srgbClr val="7C59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1" descr="fi_ov1.svg">
            <a:extLst>
              <a:ext uri="{FF2B5EF4-FFF2-40B4-BE49-F238E27FC236}">
                <a16:creationId xmlns:a16="http://schemas.microsoft.com/office/drawing/2014/main" id="{371F2171-C9B3-05A7-12AB-EFFA878A75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720" y="2377440"/>
            <a:ext cx="457200" cy="457200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C28E30A2-3718-B10E-2743-E102ADC291A6}"/>
              </a:ext>
            </a:extLst>
          </p:cNvPr>
          <p:cNvSpPr/>
          <p:nvPr/>
        </p:nvSpPr>
        <p:spPr>
          <a:xfrm>
            <a:off x="461772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Who It's For</a:t>
            </a:r>
            <a:endParaRPr lang="en-US" sz="190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CF75F550-434C-2BFE-4045-57A1FEBD0382}"/>
              </a:ext>
            </a:extLst>
          </p:cNvPr>
          <p:cNvSpPr/>
          <p:nvPr/>
        </p:nvSpPr>
        <p:spPr>
          <a:xfrm>
            <a:off x="4617720" y="352044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Teams building GenAI applications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ML engineers and data scientists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Technical leaders and architects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Anyone moving GenAI to production</a:t>
            </a:r>
            <a:endParaRPr lang="en-US" sz="1400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D5369912-FFD4-8579-0214-7A439A4397F0}"/>
              </a:ext>
            </a:extLst>
          </p:cNvPr>
          <p:cNvSpPr/>
          <p:nvPr/>
        </p:nvSpPr>
        <p:spPr>
          <a:xfrm>
            <a:off x="8138160" y="210312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91AFD7BF-91C3-2B0E-7D4B-C8B059285C67}"/>
              </a:ext>
            </a:extLst>
          </p:cNvPr>
          <p:cNvSpPr/>
          <p:nvPr/>
        </p:nvSpPr>
        <p:spPr>
          <a:xfrm>
            <a:off x="8138160" y="2103120"/>
            <a:ext cx="3520440" cy="64008"/>
          </a:xfrm>
          <a:prstGeom prst="rect">
            <a:avLst/>
          </a:prstGeom>
          <a:solidFill>
            <a:srgbClr val="38EF7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4" name="Image 2" descr="fi_ov2.svg">
            <a:extLst>
              <a:ext uri="{FF2B5EF4-FFF2-40B4-BE49-F238E27FC236}">
                <a16:creationId xmlns:a16="http://schemas.microsoft.com/office/drawing/2014/main" id="{FA996C6B-21B0-3D5D-8889-2C0CE7B76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80" y="2377440"/>
            <a:ext cx="457200" cy="457200"/>
          </a:xfrm>
          <a:prstGeom prst="rect">
            <a:avLst/>
          </a:prstGeom>
        </p:spPr>
      </p:pic>
      <p:sp>
        <p:nvSpPr>
          <p:cNvPr id="75" name="Text 13">
            <a:extLst>
              <a:ext uri="{FF2B5EF4-FFF2-40B4-BE49-F238E27FC236}">
                <a16:creationId xmlns:a16="http://schemas.microsoft.com/office/drawing/2014/main" id="{FF1F863F-1799-4967-0CE8-06B412FC482C}"/>
              </a:ext>
            </a:extLst>
          </p:cNvPr>
          <p:cNvSpPr/>
          <p:nvPr/>
        </p:nvSpPr>
        <p:spPr>
          <a:xfrm>
            <a:off x="841248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What You'll Walk Away With</a:t>
            </a:r>
            <a:endParaRPr lang="en-US" sz="1900"/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1328C9C5-A88B-426E-8E1D-12166BDC7EDB}"/>
              </a:ext>
            </a:extLst>
          </p:cNvPr>
          <p:cNvSpPr/>
          <p:nvPr/>
        </p:nvSpPr>
        <p:spPr>
          <a:xfrm>
            <a:off x="8412480" y="352044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 repeatable evaluation framework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Gold standard dataset methodology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Automated eval pipeline patterns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Model comparison strategies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55274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D8415-5E48-3488-733C-A4B4EFDE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3E664B-6212-4570-0A48-6CCAF7C416BE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D5E8D-DF66-CEFE-16B2-49987CDB0A26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1BF74-2721-F8D5-9DD5-335C9670742D}"/>
              </a:ext>
            </a:extLst>
          </p:cNvPr>
          <p:cNvSpPr txBox="1"/>
          <p:nvPr/>
        </p:nvSpPr>
        <p:spPr>
          <a:xfrm>
            <a:off x="1114540" y="2057584"/>
            <a:ext cx="10207751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600" b="1" i="0">
                <a:solidFill>
                  <a:srgbClr val="F1F3F3"/>
                </a:solidFill>
                <a:latin typeface="Amazon Ember"/>
              </a:defRPr>
            </a:pPr>
            <a:r>
              <a:rPr lang="en-US"/>
              <a:t>Evaluations are not the finish line.</a:t>
            </a:r>
          </a:p>
          <a:p>
            <a:pPr algn="ctr">
              <a:defRPr sz="4600" b="1" i="0">
                <a:solidFill>
                  <a:srgbClr val="F1F3F3"/>
                </a:solidFill>
                <a:latin typeface="Amazon Ember"/>
              </a:defRPr>
            </a:pPr>
            <a:r>
              <a:rPr lang="en-US">
                <a:ea typeface="Amazon Ember"/>
                <a:cs typeface="Amazon Ember"/>
              </a:rPr>
              <a:t>They're the halfway mark.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633127-967D-9088-C49A-B8C4FDD9CDED}"/>
              </a:ext>
            </a:extLst>
          </p:cNvPr>
          <p:cNvSpPr/>
          <p:nvPr/>
        </p:nvSpPr>
        <p:spPr>
          <a:xfrm>
            <a:off x="5029200" y="3657600"/>
            <a:ext cx="2130552" cy="54864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4943F-8DF5-FCC6-27A0-FF46EC9BEFF0}"/>
              </a:ext>
            </a:extLst>
          </p:cNvPr>
          <p:cNvSpPr txBox="1"/>
          <p:nvPr/>
        </p:nvSpPr>
        <p:spPr>
          <a:xfrm>
            <a:off x="1828800" y="4023360"/>
            <a:ext cx="8531352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800" b="0" i="0">
                <a:solidFill>
                  <a:srgbClr val="D1D5DB"/>
                </a:solidFill>
                <a:latin typeface="Amazon Ember"/>
              </a:defRPr>
            </a:pPr>
            <a:r>
              <a:rPr sz="1800" b="0">
                <a:solidFill>
                  <a:srgbClr val="D1D5DB"/>
                </a:solidFill>
                <a:latin typeface="Amazon Ember"/>
              </a:rPr>
              <a:t>Building evaluators doesn't fix your system. </a:t>
            </a:r>
            <a:r>
              <a:rPr lang="en-US">
                <a:solidFill>
                  <a:srgbClr val="D1D5DB"/>
                </a:solidFill>
                <a:latin typeface="Amazon Ember"/>
              </a:rPr>
              <a:t>Improving scores isn't enough.</a:t>
            </a:r>
            <a:endParaRPr sz="1800" b="0">
              <a:solidFill>
                <a:srgbClr val="D1D5DB"/>
              </a:solidFill>
              <a:latin typeface="Amazon Ember"/>
            </a:endParaRPr>
          </a:p>
          <a:p>
            <a:pPr algn="ctr"/>
            <a:r>
              <a:rPr sz="1000"/>
              <a:t> </a:t>
            </a:r>
            <a:endParaRPr sz="1000">
              <a:ea typeface="Calibri"/>
              <a:cs typeface="Calibri"/>
            </a:endParaRPr>
          </a:p>
          <a:p>
            <a:pPr algn="ctr"/>
            <a:r>
              <a:rPr sz="1800" b="0">
                <a:solidFill>
                  <a:srgbClr val="D1D5DB"/>
                </a:solidFill>
                <a:latin typeface="Amazon Ember"/>
              </a:rPr>
              <a:t>The real value comes from the loop: </a:t>
            </a:r>
            <a:r>
              <a:rPr lang="en-US">
                <a:solidFill>
                  <a:srgbClr val="D1D5DB"/>
                </a:solidFill>
                <a:latin typeface="Amazon Ember"/>
              </a:rPr>
              <a:t>evaluations reveal </a:t>
            </a:r>
            <a:r>
              <a:rPr sz="1800" b="0">
                <a:solidFill>
                  <a:srgbClr val="D1D5DB"/>
                </a:solidFill>
                <a:latin typeface="Amazon Ember"/>
              </a:rPr>
              <a:t>what's broken and </a:t>
            </a:r>
            <a:r>
              <a:rPr lang="en-CA" sz="1800" b="0">
                <a:solidFill>
                  <a:srgbClr val="D1D5DB"/>
                </a:solidFill>
                <a:latin typeface="Amazon Ember"/>
              </a:rPr>
              <a:t>the </a:t>
            </a:r>
            <a:r>
              <a:rPr sz="1800" b="0">
                <a:solidFill>
                  <a:srgbClr val="D1D5DB"/>
                </a:solidFill>
                <a:latin typeface="Amazon Ember"/>
              </a:rPr>
              <a:t>insights </a:t>
            </a:r>
            <a:r>
              <a:rPr lang="en-CA" sz="1800" b="0">
                <a:solidFill>
                  <a:srgbClr val="D1D5DB"/>
                </a:solidFill>
                <a:latin typeface="Amazon Ember"/>
              </a:rPr>
              <a:t>help you improve</a:t>
            </a:r>
            <a:r>
              <a:rPr sz="1800" b="0">
                <a:solidFill>
                  <a:srgbClr val="D1D5DB"/>
                </a:solidFill>
                <a:latin typeface="Amazon Ember"/>
              </a:rPr>
              <a:t> your system design.</a:t>
            </a:r>
            <a:endParaRPr sz="1800" b="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3846134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896F1-B833-4F5E-CD40-CFDF0455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>
            <a:extLst>
              <a:ext uri="{FF2B5EF4-FFF2-40B4-BE49-F238E27FC236}">
                <a16:creationId xmlns:a16="http://schemas.microsoft.com/office/drawing/2014/main" id="{709B0589-58A7-0EE6-CF40-EDD04D8894A1}"/>
              </a:ext>
            </a:extLst>
          </p:cNvPr>
          <p:cNvSpPr/>
          <p:nvPr/>
        </p:nvSpPr>
        <p:spPr>
          <a:xfrm>
            <a:off x="91440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THE PROBLEM</a:t>
            </a:r>
            <a:endParaRPr lang="en-US" sz="1400"/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1614EBAD-AFF8-3D82-1556-6A0DCE2556EF}"/>
              </a:ext>
            </a:extLst>
          </p:cNvPr>
          <p:cNvSpPr/>
          <p:nvPr/>
        </p:nvSpPr>
        <p:spPr>
          <a:xfrm>
            <a:off x="91440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GenAI teams are iterating blind</a:t>
            </a:r>
            <a:endParaRPr lang="en-US" sz="3800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E70B8F98-AF5B-DD5E-4E3F-590DFBC119F3}"/>
              </a:ext>
            </a:extLst>
          </p:cNvPr>
          <p:cNvSpPr/>
          <p:nvPr/>
        </p:nvSpPr>
        <p:spPr>
          <a:xfrm>
            <a:off x="914399" y="1600200"/>
            <a:ext cx="10163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Without systematic evaluation, there is no way to </a:t>
            </a:r>
            <a:r>
              <a:rPr lang="en-US" sz="1600" b="1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measure progress</a:t>
            </a:r>
            <a:r>
              <a:rPr lang="en-US" sz="1600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, </a:t>
            </a:r>
            <a:r>
              <a:rPr lang="en-US" sz="1600" b="1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locate failures</a:t>
            </a:r>
            <a:r>
              <a:rPr lang="en-US" sz="1600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, or </a:t>
            </a:r>
            <a:r>
              <a:rPr lang="en-US" sz="1600" b="1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prove business value</a:t>
            </a:r>
            <a:r>
              <a:rPr lang="en-US" sz="1600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.</a:t>
            </a:r>
            <a:endParaRPr lang="en-US" sz="1600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DFE934A2-6AC6-FBAE-0CE0-6AFEDD92D968}"/>
              </a:ext>
            </a:extLst>
          </p:cNvPr>
          <p:cNvSpPr/>
          <p:nvPr/>
        </p:nvSpPr>
        <p:spPr>
          <a:xfrm>
            <a:off x="914400" y="2423160"/>
            <a:ext cx="10360152" cy="1005840"/>
          </a:xfrm>
          <a:prstGeom prst="roundRect">
            <a:avLst>
              <a:gd name="adj" fmla="val 7273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90D86F07-414E-435E-4ED1-03CCB7B6D653}"/>
              </a:ext>
            </a:extLst>
          </p:cNvPr>
          <p:cNvSpPr/>
          <p:nvPr/>
        </p:nvSpPr>
        <p:spPr>
          <a:xfrm>
            <a:off x="914400" y="2423160"/>
            <a:ext cx="73152" cy="10058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0" descr="v3_p0.svg">
            <a:extLst>
              <a:ext uri="{FF2B5EF4-FFF2-40B4-BE49-F238E27FC236}">
                <a16:creationId xmlns:a16="http://schemas.microsoft.com/office/drawing/2014/main" id="{DB7241B7-6243-6D2A-E969-549821DFA5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0160" y="2697480"/>
            <a:ext cx="411480" cy="41148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B3F5C15A-4764-42D2-1E9B-133523248D97}"/>
              </a:ext>
            </a:extLst>
          </p:cNvPr>
          <p:cNvSpPr/>
          <p:nvPr/>
        </p:nvSpPr>
        <p:spPr>
          <a:xfrm>
            <a:off x="19202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Can't Locate Failures</a:t>
            </a:r>
            <a:endParaRPr lang="en-US" sz="160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3544547C-5AFF-3921-7220-A34395A5AE03}"/>
              </a:ext>
            </a:extLst>
          </p:cNvPr>
          <p:cNvSpPr/>
          <p:nvPr/>
        </p:nvSpPr>
        <p:spPr>
          <a:xfrm>
            <a:off x="1920240" y="2926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Is it the model, the prompt, or the retrieval? Without targeted evals, teams fix the wrong thing for months.</a:t>
            </a:r>
            <a:endParaRPr lang="en-US" sz="1400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B1319EE1-BA3F-D5F0-4F7E-F471FB0683F1}"/>
              </a:ext>
            </a:extLst>
          </p:cNvPr>
          <p:cNvSpPr/>
          <p:nvPr/>
        </p:nvSpPr>
        <p:spPr>
          <a:xfrm>
            <a:off x="914400" y="3657600"/>
            <a:ext cx="10360152" cy="1005840"/>
          </a:xfrm>
          <a:prstGeom prst="roundRect">
            <a:avLst>
              <a:gd name="adj" fmla="val 7273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AD8E638D-F90E-3FB9-757B-EE184B019DB2}"/>
              </a:ext>
            </a:extLst>
          </p:cNvPr>
          <p:cNvSpPr/>
          <p:nvPr/>
        </p:nvSpPr>
        <p:spPr>
          <a:xfrm>
            <a:off x="914400" y="3657600"/>
            <a:ext cx="73152" cy="1005840"/>
          </a:xfrm>
          <a:prstGeom prst="rect">
            <a:avLst/>
          </a:prstGeom>
          <a:solidFill>
            <a:srgbClr val="7C59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1" descr="v3_p1.svg">
            <a:extLst>
              <a:ext uri="{FF2B5EF4-FFF2-40B4-BE49-F238E27FC236}">
                <a16:creationId xmlns:a16="http://schemas.microsoft.com/office/drawing/2014/main" id="{6143291D-CBE0-4E75-5E70-6FF56B227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0160" y="3931920"/>
            <a:ext cx="411480" cy="411480"/>
          </a:xfrm>
          <a:prstGeom prst="rect">
            <a:avLst/>
          </a:prstGeom>
        </p:spPr>
      </p:pic>
      <p:sp>
        <p:nvSpPr>
          <p:cNvPr id="51" name="Text 9">
            <a:extLst>
              <a:ext uri="{FF2B5EF4-FFF2-40B4-BE49-F238E27FC236}">
                <a16:creationId xmlns:a16="http://schemas.microsoft.com/office/drawing/2014/main" id="{B84D4975-85B3-424F-5003-470118F19DE3}"/>
              </a:ext>
            </a:extLst>
          </p:cNvPr>
          <p:cNvSpPr/>
          <p:nvPr/>
        </p:nvSpPr>
        <p:spPr>
          <a:xfrm>
            <a:off x="19202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Costs Go Unmeasured</a:t>
            </a:r>
            <a:endParaRPr lang="en-US" sz="160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DFD375B8-AB82-2BCE-2D4D-7CD5DA1F004A}"/>
              </a:ext>
            </a:extLst>
          </p:cNvPr>
          <p:cNvSpPr/>
          <p:nvPr/>
        </p:nvSpPr>
        <p:spPr>
          <a:xfrm>
            <a:off x="1920240" y="4160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D5D8DC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Token usage, latency, and throughput are invisible until budgets spiral or users complain about speed.</a:t>
            </a:r>
            <a:endParaRPr lang="en-US" sz="1400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48F696A5-08EA-5BE4-55C0-C28435607A50}"/>
              </a:ext>
            </a:extLst>
          </p:cNvPr>
          <p:cNvSpPr/>
          <p:nvPr/>
        </p:nvSpPr>
        <p:spPr>
          <a:xfrm>
            <a:off x="914400" y="4892040"/>
            <a:ext cx="10360152" cy="1005840"/>
          </a:xfrm>
          <a:prstGeom prst="roundRect">
            <a:avLst>
              <a:gd name="adj" fmla="val 7273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ED6A32F5-DDE1-95E7-B017-1B2E40D8EBB8}"/>
              </a:ext>
            </a:extLst>
          </p:cNvPr>
          <p:cNvSpPr/>
          <p:nvPr/>
        </p:nvSpPr>
        <p:spPr>
          <a:xfrm>
            <a:off x="914400" y="4892040"/>
            <a:ext cx="73152" cy="1005840"/>
          </a:xfrm>
          <a:prstGeom prst="rect">
            <a:avLst/>
          </a:prstGeom>
          <a:solidFill>
            <a:srgbClr val="38EF7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2" descr="v3_p2.svg">
            <a:extLst>
              <a:ext uri="{FF2B5EF4-FFF2-40B4-BE49-F238E27FC236}">
                <a16:creationId xmlns:a16="http://schemas.microsoft.com/office/drawing/2014/main" id="{ADA68976-6A1B-5E0F-F3C0-9D8D9C437D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0160" y="5166360"/>
            <a:ext cx="411480" cy="411480"/>
          </a:xfrm>
          <a:prstGeom prst="rect">
            <a:avLst/>
          </a:prstGeom>
        </p:spPr>
      </p:pic>
      <p:sp>
        <p:nvSpPr>
          <p:cNvPr id="56" name="Text 13">
            <a:extLst>
              <a:ext uri="{FF2B5EF4-FFF2-40B4-BE49-F238E27FC236}">
                <a16:creationId xmlns:a16="http://schemas.microsoft.com/office/drawing/2014/main" id="{9A08A669-8EAF-812F-C677-CCE9C4D2DD9B}"/>
              </a:ext>
            </a:extLst>
          </p:cNvPr>
          <p:cNvSpPr/>
          <p:nvPr/>
        </p:nvSpPr>
        <p:spPr>
          <a:xfrm>
            <a:off x="192024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No Model Comparison</a:t>
            </a:r>
            <a:endParaRPr lang="en-US" sz="1600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938E54E0-A063-7E5E-39A1-F4C46DAB0E9C}"/>
              </a:ext>
            </a:extLst>
          </p:cNvPr>
          <p:cNvSpPr/>
          <p:nvPr/>
        </p:nvSpPr>
        <p:spPr>
          <a:xfrm>
            <a:off x="1920240" y="53949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Upgrading to new foundation models is blocked by lengthy manual testing</a:t>
            </a:r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28BAF338-3A66-D69B-9333-B39FF4E1D113}"/>
              </a:ext>
            </a:extLst>
          </p:cNvPr>
          <p:cNvSpPr/>
          <p:nvPr/>
        </p:nvSpPr>
        <p:spPr>
          <a:xfrm>
            <a:off x="914400" y="59664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Generic metrics like helpfulness, BLEU, and ROUGE measure NLP tasks, but don’t help with understanding AI agent effectiveness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178036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BFDB8-4F26-53BE-45F4-2BD7AC43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C4E18D2-138D-BA31-3364-BAFD6D1AA9BA}"/>
              </a:ext>
            </a:extLst>
          </p:cNvPr>
          <p:cNvSpPr/>
          <p:nvPr/>
        </p:nvSpPr>
        <p:spPr>
          <a:xfrm>
            <a:off x="91440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EVALUATION MATURITY</a:t>
            </a:r>
            <a:endParaRPr lang="en-US" sz="140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8943401-F18A-B555-4220-DCB85D5C8406}"/>
              </a:ext>
            </a:extLst>
          </p:cNvPr>
          <p:cNvSpPr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The Product Development Lifecycle</a:t>
            </a:r>
            <a:endParaRPr lang="en-US" sz="360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B63EDCF-14F1-5CC2-F029-057F80E39EFF}"/>
              </a:ext>
            </a:extLst>
          </p:cNvPr>
          <p:cNvSpPr/>
          <p:nvPr/>
        </p:nvSpPr>
        <p:spPr>
          <a:xfrm>
            <a:off x="1414841" y="2288973"/>
            <a:ext cx="9418320" cy="0"/>
          </a:xfrm>
          <a:prstGeom prst="line">
            <a:avLst/>
          </a:prstGeom>
          <a:noFill/>
          <a:ln w="635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262E269E-A437-85A5-BC18-91F632B1577D}"/>
              </a:ext>
            </a:extLst>
          </p:cNvPr>
          <p:cNvSpPr/>
          <p:nvPr/>
        </p:nvSpPr>
        <p:spPr>
          <a:xfrm>
            <a:off x="2329241" y="1923213"/>
            <a:ext cx="731520" cy="731520"/>
          </a:xfrm>
          <a:prstGeom prst="ellipse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fi_lc0.svg">
            <a:extLst>
              <a:ext uri="{FF2B5EF4-FFF2-40B4-BE49-F238E27FC236}">
                <a16:creationId xmlns:a16="http://schemas.microsoft.com/office/drawing/2014/main" id="{B821978A-9B60-89FC-685B-00236FD1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6401" y="2060373"/>
            <a:ext cx="457200" cy="457200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D0E6A62A-6D97-0FB4-3030-AC89FF0CDFB7}"/>
              </a:ext>
            </a:extLst>
          </p:cNvPr>
          <p:cNvSpPr/>
          <p:nvPr/>
        </p:nvSpPr>
        <p:spPr>
          <a:xfrm>
            <a:off x="1414841" y="2837613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Proof of Concept</a:t>
            </a:r>
            <a:endParaRPr lang="en-US" sz="1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79B5DBE1-0B19-D7A2-E73D-31DBA1C0106E}"/>
              </a:ext>
            </a:extLst>
          </p:cNvPr>
          <p:cNvSpPr/>
          <p:nvPr/>
        </p:nvSpPr>
        <p:spPr>
          <a:xfrm>
            <a:off x="1414841" y="324909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Does this work at all?</a:t>
            </a:r>
            <a:endParaRPr lang="en-US" sz="140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099717A2-8254-A997-C080-CB080DE518BA}"/>
              </a:ext>
            </a:extLst>
          </p:cNvPr>
          <p:cNvSpPr/>
          <p:nvPr/>
        </p:nvSpPr>
        <p:spPr>
          <a:xfrm>
            <a:off x="5986841" y="1923213"/>
            <a:ext cx="731520" cy="731520"/>
          </a:xfrm>
          <a:prstGeom prst="ellipse">
            <a:avLst/>
          </a:prstGeom>
          <a:solidFill>
            <a:srgbClr val="7C59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fi_lc1.svg">
            <a:extLst>
              <a:ext uri="{FF2B5EF4-FFF2-40B4-BE49-F238E27FC236}">
                <a16:creationId xmlns:a16="http://schemas.microsoft.com/office/drawing/2014/main" id="{5E2C65A3-4641-74CA-31CA-56C231140F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4001" y="2060373"/>
            <a:ext cx="457200" cy="457200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A89BC916-77E7-E3FD-2C86-3749D683E545}"/>
              </a:ext>
            </a:extLst>
          </p:cNvPr>
          <p:cNvSpPr/>
          <p:nvPr/>
        </p:nvSpPr>
        <p:spPr>
          <a:xfrm>
            <a:off x="5072441" y="2837613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Beta Testing</a:t>
            </a:r>
            <a:endParaRPr lang="en-US" sz="180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63BB225B-EB33-1003-253E-48120CB2EBDD}"/>
              </a:ext>
            </a:extLst>
          </p:cNvPr>
          <p:cNvSpPr/>
          <p:nvPr/>
        </p:nvSpPr>
        <p:spPr>
          <a:xfrm>
            <a:off x="5072441" y="324909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7C59ED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Will it work at scale?</a:t>
            </a:r>
            <a:endParaRPr lang="en-US" sz="140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CE0A4817-A35D-C5AE-96F9-A47C5DAD6B76}"/>
              </a:ext>
            </a:extLst>
          </p:cNvPr>
          <p:cNvSpPr/>
          <p:nvPr/>
        </p:nvSpPr>
        <p:spPr>
          <a:xfrm>
            <a:off x="9644441" y="1923213"/>
            <a:ext cx="731520" cy="731520"/>
          </a:xfrm>
          <a:prstGeom prst="ellipse">
            <a:avLst/>
          </a:prstGeom>
          <a:solidFill>
            <a:srgbClr val="38EF7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2" descr="fi_lc2.svg">
            <a:extLst>
              <a:ext uri="{FF2B5EF4-FFF2-40B4-BE49-F238E27FC236}">
                <a16:creationId xmlns:a16="http://schemas.microsoft.com/office/drawing/2014/main" id="{A29C756B-E87E-E8FB-08A3-09F32F068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1601" y="2060373"/>
            <a:ext cx="457200" cy="457200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D9CDA13D-9802-7F86-281E-5011DBF0A12E}"/>
              </a:ext>
            </a:extLst>
          </p:cNvPr>
          <p:cNvSpPr/>
          <p:nvPr/>
        </p:nvSpPr>
        <p:spPr>
          <a:xfrm>
            <a:off x="8730041" y="2837613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Scale Out</a:t>
            </a:r>
            <a:endParaRPr lang="en-US" sz="180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024E1C85-6E75-3470-8665-89E65BA80663}"/>
              </a:ext>
            </a:extLst>
          </p:cNvPr>
          <p:cNvSpPr/>
          <p:nvPr/>
        </p:nvSpPr>
        <p:spPr>
          <a:xfrm>
            <a:off x="8730041" y="324909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38EF7D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How do we optimize &amp; monitor?</a:t>
            </a:r>
            <a:endParaRPr lang="en-US" sz="140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C9CBA87B-A325-0FC1-C78E-EB83EFA0C985}"/>
              </a:ext>
            </a:extLst>
          </p:cNvPr>
          <p:cNvSpPr/>
          <p:nvPr/>
        </p:nvSpPr>
        <p:spPr>
          <a:xfrm>
            <a:off x="1173825" y="4023359"/>
            <a:ext cx="40689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Is this the right problem to solve?</a:t>
            </a:r>
          </a:p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Does it even need GenAI?</a:t>
            </a:r>
            <a:endParaRPr lang="en-US" sz="14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How much is it going to cost (ballpark)?</a:t>
            </a:r>
            <a:endParaRPr lang="en-US" sz="14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  <a:p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How feasible is the technical design?</a:t>
            </a:r>
            <a:endParaRPr lang="en-US" sz="14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85923D99-079F-5A6C-AC27-43629E510B3E}"/>
              </a:ext>
            </a:extLst>
          </p:cNvPr>
          <p:cNvSpPr/>
          <p:nvPr/>
        </p:nvSpPr>
        <p:spPr>
          <a:xfrm>
            <a:off x="4959654" y="4191044"/>
            <a:ext cx="35174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What does this </a:t>
            </a:r>
            <a:r>
              <a:rPr lang="en-US" sz="1400" b="1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really</a:t>
            </a: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 cost? </a:t>
            </a:r>
            <a:endParaRPr lang="en-US"/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Is it solving the problem as intended?</a:t>
            </a:r>
            <a:endParaRPr lang="en-US"/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Have we considered security, governance, and performance?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What do we need to go to production?</a:t>
            </a: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F3829847-6857-5FFC-361D-06989889796E}"/>
              </a:ext>
            </a:extLst>
          </p:cNvPr>
          <p:cNvSpPr/>
          <p:nvPr/>
        </p:nvSpPr>
        <p:spPr>
          <a:xfrm>
            <a:off x="8961120" y="4434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  <a:buSzPct val="100000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BCF8B8D1-FCC4-D971-17F1-34D0865FA46E}"/>
              </a:ext>
            </a:extLst>
          </p:cNvPr>
          <p:cNvSpPr/>
          <p:nvPr/>
        </p:nvSpPr>
        <p:spPr>
          <a:xfrm>
            <a:off x="8599324" y="4620693"/>
            <a:ext cx="31954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ts val="1900"/>
              </a:lnSpc>
              <a:buSzPct val="100000"/>
              <a:buFont typeface="Arial"/>
              <a:buChar char="•"/>
            </a:pPr>
            <a:endParaRPr lang="en-US" sz="130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1D28A026-64CD-5022-533B-0A5E2C1A89AB}"/>
              </a:ext>
            </a:extLst>
          </p:cNvPr>
          <p:cNvSpPr/>
          <p:nvPr/>
        </p:nvSpPr>
        <p:spPr>
          <a:xfrm>
            <a:off x="8769058" y="3644910"/>
            <a:ext cx="3195443" cy="2455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Does it actually work at scale?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How is our performance/latency?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Are we managing model lifecycle and monitoring metrics &amp; drift?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Are we actually getting our ROI? </a:t>
            </a:r>
          </a:p>
        </p:txBody>
      </p:sp>
    </p:spTree>
    <p:extLst>
      <p:ext uri="{BB962C8B-B14F-4D97-AF65-F5344CB8AC3E}">
        <p14:creationId xmlns:p14="http://schemas.microsoft.com/office/powerpoint/2010/main" val="2066152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287CB-677E-6E3C-598D-E535C6825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946BFE1-E598-D348-5B1E-C9A65721F384}"/>
              </a:ext>
            </a:extLst>
          </p:cNvPr>
          <p:cNvSpPr/>
          <p:nvPr/>
        </p:nvSpPr>
        <p:spPr>
          <a:xfrm>
            <a:off x="91440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EVALUATION MATURITY</a:t>
            </a:r>
            <a:endParaRPr lang="en-US" sz="140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9051A68F-E35F-7B01-DF1B-8784C0001583}"/>
              </a:ext>
            </a:extLst>
          </p:cNvPr>
          <p:cNvSpPr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The Evaluation Lifecycle</a:t>
            </a:r>
            <a:endParaRPr lang="en-US" sz="360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2FB08882-EEFA-1493-BAE2-7F607AEC42AA}"/>
              </a:ext>
            </a:extLst>
          </p:cNvPr>
          <p:cNvSpPr/>
          <p:nvPr/>
        </p:nvSpPr>
        <p:spPr>
          <a:xfrm>
            <a:off x="1414253" y="2286000"/>
            <a:ext cx="9418320" cy="0"/>
          </a:xfrm>
          <a:prstGeom prst="line">
            <a:avLst/>
          </a:prstGeom>
          <a:noFill/>
          <a:ln w="63500">
            <a:solidFill>
              <a:srgbClr val="2A3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A4F97587-6D38-1288-656A-F4A59D350900}"/>
              </a:ext>
            </a:extLst>
          </p:cNvPr>
          <p:cNvSpPr/>
          <p:nvPr/>
        </p:nvSpPr>
        <p:spPr>
          <a:xfrm>
            <a:off x="2328653" y="1920240"/>
            <a:ext cx="731520" cy="731520"/>
          </a:xfrm>
          <a:prstGeom prst="ellipse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fi_lc0.svg">
            <a:extLst>
              <a:ext uri="{FF2B5EF4-FFF2-40B4-BE49-F238E27FC236}">
                <a16:creationId xmlns:a16="http://schemas.microsoft.com/office/drawing/2014/main" id="{DC2850F8-2CD3-C4DF-F92B-E6154E8FE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5813" y="2057400"/>
            <a:ext cx="457200" cy="457200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57565942-F6C8-C0DE-04DD-B973320C52BD}"/>
              </a:ext>
            </a:extLst>
          </p:cNvPr>
          <p:cNvSpPr/>
          <p:nvPr/>
        </p:nvSpPr>
        <p:spPr>
          <a:xfrm>
            <a:off x="1414253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Proof of Concept</a:t>
            </a:r>
            <a:endParaRPr lang="en-US" sz="1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4861455-0B30-F615-4406-66FDE4F3ADF7}"/>
              </a:ext>
            </a:extLst>
          </p:cNvPr>
          <p:cNvSpPr/>
          <p:nvPr/>
        </p:nvSpPr>
        <p:spPr>
          <a:xfrm>
            <a:off x="1414253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Does this work at all?</a:t>
            </a:r>
            <a:endParaRPr lang="en-US" sz="140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39A364FC-35A5-E613-5879-8E3FED3CDA1D}"/>
              </a:ext>
            </a:extLst>
          </p:cNvPr>
          <p:cNvSpPr/>
          <p:nvPr/>
        </p:nvSpPr>
        <p:spPr>
          <a:xfrm>
            <a:off x="1273283" y="3577322"/>
            <a:ext cx="33413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Gut checks and targeted test cases</a:t>
            </a:r>
            <a:endParaRPr lang="en-US" sz="130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Manual error analysis on 50–100 traces</a:t>
            </a:r>
            <a:endParaRPr lang="en-US" sz="130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Identify initial failure modes</a:t>
            </a:r>
            <a:endParaRPr lang="en-US" sz="13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7C4F4955-5977-1856-FB7F-EF63F6F08362}"/>
              </a:ext>
            </a:extLst>
          </p:cNvPr>
          <p:cNvSpPr/>
          <p:nvPr/>
        </p:nvSpPr>
        <p:spPr>
          <a:xfrm>
            <a:off x="5986253" y="1920240"/>
            <a:ext cx="731520" cy="731520"/>
          </a:xfrm>
          <a:prstGeom prst="ellipse">
            <a:avLst/>
          </a:prstGeom>
          <a:solidFill>
            <a:srgbClr val="7C59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fi_lc1.svg">
            <a:extLst>
              <a:ext uri="{FF2B5EF4-FFF2-40B4-BE49-F238E27FC236}">
                <a16:creationId xmlns:a16="http://schemas.microsoft.com/office/drawing/2014/main" id="{8E2C3F44-F150-C736-DC50-CA884737F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3413" y="2057400"/>
            <a:ext cx="457200" cy="457200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EC100653-D074-8251-FCE1-83E63501CFD4}"/>
              </a:ext>
            </a:extLst>
          </p:cNvPr>
          <p:cNvSpPr/>
          <p:nvPr/>
        </p:nvSpPr>
        <p:spPr>
          <a:xfrm>
            <a:off x="5071853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Beta Testing</a:t>
            </a:r>
            <a:endParaRPr lang="en-US" sz="180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C448C9B5-A5BE-3EEE-7BA6-4E99761D3F46}"/>
              </a:ext>
            </a:extLst>
          </p:cNvPr>
          <p:cNvSpPr/>
          <p:nvPr/>
        </p:nvSpPr>
        <p:spPr>
          <a:xfrm>
            <a:off x="5071853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7C59ED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Will it work at scale?</a:t>
            </a:r>
            <a:endParaRPr lang="en-US" sz="140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D02873E5-00E6-7C64-9BC8-77A9C5B5ED0E}"/>
              </a:ext>
            </a:extLst>
          </p:cNvPr>
          <p:cNvSpPr/>
          <p:nvPr/>
        </p:nvSpPr>
        <p:spPr>
          <a:xfrm>
            <a:off x="4864520" y="3574507"/>
            <a:ext cx="34101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Automated eval pipelines</a:t>
            </a:r>
            <a:endParaRPr lang="en-US" sz="13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LLM-as-Judge for quality scoring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Focus on rapid iteration</a:t>
            </a: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A0C3C3CC-75FD-7472-5440-854D4809F234}"/>
              </a:ext>
            </a:extLst>
          </p:cNvPr>
          <p:cNvSpPr/>
          <p:nvPr/>
        </p:nvSpPr>
        <p:spPr>
          <a:xfrm>
            <a:off x="9643853" y="1920240"/>
            <a:ext cx="731520" cy="731520"/>
          </a:xfrm>
          <a:prstGeom prst="ellipse">
            <a:avLst/>
          </a:prstGeom>
          <a:solidFill>
            <a:srgbClr val="38EF7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2" descr="fi_lc2.svg">
            <a:extLst>
              <a:ext uri="{FF2B5EF4-FFF2-40B4-BE49-F238E27FC236}">
                <a16:creationId xmlns:a16="http://schemas.microsoft.com/office/drawing/2014/main" id="{DECD9E5A-067E-86BF-C20D-555E07710F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1013" y="2057400"/>
            <a:ext cx="457200" cy="457200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674C040B-EADC-38BE-0EFD-897273FE185B}"/>
              </a:ext>
            </a:extLst>
          </p:cNvPr>
          <p:cNvSpPr/>
          <p:nvPr/>
        </p:nvSpPr>
        <p:spPr>
          <a:xfrm>
            <a:off x="8729453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Scale Out</a:t>
            </a:r>
            <a:endParaRPr lang="en-US" sz="180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9173498A-01C9-AE04-F8BF-78E57238CD74}"/>
              </a:ext>
            </a:extLst>
          </p:cNvPr>
          <p:cNvSpPr/>
          <p:nvPr/>
        </p:nvSpPr>
        <p:spPr>
          <a:xfrm>
            <a:off x="8729453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38EF7D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How do we optimize &amp; monitor?</a:t>
            </a:r>
            <a:endParaRPr lang="en-US" sz="140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AA3AD2D-F4C9-8C69-8F89-679660EEBDBD}"/>
              </a:ext>
            </a:extLst>
          </p:cNvPr>
          <p:cNvSpPr/>
          <p:nvPr/>
        </p:nvSpPr>
        <p:spPr>
          <a:xfrm>
            <a:off x="8958053" y="3577322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Online and offline evaluation</a:t>
            </a:r>
            <a:endParaRPr lang="en-US" sz="130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Continuous regression testing</a:t>
            </a:r>
            <a:endParaRPr lang="en-US" sz="130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Cost/latency optimization loops</a:t>
            </a:r>
            <a:endParaRPr lang="en-US" sz="130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66B8F508-6218-1CF6-D02A-E95224200ED5}"/>
              </a:ext>
            </a:extLst>
          </p:cNvPr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31858F31-540B-4E32-D466-11433D2936F2}"/>
              </a:ext>
            </a:extLst>
          </p:cNvPr>
          <p:cNvSpPr/>
          <p:nvPr/>
        </p:nvSpPr>
        <p:spPr>
          <a:xfrm>
            <a:off x="306324" y="6332220"/>
            <a:ext cx="121889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32F3E"/>
                </a:solidFill>
                <a:latin typeface="Amazon Ember"/>
                <a:ea typeface="Amazon Ember"/>
                <a:cs typeface="Amazon Ember"/>
              </a:rPr>
              <a:t>Evaluations should be designed to find errors. Calculating a score is not enough. Create a loop to feed insights back into the system design.</a:t>
            </a:r>
            <a:endParaRPr lang="en-US" sz="16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D78DD71-CFA1-6C8D-2F2A-3105369FCFD1}"/>
              </a:ext>
            </a:extLst>
          </p:cNvPr>
          <p:cNvSpPr/>
          <p:nvPr/>
        </p:nvSpPr>
        <p:spPr>
          <a:xfrm>
            <a:off x="1720634" y="5775672"/>
            <a:ext cx="1828800" cy="182880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8554311-2268-E878-2ED9-8875AD7A784F}"/>
              </a:ext>
            </a:extLst>
          </p:cNvPr>
          <p:cNvSpPr/>
          <p:nvPr/>
        </p:nvSpPr>
        <p:spPr>
          <a:xfrm>
            <a:off x="5615197" y="5780413"/>
            <a:ext cx="1828800" cy="182880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0DF428F-1C8A-6486-E124-41E3EEC2744D}"/>
              </a:ext>
            </a:extLst>
          </p:cNvPr>
          <p:cNvSpPr/>
          <p:nvPr/>
        </p:nvSpPr>
        <p:spPr>
          <a:xfrm>
            <a:off x="5615197" y="5542669"/>
            <a:ext cx="1828800" cy="182880"/>
          </a:xfrm>
          <a:prstGeom prst="roundRect">
            <a:avLst/>
          </a:prstGeom>
          <a:solidFill>
            <a:srgbClr val="CC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EC228A29-9C32-F42C-30FF-656A2CEBF9D6}"/>
              </a:ext>
            </a:extLst>
          </p:cNvPr>
          <p:cNvSpPr/>
          <p:nvPr/>
        </p:nvSpPr>
        <p:spPr>
          <a:xfrm>
            <a:off x="5615197" y="5304925"/>
            <a:ext cx="1828800" cy="182880"/>
          </a:xfrm>
          <a:prstGeom prst="roundRect">
            <a:avLst/>
          </a:prstGeom>
          <a:solidFill>
            <a:srgbClr val="99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23FDCB9-1627-C970-7458-CD145D4A11AB}"/>
              </a:ext>
            </a:extLst>
          </p:cNvPr>
          <p:cNvSpPr/>
          <p:nvPr/>
        </p:nvSpPr>
        <p:spPr>
          <a:xfrm>
            <a:off x="9460973" y="5725549"/>
            <a:ext cx="1828800" cy="182880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3892944-2F9C-89D9-4424-594830767A57}"/>
              </a:ext>
            </a:extLst>
          </p:cNvPr>
          <p:cNvSpPr/>
          <p:nvPr/>
        </p:nvSpPr>
        <p:spPr>
          <a:xfrm>
            <a:off x="9460973" y="5487805"/>
            <a:ext cx="1828800" cy="182880"/>
          </a:xfrm>
          <a:prstGeom prst="roundRect">
            <a:avLst/>
          </a:prstGeom>
          <a:solidFill>
            <a:srgbClr val="CC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31C2B11-CFD8-9734-057F-2B199B11ED24}"/>
              </a:ext>
            </a:extLst>
          </p:cNvPr>
          <p:cNvSpPr/>
          <p:nvPr/>
        </p:nvSpPr>
        <p:spPr>
          <a:xfrm>
            <a:off x="9460973" y="5250061"/>
            <a:ext cx="1828800" cy="182880"/>
          </a:xfrm>
          <a:prstGeom prst="roundRect">
            <a:avLst/>
          </a:prstGeom>
          <a:solidFill>
            <a:srgbClr val="99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DF0D26A-E6E8-30FB-8AC3-E834C9C8834C}"/>
              </a:ext>
            </a:extLst>
          </p:cNvPr>
          <p:cNvSpPr/>
          <p:nvPr/>
        </p:nvSpPr>
        <p:spPr>
          <a:xfrm>
            <a:off x="9460973" y="5012316"/>
            <a:ext cx="1828800" cy="182880"/>
          </a:xfrm>
          <a:prstGeom prst="roundRect">
            <a:avLst/>
          </a:prstGeom>
          <a:solidFill>
            <a:srgbClr val="66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D2679C4-4D8F-E18C-4E7E-38B2A61519F0}"/>
              </a:ext>
            </a:extLst>
          </p:cNvPr>
          <p:cNvSpPr/>
          <p:nvPr/>
        </p:nvSpPr>
        <p:spPr>
          <a:xfrm>
            <a:off x="9460973" y="4774573"/>
            <a:ext cx="1828800" cy="182880"/>
          </a:xfrm>
          <a:prstGeom prst="roundRect">
            <a:avLst/>
          </a:prstGeom>
          <a:solidFill>
            <a:srgbClr val="4D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2E0801A0-D980-6769-3826-0A27850293EC}"/>
              </a:ext>
            </a:extLst>
          </p:cNvPr>
          <p:cNvSpPr/>
          <p:nvPr/>
        </p:nvSpPr>
        <p:spPr>
          <a:xfrm>
            <a:off x="4107854" y="5428199"/>
            <a:ext cx="411480" cy="201168"/>
          </a:xfrm>
          <a:prstGeom prst="rightArrow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E3B6BF7D-3DBF-2CCA-93FA-4313FE2A8BE4}"/>
              </a:ext>
            </a:extLst>
          </p:cNvPr>
          <p:cNvSpPr/>
          <p:nvPr/>
        </p:nvSpPr>
        <p:spPr>
          <a:xfrm>
            <a:off x="8317973" y="5407710"/>
            <a:ext cx="411480" cy="201168"/>
          </a:xfrm>
          <a:prstGeom prst="rightArrow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3B372-E776-22EA-6F57-E2578CD4EB76}"/>
              </a:ext>
            </a:extLst>
          </p:cNvPr>
          <p:cNvSpPr txBox="1"/>
          <p:nvPr/>
        </p:nvSpPr>
        <p:spPr>
          <a:xfrm>
            <a:off x="5035576" y="5961845"/>
            <a:ext cx="3110153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en-US" sz="1300" b="0" i="0" u="none" strike="noStrike">
                <a:solidFill>
                  <a:srgbClr val="D1D5DB"/>
                </a:solidFill>
                <a:latin typeface="Amazon Ember"/>
                <a:ea typeface="Arial"/>
                <a:cs typeface="Arial"/>
              </a:rPr>
              <a:t>Targeted growth of evaluation dataset</a:t>
            </a:r>
            <a:r>
              <a:rPr lang="en-US" sz="1300" b="0" i="0">
                <a:solidFill>
                  <a:srgbClr val="FFFFFF"/>
                </a:solidFill>
                <a:latin typeface="Amazon Ember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49C99-582B-A45A-42F7-462D192A6295}"/>
              </a:ext>
            </a:extLst>
          </p:cNvPr>
          <p:cNvSpPr txBox="1"/>
          <p:nvPr/>
        </p:nvSpPr>
        <p:spPr>
          <a:xfrm>
            <a:off x="1608898" y="5960564"/>
            <a:ext cx="2154809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rgbClr val="D1D5DB"/>
                </a:solidFill>
                <a:latin typeface="Amazon Ember"/>
                <a:cs typeface="Arial"/>
              </a:rPr>
              <a:t>Create evaluation dataset</a:t>
            </a:r>
            <a:endParaRPr lang="en-US" sz="1300">
              <a:solidFill>
                <a:srgbClr val="D1D5DB"/>
              </a:solidFill>
              <a:latin typeface="Amazon Ember"/>
              <a:ea typeface="Amazon Ember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5922C-1F63-B4BD-98F2-08FBB132C261}"/>
              </a:ext>
            </a:extLst>
          </p:cNvPr>
          <p:cNvSpPr txBox="1"/>
          <p:nvPr/>
        </p:nvSpPr>
        <p:spPr>
          <a:xfrm>
            <a:off x="8964273" y="5961845"/>
            <a:ext cx="2814450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rgbClr val="D1D5DB"/>
                </a:solidFill>
                <a:latin typeface="Amazon Ember"/>
                <a:cs typeface="Arial"/>
              </a:rPr>
              <a:t>Comprehensive evaluation dataset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05EBC-864A-35A3-CD60-63D6C989455A}"/>
              </a:ext>
            </a:extLst>
          </p:cNvPr>
          <p:cNvSpPr txBox="1"/>
          <p:nvPr/>
        </p:nvSpPr>
        <p:spPr>
          <a:xfrm>
            <a:off x="90985" y="5578523"/>
            <a:ext cx="141026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00">
                <a:solidFill>
                  <a:srgbClr val="D1D5DB"/>
                </a:solidFill>
                <a:latin typeface="Amazon Ember"/>
              </a:rPr>
              <a:t>Evaluation Dataset Growth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61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F37DE-08F9-A430-BA21-A7F38FFF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CA05250-F094-7225-F014-1BABE251014D}"/>
              </a:ext>
            </a:extLst>
          </p:cNvPr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161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7DAEB0AB-B7E9-1C36-3C5A-D1D8ECDAE13F}"/>
              </a:ext>
            </a:extLst>
          </p:cNvPr>
          <p:cNvSpPr/>
          <p:nvPr/>
        </p:nvSpPr>
        <p:spPr>
          <a:xfrm>
            <a:off x="0" y="36576"/>
            <a:ext cx="12188952" cy="0"/>
          </a:xfrm>
          <a:prstGeom prst="line">
            <a:avLst/>
          </a:prstGeom>
          <a:noFill/>
          <a:ln w="38100">
            <a:solidFill>
              <a:srgbClr val="FF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BDDD859-8F5B-9F6E-B44E-5344B842B7D5}"/>
              </a:ext>
            </a:extLst>
          </p:cNvPr>
          <p:cNvSpPr/>
          <p:nvPr/>
        </p:nvSpPr>
        <p:spPr>
          <a:xfrm>
            <a:off x="731520" y="457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METHODOLOGY</a:t>
            </a:r>
            <a:endParaRPr lang="en-US" sz="140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EAD2D9D3-E1CD-7FAB-6552-5D2A1053B76A}"/>
              </a:ext>
            </a:extLst>
          </p:cNvPr>
          <p:cNvSpPr/>
          <p:nvPr/>
        </p:nvSpPr>
        <p:spPr>
          <a:xfrm>
            <a:off x="731520" y="1005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400"/>
              </a:lnSpc>
            </a:pPr>
            <a:r>
              <a:rPr lang="en-US"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Understanding the Errors</a:t>
            </a:r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9FE91323-D3BD-D6E7-414C-03CE857CCC79}"/>
              </a:ext>
            </a:extLst>
          </p:cNvPr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The most important activity in evaluations is deciding what evals to write in the first place.</a:t>
            </a:r>
            <a:endParaRPr lang="en-US" sz="150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5DD99EA8-EF97-6213-EBF3-BE57B3174072}"/>
              </a:ext>
            </a:extLst>
          </p:cNvPr>
          <p:cNvSpPr/>
          <p:nvPr/>
        </p:nvSpPr>
        <p:spPr>
          <a:xfrm>
            <a:off x="73152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HOW TO APPROACH</a:t>
            </a:r>
            <a:endParaRPr lang="en-US" sz="120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2F9D8301-7384-6220-61B0-48ADE231A3BA}"/>
              </a:ext>
            </a:extLst>
          </p:cNvPr>
          <p:cNvSpPr/>
          <p:nvPr/>
        </p:nvSpPr>
        <p:spPr>
          <a:xfrm>
            <a:off x="731520" y="33832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Identify failure modes unique to your application and data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Reveal whether the model, prompt, or retrieval is the bottleneck</a:t>
            </a:r>
            <a:endParaRPr lang="en-US" sz="140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Focus on the first failure in each trace</a:t>
            </a:r>
            <a:endParaRPr lang="en-US" sz="140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CACC5FC7-1367-746F-AF56-A7D7DFC131B0}"/>
              </a:ext>
            </a:extLst>
          </p:cNvPr>
          <p:cNvSpPr/>
          <p:nvPr/>
        </p:nvSpPr>
        <p:spPr>
          <a:xfrm>
            <a:off x="65836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THE PROCESS</a:t>
            </a:r>
            <a:endParaRPr lang="en-US" sz="120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F3A657D6-15E9-3740-5129-79B05119E0EF}"/>
              </a:ext>
            </a:extLst>
          </p:cNvPr>
          <p:cNvSpPr/>
          <p:nvPr/>
        </p:nvSpPr>
        <p:spPr>
          <a:xfrm>
            <a:off x="6583680" y="100584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1E2A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372D2A5-30A4-7B6F-0E9C-05437D4003BE}"/>
              </a:ext>
            </a:extLst>
          </p:cNvPr>
          <p:cNvSpPr/>
          <p:nvPr/>
        </p:nvSpPr>
        <p:spPr>
          <a:xfrm>
            <a:off x="6812280" y="123444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01</a:t>
            </a:r>
            <a:endParaRPr lang="en-US" sz="160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DDB8729-C27C-233B-AB0D-0E02762D1529}"/>
              </a:ext>
            </a:extLst>
          </p:cNvPr>
          <p:cNvSpPr/>
          <p:nvPr/>
        </p:nvSpPr>
        <p:spPr>
          <a:xfrm>
            <a:off x="74980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Create a Dataset</a:t>
            </a:r>
            <a:endParaRPr lang="en-US" sz="160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70EF40BF-5F68-7B58-2984-F7DC24E38195}"/>
              </a:ext>
            </a:extLst>
          </p:cNvPr>
          <p:cNvSpPr/>
          <p:nvPr/>
        </p:nvSpPr>
        <p:spPr>
          <a:xfrm>
            <a:off x="74980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Gather 50–100 representative traces from your application</a:t>
            </a:r>
            <a:endParaRPr lang="en-US" sz="130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DE50D7FB-87C7-5C93-6F68-DC6FDFBDA3C8}"/>
              </a:ext>
            </a:extLst>
          </p:cNvPr>
          <p:cNvSpPr/>
          <p:nvPr/>
        </p:nvSpPr>
        <p:spPr>
          <a:xfrm>
            <a:off x="6583680" y="233172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1E2A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64DEF6EA-411E-CCFA-5953-C52BA4E756C0}"/>
              </a:ext>
            </a:extLst>
          </p:cNvPr>
          <p:cNvSpPr/>
          <p:nvPr/>
        </p:nvSpPr>
        <p:spPr>
          <a:xfrm>
            <a:off x="6812280" y="256032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02</a:t>
            </a:r>
            <a:endParaRPr lang="en-US" sz="160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2652AFBC-2F81-9C4D-46FD-D00D89C68DA3}"/>
              </a:ext>
            </a:extLst>
          </p:cNvPr>
          <p:cNvSpPr/>
          <p:nvPr/>
        </p:nvSpPr>
        <p:spPr>
          <a:xfrm>
            <a:off x="74980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Review the Errors</a:t>
            </a:r>
            <a:endParaRPr lang="en-US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723F12D-AA14-9CCC-EFB2-81B879BA2967}"/>
              </a:ext>
            </a:extLst>
          </p:cNvPr>
          <p:cNvSpPr/>
          <p:nvPr/>
        </p:nvSpPr>
        <p:spPr>
          <a:xfrm>
            <a:off x="74980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Review traces and write open-ended notes on what went wrong</a:t>
            </a:r>
            <a:endParaRPr lang="en-US" sz="130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0A75CAE0-6270-A6F6-8E4E-520D2B96E2C1}"/>
              </a:ext>
            </a:extLst>
          </p:cNvPr>
          <p:cNvSpPr/>
          <p:nvPr/>
        </p:nvSpPr>
        <p:spPr>
          <a:xfrm>
            <a:off x="6583680" y="36576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1E2A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836E3409-D34A-F718-B089-610B1CF61267}"/>
              </a:ext>
            </a:extLst>
          </p:cNvPr>
          <p:cNvSpPr/>
          <p:nvPr/>
        </p:nvSpPr>
        <p:spPr>
          <a:xfrm>
            <a:off x="6812280" y="388620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03</a:t>
            </a:r>
            <a:endParaRPr lang="en-US" sz="160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851097FD-569F-455C-5DA7-D2AD846EDE88}"/>
              </a:ext>
            </a:extLst>
          </p:cNvPr>
          <p:cNvSpPr/>
          <p:nvPr/>
        </p:nvSpPr>
        <p:spPr>
          <a:xfrm>
            <a:off x="749808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Group the Errors</a:t>
            </a:r>
            <a:endParaRPr lang="en-US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9DF1C561-21D9-2C21-F3AE-B0989295526E}"/>
              </a:ext>
            </a:extLst>
          </p:cNvPr>
          <p:cNvSpPr/>
          <p:nvPr/>
        </p:nvSpPr>
        <p:spPr>
          <a:xfrm>
            <a:off x="749808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What patterns are emerging?</a:t>
            </a:r>
            <a:endParaRPr lang="en-US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5128DF15-D038-15C8-D691-8F36EFF4B859}"/>
              </a:ext>
            </a:extLst>
          </p:cNvPr>
          <p:cNvSpPr/>
          <p:nvPr/>
        </p:nvSpPr>
        <p:spPr>
          <a:xfrm>
            <a:off x="6583680" y="498348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1E2A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A07CCBA5-3C2C-B9E0-C86C-E1D86227F347}"/>
              </a:ext>
            </a:extLst>
          </p:cNvPr>
          <p:cNvSpPr/>
          <p:nvPr/>
        </p:nvSpPr>
        <p:spPr>
          <a:xfrm>
            <a:off x="6812280" y="521208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04</a:t>
            </a:r>
            <a:endParaRPr lang="en-US" sz="160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C6C34C26-80ED-19E5-387A-B47E204832C6}"/>
              </a:ext>
            </a:extLst>
          </p:cNvPr>
          <p:cNvSpPr/>
          <p:nvPr/>
        </p:nvSpPr>
        <p:spPr>
          <a:xfrm>
            <a:off x="749808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Iterate</a:t>
            </a:r>
            <a:endParaRPr lang="en-US" sz="160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9C926F27-80E1-4102-D06C-D96231AB15D0}"/>
              </a:ext>
            </a:extLst>
          </p:cNvPr>
          <p:cNvSpPr/>
          <p:nvPr/>
        </p:nvSpPr>
        <p:spPr>
          <a:xfrm>
            <a:off x="7498080" y="5486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Keep reviewing until no new failure modes emerge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857778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2EF86-DCA6-6B44-8DD1-2C462987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6916DC-33E9-161A-ACB1-C33E90FF34C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0676A0-4CBB-6B5C-6B71-29CDFF6D1F7E}"/>
              </a:ext>
            </a:extLst>
          </p:cNvPr>
          <p:cNvSpPr/>
          <p:nvPr/>
        </p:nvSpPr>
        <p:spPr>
          <a:xfrm>
            <a:off x="7315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LLM-AS-A-JUDGE</a:t>
            </a:r>
            <a:endParaRPr lang="en-US" sz="1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733EAC-A4C7-FB13-C118-10305AF38B2D}"/>
              </a:ext>
            </a:extLst>
          </p:cNvPr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LLM-as-a-Judge Basics</a:t>
            </a:r>
            <a:endParaRPr lang="en-US" sz="36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5AD3059-A74F-B620-AB41-B2471C34B472}"/>
              </a:ext>
            </a:extLst>
          </p:cNvPr>
          <p:cNvSpPr/>
          <p:nvPr/>
        </p:nvSpPr>
        <p:spPr>
          <a:xfrm>
            <a:off x="731520" y="1874520"/>
            <a:ext cx="2286000" cy="0"/>
          </a:xfrm>
          <a:prstGeom prst="line">
            <a:avLst/>
          </a:prstGeom>
          <a:noFill/>
          <a:ln w="50800">
            <a:solidFill>
              <a:srgbClr val="FF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8D23B58-F2AD-1EFE-ECB4-51FFC3E5CF8D}"/>
              </a:ext>
            </a:extLst>
          </p:cNvPr>
          <p:cNvSpPr/>
          <p:nvPr/>
        </p:nvSpPr>
        <p:spPr>
          <a:xfrm>
            <a:off x="731520" y="2023281"/>
            <a:ext cx="9530686" cy="39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Use a language model to evaluate another model's output against a </a:t>
            </a:r>
            <a:r>
              <a:rPr lang="en-US" sz="1600" b="1" i="1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human-reviewed</a:t>
            </a:r>
            <a:r>
              <a:rPr lang="en-US" sz="1600" b="1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 </a:t>
            </a:r>
            <a:r>
              <a:rPr lang="en-US"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gold standard.</a:t>
            </a:r>
            <a:endParaRPr lang="en-US" sz="16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2AE098D-E06D-D9E5-B632-4432FDDECC89}"/>
              </a:ext>
            </a:extLst>
          </p:cNvPr>
          <p:cNvSpPr/>
          <p:nvPr/>
        </p:nvSpPr>
        <p:spPr>
          <a:xfrm>
            <a:off x="457200" y="2834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3FA5C0-782E-800A-848F-51931B225041}"/>
              </a:ext>
            </a:extLst>
          </p:cNvPr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</a:t>
            </a:r>
            <a:endParaRPr lang="en-US" sz="2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4BD7408-9708-D13C-1423-614A003CB240}"/>
              </a:ext>
            </a:extLst>
          </p:cNvPr>
          <p:cNvSpPr/>
          <p:nvPr/>
        </p:nvSpPr>
        <p:spPr>
          <a:xfrm>
            <a:off x="128016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Gold Standard Set</a:t>
            </a:r>
            <a:endParaRPr lang="en-US" sz="1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3D214EE-6C81-7A60-0BEF-FDBA1992D9F0}"/>
              </a:ext>
            </a:extLst>
          </p:cNvPr>
          <p:cNvSpPr/>
          <p:nvPr/>
        </p:nvSpPr>
        <p:spPr>
          <a:xfrm>
            <a:off x="640080" y="3749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100+ input/output pairs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defining expected results</a:t>
            </a:r>
            <a:endParaRPr lang="en-US" sz="1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1F81240-9B5A-6031-CD19-25D13E989E39}"/>
              </a:ext>
            </a:extLst>
          </p:cNvPr>
          <p:cNvSpPr/>
          <p:nvPr/>
        </p:nvSpPr>
        <p:spPr>
          <a:xfrm>
            <a:off x="3337560" y="2834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4A7B346-E5DE-C14F-2918-3A1C2BA04FD2}"/>
              </a:ext>
            </a:extLst>
          </p:cNvPr>
          <p:cNvSpPr/>
          <p:nvPr/>
        </p:nvSpPr>
        <p:spPr>
          <a:xfrm>
            <a:off x="3520440" y="301752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</a:t>
            </a:r>
            <a:endParaRPr lang="en-US" sz="20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28A2B85-4815-409F-F872-70E0F6B7151D}"/>
              </a:ext>
            </a:extLst>
          </p:cNvPr>
          <p:cNvSpPr/>
          <p:nvPr/>
        </p:nvSpPr>
        <p:spPr>
          <a:xfrm>
            <a:off x="416052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Generate Response</a:t>
            </a:r>
            <a:endParaRPr lang="en-US" sz="16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1ADCD74-2CA7-8165-985B-B8E084AA92A5}"/>
              </a:ext>
            </a:extLst>
          </p:cNvPr>
          <p:cNvSpPr/>
          <p:nvPr/>
        </p:nvSpPr>
        <p:spPr>
          <a:xfrm>
            <a:off x="3520440" y="3749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Run input through your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GenAI pipeline</a:t>
            </a:r>
            <a:endParaRPr lang="en-US" sz="14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3B74573-87DD-AC70-6E96-A591694F5CC3}"/>
              </a:ext>
            </a:extLst>
          </p:cNvPr>
          <p:cNvSpPr/>
          <p:nvPr/>
        </p:nvSpPr>
        <p:spPr>
          <a:xfrm>
            <a:off x="6217920" y="2834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87F17B7-A267-1D34-9EAA-8E0E36512976}"/>
              </a:ext>
            </a:extLst>
          </p:cNvPr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</a:t>
            </a:r>
            <a:endParaRPr lang="en-US" sz="20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CDF35C8-101F-628F-426E-814C5DEE6739}"/>
              </a:ext>
            </a:extLst>
          </p:cNvPr>
          <p:cNvSpPr/>
          <p:nvPr/>
        </p:nvSpPr>
        <p:spPr>
          <a:xfrm>
            <a:off x="704088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Judge Evaluates</a:t>
            </a:r>
            <a:endParaRPr lang="en-US" sz="16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B3C215E-07F0-D3ED-7995-83693C7F725E}"/>
              </a:ext>
            </a:extLst>
          </p:cNvPr>
          <p:cNvSpPr/>
          <p:nvPr/>
        </p:nvSpPr>
        <p:spPr>
          <a:xfrm>
            <a:off x="6400800" y="3749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LLM compares output to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gold standard with rubric</a:t>
            </a:r>
            <a:endParaRPr lang="en-US" sz="14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4558436-D151-A91F-F6DE-30D17F46055C}"/>
              </a:ext>
            </a:extLst>
          </p:cNvPr>
          <p:cNvSpPr/>
          <p:nvPr/>
        </p:nvSpPr>
        <p:spPr>
          <a:xfrm>
            <a:off x="9098280" y="2834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0B0B80D-0946-3E6B-D06A-F58A5FB26586}"/>
              </a:ext>
            </a:extLst>
          </p:cNvPr>
          <p:cNvSpPr/>
          <p:nvPr/>
        </p:nvSpPr>
        <p:spPr>
          <a:xfrm>
            <a:off x="9281160" y="3017520"/>
            <a:ext cx="502920" cy="502920"/>
          </a:xfrm>
          <a:prstGeom prst="ellipse">
            <a:avLst/>
          </a:prstGeom>
          <a:solidFill>
            <a:srgbClr val="FF85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4</a:t>
            </a:r>
            <a:endParaRPr lang="en-US" sz="20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A8F2681-40B1-CA6A-2AA3-DA16F91AA219}"/>
              </a:ext>
            </a:extLst>
          </p:cNvPr>
          <p:cNvSpPr/>
          <p:nvPr/>
        </p:nvSpPr>
        <p:spPr>
          <a:xfrm>
            <a:off x="992124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Score + Reasoning</a:t>
            </a:r>
            <a:endParaRPr lang="en-US" sz="16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172FAF1-939C-EC00-2B1B-42D7E4D9CB18}"/>
              </a:ext>
            </a:extLst>
          </p:cNvPr>
          <p:cNvSpPr/>
          <p:nvPr/>
        </p:nvSpPr>
        <p:spPr>
          <a:xfrm>
            <a:off x="9281160" y="37490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Binary pass/fail with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explanation of failures</a:t>
            </a:r>
            <a:endParaRPr lang="en-US" sz="14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8215F00-A1D9-57AB-508F-DFFD22440E1D}"/>
              </a:ext>
            </a:extLst>
          </p:cNvPr>
          <p:cNvSpPr/>
          <p:nvPr/>
        </p:nvSpPr>
        <p:spPr>
          <a:xfrm>
            <a:off x="3200400" y="4023360"/>
            <a:ext cx="274320" cy="0"/>
          </a:xfrm>
          <a:prstGeom prst="line">
            <a:avLst/>
          </a:prstGeom>
          <a:noFill/>
          <a:ln w="25400">
            <a:solidFill>
              <a:srgbClr val="FF85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8F327212-D652-5EAE-116D-F08008F190E4}"/>
              </a:ext>
            </a:extLst>
          </p:cNvPr>
          <p:cNvSpPr/>
          <p:nvPr/>
        </p:nvSpPr>
        <p:spPr>
          <a:xfrm>
            <a:off x="6080760" y="4023360"/>
            <a:ext cx="274320" cy="0"/>
          </a:xfrm>
          <a:prstGeom prst="line">
            <a:avLst/>
          </a:prstGeom>
          <a:noFill/>
          <a:ln w="25400">
            <a:solidFill>
              <a:srgbClr val="FF85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625504F4-9423-A132-4595-D45AB14F7342}"/>
              </a:ext>
            </a:extLst>
          </p:cNvPr>
          <p:cNvSpPr/>
          <p:nvPr/>
        </p:nvSpPr>
        <p:spPr>
          <a:xfrm>
            <a:off x="8961120" y="4023360"/>
            <a:ext cx="274320" cy="0"/>
          </a:xfrm>
          <a:prstGeom prst="line">
            <a:avLst/>
          </a:prstGeom>
          <a:noFill/>
          <a:ln w="25400">
            <a:solidFill>
              <a:srgbClr val="FF85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3F03C5C0-53DC-627B-DA4E-647F437F0772}"/>
              </a:ext>
            </a:extLst>
          </p:cNvPr>
          <p:cNvSpPr/>
          <p:nvPr/>
        </p:nvSpPr>
        <p:spPr>
          <a:xfrm>
            <a:off x="457200" y="5577840"/>
            <a:ext cx="11274552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7A80E2BE-5F10-3F4E-04CF-10DE6039950E}"/>
              </a:ext>
            </a:extLst>
          </p:cNvPr>
          <p:cNvSpPr/>
          <p:nvPr/>
        </p:nvSpPr>
        <p:spPr>
          <a:xfrm>
            <a:off x="457200" y="5577840"/>
            <a:ext cx="73152" cy="640080"/>
          </a:xfrm>
          <a:prstGeom prst="rect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C3EA35E9-F6A0-C291-FA92-A168D05E3057}"/>
              </a:ext>
            </a:extLst>
          </p:cNvPr>
          <p:cNvSpPr/>
          <p:nvPr/>
        </p:nvSpPr>
        <p:spPr>
          <a:xfrm>
            <a:off x="822960" y="562356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GenAI evals produce reasoning, not just scores. </a:t>
            </a:r>
          </a:p>
          <a:p>
            <a:r>
              <a:rPr lang="en-US" sz="1500" b="1" i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Calibrate with human review, use binary questions to maximize accuracy, and always inspect the judge's reasoning.</a:t>
            </a:r>
            <a:endParaRPr lang="en-US" sz="1500">
              <a:latin typeface="Amazon Ember"/>
              <a:ea typeface="Amazon Ember"/>
              <a:cs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613712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363F2-DBBB-302A-E67C-761EB243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9FFA10-2F1C-B9B0-7EAB-9FB18C4FD444}"/>
              </a:ext>
            </a:extLst>
          </p:cNvPr>
          <p:cNvSpPr/>
          <p:nvPr/>
        </p:nvSpPr>
        <p:spPr>
          <a:xfrm>
            <a:off x="91440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LLM-AS-A-JUDGE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AC9C97-AAAA-301D-7FA0-C8616FAFCFE4}"/>
              </a:ext>
            </a:extLst>
          </p:cNvPr>
          <p:cNvSpPr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Building Your Gold Standard Dataset</a:t>
            </a:r>
            <a:endParaRPr lang="en-US"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48E25D-1098-EBF7-AE20-EEE4226A6BBB}"/>
              </a:ext>
            </a:extLst>
          </p:cNvPr>
          <p:cNvSpPr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gold standard dataset is the backbone of every evaluation. Here's how to build one.</a:t>
            </a:r>
            <a:endParaRPr lang="en-US" sz="16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A41FB79-BB5C-FA26-5EC0-1355F03A4B1B}"/>
              </a:ext>
            </a:extLst>
          </p:cNvPr>
          <p:cNvSpPr/>
          <p:nvPr/>
        </p:nvSpPr>
        <p:spPr>
          <a:xfrm>
            <a:off x="904033" y="2441096"/>
            <a:ext cx="10360152" cy="777240"/>
          </a:xfrm>
          <a:prstGeom prst="roundRect">
            <a:avLst>
              <a:gd name="adj" fmla="val 7059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0532D7A-338C-F5BA-C130-8A858824D3D2}"/>
              </a:ext>
            </a:extLst>
          </p:cNvPr>
          <p:cNvSpPr/>
          <p:nvPr/>
        </p:nvSpPr>
        <p:spPr>
          <a:xfrm>
            <a:off x="904033" y="2441096"/>
            <a:ext cx="73152" cy="7772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EAFB22D-8579-129A-B9D7-027BECE8C87A}"/>
              </a:ext>
            </a:extLst>
          </p:cNvPr>
          <p:cNvSpPr/>
          <p:nvPr/>
        </p:nvSpPr>
        <p:spPr>
          <a:xfrm>
            <a:off x="1269793" y="2532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Input/output pairs for each step</a:t>
            </a:r>
            <a:endParaRPr lang="en-US" sz="15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4A53BD1-D610-4AAD-7602-35984F58F267}"/>
              </a:ext>
            </a:extLst>
          </p:cNvPr>
          <p:cNvSpPr/>
          <p:nvPr/>
        </p:nvSpPr>
        <p:spPr>
          <a:xfrm>
            <a:off x="1269793" y="28251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Build separate datasets per pipeline stage rather than  evaluating end-to-end only.</a:t>
            </a:r>
            <a:endParaRPr lang="en-US" sz="13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F0EB970-C37E-E21F-2E0A-B58406263DA3}"/>
              </a:ext>
            </a:extLst>
          </p:cNvPr>
          <p:cNvSpPr/>
          <p:nvPr/>
        </p:nvSpPr>
        <p:spPr>
          <a:xfrm>
            <a:off x="904033" y="3446936"/>
            <a:ext cx="10360152" cy="777240"/>
          </a:xfrm>
          <a:prstGeom prst="roundRect">
            <a:avLst>
              <a:gd name="adj" fmla="val 7059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E51C4B4-D810-5598-4FAA-EE29A87FF4F3}"/>
              </a:ext>
            </a:extLst>
          </p:cNvPr>
          <p:cNvSpPr/>
          <p:nvPr/>
        </p:nvSpPr>
        <p:spPr>
          <a:xfrm>
            <a:off x="904033" y="3446936"/>
            <a:ext cx="73152" cy="7772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F1FDCDD-03EF-20AF-92E2-1AED6D5902BE}"/>
              </a:ext>
            </a:extLst>
          </p:cNvPr>
          <p:cNvSpPr/>
          <p:nvPr/>
        </p:nvSpPr>
        <p:spPr>
          <a:xfrm>
            <a:off x="1269793" y="3538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100+ test cases minimum</a:t>
            </a:r>
            <a:endParaRPr lang="en-US" sz="15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D5D066D-8193-F406-3150-993C22E678EC}"/>
              </a:ext>
            </a:extLst>
          </p:cNvPr>
          <p:cNvSpPr/>
          <p:nvPr/>
        </p:nvSpPr>
        <p:spPr>
          <a:xfrm>
            <a:off x="1269793" y="38309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Add data for known failure states. Edge cases may only need 3–5 examples.</a:t>
            </a:r>
            <a:endParaRPr lang="en-US" sz="13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775F6B1-DDC6-458B-9B61-FB8665682AAE}"/>
              </a:ext>
            </a:extLst>
          </p:cNvPr>
          <p:cNvSpPr/>
          <p:nvPr/>
        </p:nvSpPr>
        <p:spPr>
          <a:xfrm>
            <a:off x="904033" y="4452776"/>
            <a:ext cx="10360152" cy="777240"/>
          </a:xfrm>
          <a:prstGeom prst="roundRect">
            <a:avLst>
              <a:gd name="adj" fmla="val 7059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5829F6E-196B-46A0-4C17-F1AD03C2C5CD}"/>
              </a:ext>
            </a:extLst>
          </p:cNvPr>
          <p:cNvSpPr/>
          <p:nvPr/>
        </p:nvSpPr>
        <p:spPr>
          <a:xfrm>
            <a:off x="904033" y="4452776"/>
            <a:ext cx="73152" cy="7772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2D64622-B1E6-B937-F884-032E0A814EC4}"/>
              </a:ext>
            </a:extLst>
          </p:cNvPr>
          <p:cNvSpPr/>
          <p:nvPr/>
        </p:nvSpPr>
        <p:spPr>
          <a:xfrm>
            <a:off x="1269793" y="4544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Include negative intent examples</a:t>
            </a:r>
            <a:endParaRPr lang="en-US" sz="15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5444896-A0EE-347C-10EF-ADC8B4F79940}"/>
              </a:ext>
            </a:extLst>
          </p:cNvPr>
          <p:cNvSpPr/>
          <p:nvPr/>
        </p:nvSpPr>
        <p:spPr>
          <a:xfrm>
            <a:off x="1269793" y="483682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Test adversarial inputs (users who intentionally try to abuse or break the system)</a:t>
            </a:r>
            <a:endParaRPr lang="en-US" sz="13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0696A86-DD5D-CAFA-80E5-1C591FB98B42}"/>
              </a:ext>
            </a:extLst>
          </p:cNvPr>
          <p:cNvSpPr/>
          <p:nvPr/>
        </p:nvSpPr>
        <p:spPr>
          <a:xfrm>
            <a:off x="904033" y="5458616"/>
            <a:ext cx="10360152" cy="777240"/>
          </a:xfrm>
          <a:prstGeom prst="roundRect">
            <a:avLst>
              <a:gd name="adj" fmla="val 7059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0E40D29-FDF1-EBD6-3095-8E8F67781F03}"/>
              </a:ext>
            </a:extLst>
          </p:cNvPr>
          <p:cNvSpPr/>
          <p:nvPr/>
        </p:nvSpPr>
        <p:spPr>
          <a:xfrm>
            <a:off x="904033" y="5458616"/>
            <a:ext cx="73152" cy="7772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A266459-96D2-D65F-C4AB-8707B6210BD8}"/>
              </a:ext>
            </a:extLst>
          </p:cNvPr>
          <p:cNvSpPr/>
          <p:nvPr/>
        </p:nvSpPr>
        <p:spPr>
          <a:xfrm>
            <a:off x="1269793" y="5550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Grow with user feedback</a:t>
            </a:r>
            <a:endParaRPr lang="en-US" sz="150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C998550-2936-F8C6-9E80-81B31588DBB2}"/>
              </a:ext>
            </a:extLst>
          </p:cNvPr>
          <p:cNvSpPr/>
          <p:nvPr/>
        </p:nvSpPr>
        <p:spPr>
          <a:xfrm>
            <a:off x="1269793" y="5842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Add real failure cases as they surface in production. Your dataset is never finished.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886281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C6842-9D1A-F2A8-AAC4-018377D85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2CE224-3A7A-BCD5-536C-0D581713E04E}"/>
              </a:ext>
            </a:extLst>
          </p:cNvPr>
          <p:cNvSpPr/>
          <p:nvPr/>
        </p:nvSpPr>
        <p:spPr>
          <a:xfrm>
            <a:off x="91440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LLM-AS-A-JUDGE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72962F-9F8E-B02D-258F-E1037F1DEC72}"/>
              </a:ext>
            </a:extLst>
          </p:cNvPr>
          <p:cNvSpPr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Use Binary Pass/Fail, Not Scales</a:t>
            </a:r>
            <a:endParaRPr lang="en-US" sz="3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F90BF0-74F3-A144-E1D8-EAC678298F01}"/>
              </a:ext>
            </a:extLst>
          </p:cNvPr>
          <p:cNvSpPr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Example result to evaluate: "A spider has 7 legs, no wings, and spins webs."</a:t>
            </a:r>
            <a:endParaRPr lang="en-US" sz="15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4A7CA37-E529-B9DD-454F-A70C25253811}"/>
              </a:ext>
            </a:extLst>
          </p:cNvPr>
          <p:cNvSpPr/>
          <p:nvPr/>
        </p:nvSpPr>
        <p:spPr>
          <a:xfrm>
            <a:off x="548640" y="256032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BAE008B-627C-4831-9A8E-93F15C7BE7AE}"/>
              </a:ext>
            </a:extLst>
          </p:cNvPr>
          <p:cNvSpPr/>
          <p:nvPr/>
        </p:nvSpPr>
        <p:spPr>
          <a:xfrm>
            <a:off x="548640" y="2560320"/>
            <a:ext cx="5303520" cy="64008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ADFD897-B143-A9C2-AB6C-2FA144B6F648}"/>
              </a:ext>
            </a:extLst>
          </p:cNvPr>
          <p:cNvSpPr/>
          <p:nvPr/>
        </p:nvSpPr>
        <p:spPr>
          <a:xfrm>
            <a:off x="82296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✅  </a:t>
            </a:r>
            <a:r>
              <a:rPr lang="en-US" b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GOOD: Binary</a:t>
            </a:r>
            <a:r>
              <a:rPr lang="en-US" sz="1800" b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 Questions</a:t>
            </a:r>
            <a:endParaRPr lang="en-US" sz="18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A2A8826-FCCA-0AFD-8E1F-394A68390E03}"/>
              </a:ext>
            </a:extLst>
          </p:cNvPr>
          <p:cNvSpPr/>
          <p:nvPr/>
        </p:nvSpPr>
        <p:spPr>
          <a:xfrm>
            <a:off x="82296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Based on the result, respond to each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question with yes or no:</a:t>
            </a:r>
            <a:endParaRPr lang="en-US" sz="1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871006D-1E7C-A5B4-5D94-1049023E2C6F}"/>
              </a:ext>
            </a:extLst>
          </p:cNvPr>
          <p:cNvSpPr/>
          <p:nvPr/>
        </p:nvSpPr>
        <p:spPr>
          <a:xfrm>
            <a:off x="822960" y="3840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Is the number of legs correct?</a:t>
            </a:r>
            <a:endParaRPr lang="en-US" sz="140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Is the number of wings correct?</a:t>
            </a:r>
            <a:endParaRPr lang="en-US" sz="140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Are webs mentioned?</a:t>
            </a:r>
            <a:endParaRPr lang="en-US" sz="1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5B9D0F9-3A88-E89F-775D-57FD0C3D6128}"/>
              </a:ext>
            </a:extLst>
          </p:cNvPr>
          <p:cNvSpPr/>
          <p:nvPr/>
        </p:nvSpPr>
        <p:spPr>
          <a:xfrm>
            <a:off x="82296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Forces clear, decomposed thinking</a:t>
            </a:r>
            <a:endParaRPr lang="en-US" sz="13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13DE7BA-548C-E88C-8B8C-E295D7B97B80}"/>
              </a:ext>
            </a:extLst>
          </p:cNvPr>
          <p:cNvSpPr/>
          <p:nvPr/>
        </p:nvSpPr>
        <p:spPr>
          <a:xfrm>
            <a:off x="6217920" y="256032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161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4A0FC1A-9EB5-6385-5E8D-9B3619CD1055}"/>
              </a:ext>
            </a:extLst>
          </p:cNvPr>
          <p:cNvSpPr/>
          <p:nvPr/>
        </p:nvSpPr>
        <p:spPr>
          <a:xfrm>
            <a:off x="6217920" y="2560320"/>
            <a:ext cx="5303520" cy="64008"/>
          </a:xfrm>
          <a:prstGeom prst="rect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F0A3947-2A18-AAF2-2195-A7F0AC2BC493}"/>
              </a:ext>
            </a:extLst>
          </p:cNvPr>
          <p:cNvSpPr/>
          <p:nvPr/>
        </p:nvSpPr>
        <p:spPr>
          <a:xfrm>
            <a:off x="649224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❌  </a:t>
            </a:r>
            <a:r>
              <a:rPr lang="en-US" b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BAD: Scale</a:t>
            </a:r>
            <a:r>
              <a:rPr lang="en-US" sz="1800" b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 Rating</a:t>
            </a:r>
            <a:endParaRPr lang="en-US" sz="18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89EB486-781D-D182-9F18-3FC75C7640C9}"/>
              </a:ext>
            </a:extLst>
          </p:cNvPr>
          <p:cNvSpPr/>
          <p:nvPr/>
        </p:nvSpPr>
        <p:spPr>
          <a:xfrm>
            <a:off x="649224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6C7A89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Based on the result, on a scale of 0 to 5,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6C7A89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how factually accurate is the result?</a:t>
            </a:r>
            <a:endParaRPr lang="en-US" sz="1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DFC4E86-105B-03F1-DC58-11D06C3255F8}"/>
              </a:ext>
            </a:extLst>
          </p:cNvPr>
          <p:cNvSpPr/>
          <p:nvPr/>
        </p:nvSpPr>
        <p:spPr>
          <a:xfrm>
            <a:off x="6492240" y="3840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>
                <a:solidFill>
                  <a:srgbClr val="6C7A89"/>
                </a:solidFill>
                <a:latin typeface="Amazon Ember"/>
                <a:ea typeface="Amazon Ember"/>
                <a:cs typeface="Amazon Ember"/>
              </a:rPr>
              <a:t>Subjective! What does a 3 mean?</a:t>
            </a:r>
            <a:endParaRPr lang="en-US" sz="1400">
              <a:latin typeface="Amazon Ember"/>
              <a:ea typeface="Amazon Ember"/>
              <a:cs typeface="Amazon Ember"/>
            </a:endParaRPr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>
                <a:solidFill>
                  <a:srgbClr val="6C7A89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Forces implicit reasoning</a:t>
            </a:r>
            <a:endParaRPr lang="en-US" sz="140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>
                <a:solidFill>
                  <a:srgbClr val="6C7A89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Different judges give different scores</a:t>
            </a:r>
            <a:endParaRPr lang="en-US" sz="14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284A3E3-E9DF-102F-E814-3A9651226D5F}"/>
              </a:ext>
            </a:extLst>
          </p:cNvPr>
          <p:cNvSpPr/>
          <p:nvPr/>
        </p:nvSpPr>
        <p:spPr>
          <a:xfrm>
            <a:off x="6492240" y="5303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C7A89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Vague, inconsistent, not actionable</a:t>
            </a:r>
            <a:endParaRPr lang="en-US" sz="13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D2DFD754-2016-6EE1-A9CC-CA0AD0C5561F}"/>
              </a:ext>
            </a:extLst>
          </p:cNvPr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A2E5ED1-668F-13F0-3A8E-283520C811C3}"/>
              </a:ext>
            </a:extLst>
          </p:cNvPr>
          <p:cNvSpPr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232F3E"/>
                </a:solidFill>
                <a:latin typeface="Amazon Ember"/>
                <a:ea typeface="Amazon Ember"/>
                <a:cs typeface="Amazon Ember"/>
              </a:rPr>
              <a:t>Binary evaluations force clearer thinking and faster decisions. One judge per metric.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865279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EB35A-B316-E778-AE85-B24D5D3B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>
            <a:extLst>
              <a:ext uri="{FF2B5EF4-FFF2-40B4-BE49-F238E27FC236}">
                <a16:creationId xmlns:a16="http://schemas.microsoft.com/office/drawing/2014/main" id="{E399987C-E2ED-1990-CA12-8730AC78FC8E}"/>
              </a:ext>
            </a:extLst>
          </p:cNvPr>
          <p:cNvSpPr/>
          <p:nvPr/>
        </p:nvSpPr>
        <p:spPr>
          <a:xfrm>
            <a:off x="91440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BEST PRACTICES</a:t>
            </a:r>
            <a:endParaRPr lang="en-US" sz="1400"/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552BD76D-B269-150D-CEB8-524CF1CBEF7B}"/>
              </a:ext>
            </a:extLst>
          </p:cNvPr>
          <p:cNvSpPr/>
          <p:nvPr/>
        </p:nvSpPr>
        <p:spPr>
          <a:xfrm>
            <a:off x="914400" y="817581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The Best Evaluations Are...</a:t>
            </a:r>
            <a:endParaRPr lang="en-US" sz="360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16DB4FE0-1BA1-C2C5-8423-A4646B097D69}"/>
              </a:ext>
            </a:extLst>
          </p:cNvPr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68F991FB-DEC0-8718-1906-5BBA4B68A9D1}"/>
              </a:ext>
            </a:extLst>
          </p:cNvPr>
          <p:cNvSpPr/>
          <p:nvPr/>
        </p:nvSpPr>
        <p:spPr>
          <a:xfrm>
            <a:off x="548640" y="1737360"/>
            <a:ext cx="73152" cy="210312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0" descr="fi_bp0.svg">
            <a:extLst>
              <a:ext uri="{FF2B5EF4-FFF2-40B4-BE49-F238E27FC236}">
                <a16:creationId xmlns:a16="http://schemas.microsoft.com/office/drawing/2014/main" id="{EA33FCAE-6DF5-79F1-D403-F919CE74F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2011680"/>
            <a:ext cx="457200" cy="457200"/>
          </a:xfrm>
          <a:prstGeom prst="rect">
            <a:avLst/>
          </a:prstGeom>
        </p:spPr>
      </p:pic>
      <p:sp>
        <p:nvSpPr>
          <p:cNvPr id="51" name="Text 4">
            <a:extLst>
              <a:ext uri="{FF2B5EF4-FFF2-40B4-BE49-F238E27FC236}">
                <a16:creationId xmlns:a16="http://schemas.microsoft.com/office/drawing/2014/main" id="{9CDD3EAD-E252-06EA-8E62-EC9904E351E6}"/>
              </a:ext>
            </a:extLst>
          </p:cNvPr>
          <p:cNvSpPr/>
          <p:nvPr/>
        </p:nvSpPr>
        <p:spPr>
          <a:xfrm>
            <a:off x="150876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Fast</a:t>
            </a:r>
            <a:endParaRPr lang="en-US" sz="200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A99C2F46-1E01-F487-2A2A-B890EDDE4628}"/>
              </a:ext>
            </a:extLst>
          </p:cNvPr>
          <p:cNvSpPr/>
          <p:nvPr/>
        </p:nvSpPr>
        <p:spPr>
          <a:xfrm>
            <a:off x="1508760" y="23774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Production systems go through 1,000+ iterations.</a:t>
            </a:r>
          </a:p>
          <a:p>
            <a:pPr>
              <a:lnSpc>
                <a:spcPts val="2000"/>
              </a:lnSpc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Each iteration should be evaluated.</a:t>
            </a:r>
          </a:p>
          <a:p>
            <a:pPr>
              <a:lnSpc>
                <a:spcPts val="2000"/>
              </a:lnSpc>
            </a:pPr>
            <a:r>
              <a:rPr lang="en-US"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faster you evaluate, the faster you move through the product development lifecycle.</a:t>
            </a:r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BD91859F-0A79-2CBF-409C-BFE7D1E43648}"/>
              </a:ext>
            </a:extLst>
          </p:cNvPr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EEAA9475-5CE6-8778-1441-73BB3E3325AC}"/>
              </a:ext>
            </a:extLst>
          </p:cNvPr>
          <p:cNvSpPr/>
          <p:nvPr/>
        </p:nvSpPr>
        <p:spPr>
          <a:xfrm>
            <a:off x="6217920" y="1737360"/>
            <a:ext cx="73152" cy="2103120"/>
          </a:xfrm>
          <a:prstGeom prst="rect">
            <a:avLst/>
          </a:prstGeom>
          <a:solidFill>
            <a:srgbClr val="7C59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1" descr="fi_bp1.svg">
            <a:extLst>
              <a:ext uri="{FF2B5EF4-FFF2-40B4-BE49-F238E27FC236}">
                <a16:creationId xmlns:a16="http://schemas.microsoft.com/office/drawing/2014/main" id="{99FFB3E6-66B2-578D-753A-5EAC20E29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7960" y="2011680"/>
            <a:ext cx="457200" cy="457200"/>
          </a:xfrm>
          <a:prstGeom prst="rect">
            <a:avLst/>
          </a:prstGeom>
        </p:spPr>
      </p:pic>
      <p:sp>
        <p:nvSpPr>
          <p:cNvPr id="56" name="Text 8">
            <a:extLst>
              <a:ext uri="{FF2B5EF4-FFF2-40B4-BE49-F238E27FC236}">
                <a16:creationId xmlns:a16="http://schemas.microsoft.com/office/drawing/2014/main" id="{E98F4319-AD39-8F66-5AD0-DE0803DE26C1}"/>
              </a:ext>
            </a:extLst>
          </p:cNvPr>
          <p:cNvSpPr/>
          <p:nvPr/>
        </p:nvSpPr>
        <p:spPr>
          <a:xfrm>
            <a:off x="717804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Targeted</a:t>
            </a:r>
            <a:endParaRPr lang="en-US" sz="200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8D7BB2D4-D467-0698-730C-6AEC32E18D1F}"/>
              </a:ext>
            </a:extLst>
          </p:cNvPr>
          <p:cNvSpPr/>
          <p:nvPr/>
        </p:nvSpPr>
        <p:spPr>
          <a:xfrm>
            <a:off x="7178040" y="23774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Design evals to locate problems. Locating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is harder than fixing. Build multiple gold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standard datasets, one per pipeline step.</a:t>
            </a:r>
            <a:endParaRPr lang="en-US" sz="1400"/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85C3B138-EB5A-0E9F-2389-2F144B27804E}"/>
              </a:ext>
            </a:extLst>
          </p:cNvPr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96B62E7A-7EA3-3584-DAC0-1F06D7075590}"/>
              </a:ext>
            </a:extLst>
          </p:cNvPr>
          <p:cNvSpPr/>
          <p:nvPr/>
        </p:nvSpPr>
        <p:spPr>
          <a:xfrm>
            <a:off x="548640" y="4114800"/>
            <a:ext cx="73152" cy="2103120"/>
          </a:xfrm>
          <a:prstGeom prst="rect">
            <a:avLst/>
          </a:prstGeom>
          <a:solidFill>
            <a:srgbClr val="38EF7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2" descr="fi_bp2.svg">
            <a:extLst>
              <a:ext uri="{FF2B5EF4-FFF2-40B4-BE49-F238E27FC236}">
                <a16:creationId xmlns:a16="http://schemas.microsoft.com/office/drawing/2014/main" id="{9860A5DB-CE28-653F-B110-316AC210A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4389120"/>
            <a:ext cx="457200" cy="457200"/>
          </a:xfrm>
          <a:prstGeom prst="rect">
            <a:avLst/>
          </a:prstGeom>
        </p:spPr>
      </p:pic>
      <p:sp>
        <p:nvSpPr>
          <p:cNvPr id="61" name="Text 12">
            <a:extLst>
              <a:ext uri="{FF2B5EF4-FFF2-40B4-BE49-F238E27FC236}">
                <a16:creationId xmlns:a16="http://schemas.microsoft.com/office/drawing/2014/main" id="{15C9A6AE-4DE4-D15A-57A1-CC0645964E33}"/>
              </a:ext>
            </a:extLst>
          </p:cNvPr>
          <p:cNvSpPr/>
          <p:nvPr/>
        </p:nvSpPr>
        <p:spPr>
          <a:xfrm>
            <a:off x="150876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Diverse</a:t>
            </a:r>
            <a:endParaRPr lang="en-US" sz="2000"/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8AA586FA-47E9-9BD0-41C8-32906C906801}"/>
              </a:ext>
            </a:extLst>
          </p:cNvPr>
          <p:cNvSpPr/>
          <p:nvPr/>
        </p:nvSpPr>
        <p:spPr>
          <a:xfrm>
            <a:off x="1508760" y="4754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100+ test cases per gold standard set.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Include edge cases (3–5 examples each).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Add negative intent / adversarial examples.</a:t>
            </a:r>
            <a:endParaRPr lang="en-US" sz="1400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E3E16058-B01C-6409-7EEF-37C9F347133B}"/>
              </a:ext>
            </a:extLst>
          </p:cNvPr>
          <p:cNvSpPr/>
          <p:nvPr/>
        </p:nvSpPr>
        <p:spPr>
          <a:xfrm>
            <a:off x="6217920" y="41148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6646E988-F54F-373B-9926-EA3172AB97FF}"/>
              </a:ext>
            </a:extLst>
          </p:cNvPr>
          <p:cNvSpPr/>
          <p:nvPr/>
        </p:nvSpPr>
        <p:spPr>
          <a:xfrm>
            <a:off x="6217920" y="4114800"/>
            <a:ext cx="73152" cy="2103120"/>
          </a:xfrm>
          <a:prstGeom prst="rect">
            <a:avLst/>
          </a:prstGeom>
          <a:solidFill>
            <a:srgbClr val="F46DB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3" descr="fi_bp3.svg">
            <a:extLst>
              <a:ext uri="{FF2B5EF4-FFF2-40B4-BE49-F238E27FC236}">
                <a16:creationId xmlns:a16="http://schemas.microsoft.com/office/drawing/2014/main" id="{FAFD360F-1D63-30EA-13B4-E6EAFCD13B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7960" y="4389120"/>
            <a:ext cx="457200" cy="457200"/>
          </a:xfrm>
          <a:prstGeom prst="rect">
            <a:avLst/>
          </a:prstGeom>
        </p:spPr>
      </p:pic>
      <p:sp>
        <p:nvSpPr>
          <p:cNvPr id="66" name="Text 16">
            <a:extLst>
              <a:ext uri="{FF2B5EF4-FFF2-40B4-BE49-F238E27FC236}">
                <a16:creationId xmlns:a16="http://schemas.microsoft.com/office/drawing/2014/main" id="{D1A1B67F-2B3F-15CB-617C-4761667EBEA2}"/>
              </a:ext>
            </a:extLst>
          </p:cNvPr>
          <p:cNvSpPr/>
          <p:nvPr/>
        </p:nvSpPr>
        <p:spPr>
          <a:xfrm>
            <a:off x="717804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Binary</a:t>
            </a:r>
            <a:endParaRPr lang="en-US" sz="200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D60A9C81-2F94-765E-A94C-2894D18FAD01}"/>
              </a:ext>
            </a:extLst>
          </p:cNvPr>
          <p:cNvSpPr/>
          <p:nvPr/>
        </p:nvSpPr>
        <p:spPr>
          <a:xfrm>
            <a:off x="7178040" y="47548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Use pass/fail, not 1–5 scales.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Scales are subjective and force implicit reasoning.</a:t>
            </a:r>
            <a:endParaRPr lang="en-US" sz="1400"/>
          </a:p>
          <a:p>
            <a:pPr marL="0" indent="0">
              <a:lnSpc>
                <a:spcPts val="20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Binary forces clearer thinking and faster decisions.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5049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44737-04A4-DF75-243A-399100AE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>
            <a:extLst>
              <a:ext uri="{FF2B5EF4-FFF2-40B4-BE49-F238E27FC236}">
                <a16:creationId xmlns:a16="http://schemas.microsoft.com/office/drawing/2014/main" id="{851648AC-C8EE-98BA-CA77-A65CB7DB0877}"/>
              </a:ext>
            </a:extLst>
          </p:cNvPr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161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">
            <a:extLst>
              <a:ext uri="{FF2B5EF4-FFF2-40B4-BE49-F238E27FC236}">
                <a16:creationId xmlns:a16="http://schemas.microsoft.com/office/drawing/2014/main" id="{C062B3E6-E51B-AE82-96F4-A84C1B262C9D}"/>
              </a:ext>
            </a:extLst>
          </p:cNvPr>
          <p:cNvSpPr/>
          <p:nvPr/>
        </p:nvSpPr>
        <p:spPr>
          <a:xfrm>
            <a:off x="0" y="36576"/>
            <a:ext cx="12188952" cy="0"/>
          </a:xfrm>
          <a:prstGeom prst="line">
            <a:avLst/>
          </a:prstGeom>
          <a:noFill/>
          <a:ln w="38100">
            <a:solidFill>
              <a:srgbClr val="FF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2">
            <a:extLst>
              <a:ext uri="{FF2B5EF4-FFF2-40B4-BE49-F238E27FC236}">
                <a16:creationId xmlns:a16="http://schemas.microsoft.com/office/drawing/2014/main" id="{263E1B07-8B24-0954-A48D-FF0FED31C9A0}"/>
              </a:ext>
            </a:extLst>
          </p:cNvPr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WORKSHOP STRUCTURE</a:t>
            </a:r>
            <a:endParaRPr lang="en-US" sz="1300"/>
          </a:p>
        </p:txBody>
      </p:sp>
      <p:sp>
        <p:nvSpPr>
          <p:cNvPr id="104" name="Text 3">
            <a:extLst>
              <a:ext uri="{FF2B5EF4-FFF2-40B4-BE49-F238E27FC236}">
                <a16:creationId xmlns:a16="http://schemas.microsoft.com/office/drawing/2014/main" id="{C2E88899-E154-A8D2-3B14-05B45DEF2000}"/>
              </a:ext>
            </a:extLst>
          </p:cNvPr>
          <p:cNvSpPr/>
          <p:nvPr/>
        </p:nvSpPr>
        <p:spPr>
          <a:xfrm>
            <a:off x="548640" y="8229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Workshop at</a:t>
            </a:r>
            <a:endParaRPr lang="en-US" sz="360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 Glance</a:t>
            </a:r>
            <a:endParaRPr lang="en-US" sz="3600"/>
          </a:p>
        </p:txBody>
      </p:sp>
      <p:sp>
        <p:nvSpPr>
          <p:cNvPr id="105" name="Text 4">
            <a:extLst>
              <a:ext uri="{FF2B5EF4-FFF2-40B4-BE49-F238E27FC236}">
                <a16:creationId xmlns:a16="http://schemas.microsoft.com/office/drawing/2014/main" id="{B63DA640-9284-21BB-BD39-7D9DBB68FC2D}"/>
              </a:ext>
            </a:extLst>
          </p:cNvPr>
          <p:cNvSpPr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CORE MODULES</a:t>
            </a:r>
            <a:endParaRPr lang="en-US" sz="1100"/>
          </a:p>
        </p:txBody>
      </p:sp>
      <p:sp>
        <p:nvSpPr>
          <p:cNvPr id="106" name="Text 5">
            <a:extLst>
              <a:ext uri="{FF2B5EF4-FFF2-40B4-BE49-F238E27FC236}">
                <a16:creationId xmlns:a16="http://schemas.microsoft.com/office/drawing/2014/main" id="{EB0F6AE6-94E9-FF1E-4AB0-8FAB31C7FC6A}"/>
              </a:ext>
            </a:extLst>
          </p:cNvPr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Required, delivered in order</a:t>
            </a:r>
            <a:endParaRPr lang="en-US" sz="1200"/>
          </a:p>
        </p:txBody>
      </p:sp>
      <p:sp>
        <p:nvSpPr>
          <p:cNvPr id="107" name="Shape 6">
            <a:extLst>
              <a:ext uri="{FF2B5EF4-FFF2-40B4-BE49-F238E27FC236}">
                <a16:creationId xmlns:a16="http://schemas.microsoft.com/office/drawing/2014/main" id="{D7E05DFA-54AD-BC8A-41C6-F6B7BEA2BDB9}"/>
              </a:ext>
            </a:extLst>
          </p:cNvPr>
          <p:cNvSpPr/>
          <p:nvPr/>
        </p:nvSpPr>
        <p:spPr>
          <a:xfrm>
            <a:off x="548640" y="2788920"/>
            <a:ext cx="56692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7">
            <a:extLst>
              <a:ext uri="{FF2B5EF4-FFF2-40B4-BE49-F238E27FC236}">
                <a16:creationId xmlns:a16="http://schemas.microsoft.com/office/drawing/2014/main" id="{89A520C2-3708-E92B-FCE7-DFA8D72C884E}"/>
              </a:ext>
            </a:extLst>
          </p:cNvPr>
          <p:cNvSpPr/>
          <p:nvPr/>
        </p:nvSpPr>
        <p:spPr>
          <a:xfrm>
            <a:off x="548640" y="278892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9" name="Image 0" descr="wg_core_0.svg">
            <a:extLst>
              <a:ext uri="{FF2B5EF4-FFF2-40B4-BE49-F238E27FC236}">
                <a16:creationId xmlns:a16="http://schemas.microsoft.com/office/drawing/2014/main" id="{BCCAA85F-2604-2F7D-5845-2E1FDFD07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2926080"/>
            <a:ext cx="365760" cy="365760"/>
          </a:xfrm>
          <a:prstGeom prst="rect">
            <a:avLst/>
          </a:prstGeom>
        </p:spPr>
      </p:pic>
      <p:sp>
        <p:nvSpPr>
          <p:cNvPr id="110" name="Text 8">
            <a:extLst>
              <a:ext uri="{FF2B5EF4-FFF2-40B4-BE49-F238E27FC236}">
                <a16:creationId xmlns:a16="http://schemas.microsoft.com/office/drawing/2014/main" id="{966C1851-7398-C146-99A3-B46B308A736D}"/>
              </a:ext>
            </a:extLst>
          </p:cNvPr>
          <p:cNvSpPr/>
          <p:nvPr/>
        </p:nvSpPr>
        <p:spPr>
          <a:xfrm>
            <a:off x="137160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Operational Metrics</a:t>
            </a:r>
            <a:endParaRPr lang="en-US" sz="1500"/>
          </a:p>
        </p:txBody>
      </p:sp>
      <p:sp>
        <p:nvSpPr>
          <p:cNvPr id="111" name="Shape 9">
            <a:extLst>
              <a:ext uri="{FF2B5EF4-FFF2-40B4-BE49-F238E27FC236}">
                <a16:creationId xmlns:a16="http://schemas.microsoft.com/office/drawing/2014/main" id="{7BA85D56-FFBA-D826-D9DB-DD721E6487BF}"/>
              </a:ext>
            </a:extLst>
          </p:cNvPr>
          <p:cNvSpPr/>
          <p:nvPr/>
        </p:nvSpPr>
        <p:spPr>
          <a:xfrm>
            <a:off x="548640" y="3566160"/>
            <a:ext cx="56692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0">
            <a:extLst>
              <a:ext uri="{FF2B5EF4-FFF2-40B4-BE49-F238E27FC236}">
                <a16:creationId xmlns:a16="http://schemas.microsoft.com/office/drawing/2014/main" id="{49561911-845E-1786-9F67-69058E5E8003}"/>
              </a:ext>
            </a:extLst>
          </p:cNvPr>
          <p:cNvSpPr/>
          <p:nvPr/>
        </p:nvSpPr>
        <p:spPr>
          <a:xfrm>
            <a:off x="548640" y="356616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3" name="Image 1" descr="wg_core_1.svg">
            <a:extLst>
              <a:ext uri="{FF2B5EF4-FFF2-40B4-BE49-F238E27FC236}">
                <a16:creationId xmlns:a16="http://schemas.microsoft.com/office/drawing/2014/main" id="{B1D3B925-0199-B605-6FD1-AD8207291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3703320"/>
            <a:ext cx="365760" cy="365760"/>
          </a:xfrm>
          <a:prstGeom prst="rect">
            <a:avLst/>
          </a:prstGeom>
        </p:spPr>
      </p:pic>
      <p:sp>
        <p:nvSpPr>
          <p:cNvPr id="114" name="Text 11">
            <a:extLst>
              <a:ext uri="{FF2B5EF4-FFF2-40B4-BE49-F238E27FC236}">
                <a16:creationId xmlns:a16="http://schemas.microsoft.com/office/drawing/2014/main" id="{E158BB4F-DAE0-C286-E0F2-C0AEB90CC5DE}"/>
              </a:ext>
            </a:extLst>
          </p:cNvPr>
          <p:cNvSpPr/>
          <p:nvPr/>
        </p:nvSpPr>
        <p:spPr>
          <a:xfrm>
            <a:off x="137160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Quality Metrics</a:t>
            </a:r>
            <a:endParaRPr lang="en-US" sz="1500"/>
          </a:p>
        </p:txBody>
      </p:sp>
      <p:sp>
        <p:nvSpPr>
          <p:cNvPr id="115" name="Shape 12">
            <a:extLst>
              <a:ext uri="{FF2B5EF4-FFF2-40B4-BE49-F238E27FC236}">
                <a16:creationId xmlns:a16="http://schemas.microsoft.com/office/drawing/2014/main" id="{F3395295-0637-777B-8563-09E94C48D084}"/>
              </a:ext>
            </a:extLst>
          </p:cNvPr>
          <p:cNvSpPr/>
          <p:nvPr/>
        </p:nvSpPr>
        <p:spPr>
          <a:xfrm>
            <a:off x="548640" y="4343400"/>
            <a:ext cx="56692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3">
            <a:extLst>
              <a:ext uri="{FF2B5EF4-FFF2-40B4-BE49-F238E27FC236}">
                <a16:creationId xmlns:a16="http://schemas.microsoft.com/office/drawing/2014/main" id="{EFB4F7BC-9E19-1672-069B-714DFD0C7764}"/>
              </a:ext>
            </a:extLst>
          </p:cNvPr>
          <p:cNvSpPr/>
          <p:nvPr/>
        </p:nvSpPr>
        <p:spPr>
          <a:xfrm>
            <a:off x="548640" y="434340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7" name="Image 2" descr="wg_core_2.svg">
            <a:extLst>
              <a:ext uri="{FF2B5EF4-FFF2-40B4-BE49-F238E27FC236}">
                <a16:creationId xmlns:a16="http://schemas.microsoft.com/office/drawing/2014/main" id="{7272DA42-906D-F26D-D9AB-702AA8FC5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" y="4480560"/>
            <a:ext cx="365760" cy="365760"/>
          </a:xfrm>
          <a:prstGeom prst="rect">
            <a:avLst/>
          </a:prstGeom>
        </p:spPr>
      </p:pic>
      <p:sp>
        <p:nvSpPr>
          <p:cNvPr id="118" name="Text 14">
            <a:extLst>
              <a:ext uri="{FF2B5EF4-FFF2-40B4-BE49-F238E27FC236}">
                <a16:creationId xmlns:a16="http://schemas.microsoft.com/office/drawing/2014/main" id="{A83C8FEA-4266-ED15-1EB0-FDCCE75893AF}"/>
              </a:ext>
            </a:extLst>
          </p:cNvPr>
          <p:cNvSpPr/>
          <p:nvPr/>
        </p:nvSpPr>
        <p:spPr>
          <a:xfrm>
            <a:off x="137160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Understanding Failures</a:t>
            </a:r>
            <a:endParaRPr lang="en-US" sz="1500"/>
          </a:p>
        </p:txBody>
      </p:sp>
      <p:sp>
        <p:nvSpPr>
          <p:cNvPr id="119" name="Shape 15">
            <a:extLst>
              <a:ext uri="{FF2B5EF4-FFF2-40B4-BE49-F238E27FC236}">
                <a16:creationId xmlns:a16="http://schemas.microsoft.com/office/drawing/2014/main" id="{EA08AECA-9B3E-89F7-1A99-1AF12A90B9AF}"/>
              </a:ext>
            </a:extLst>
          </p:cNvPr>
          <p:cNvSpPr/>
          <p:nvPr/>
        </p:nvSpPr>
        <p:spPr>
          <a:xfrm>
            <a:off x="548640" y="5120640"/>
            <a:ext cx="56692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6">
            <a:extLst>
              <a:ext uri="{FF2B5EF4-FFF2-40B4-BE49-F238E27FC236}">
                <a16:creationId xmlns:a16="http://schemas.microsoft.com/office/drawing/2014/main" id="{CD1E3684-3C60-DF5F-E243-504A827A83A5}"/>
              </a:ext>
            </a:extLst>
          </p:cNvPr>
          <p:cNvSpPr/>
          <p:nvPr/>
        </p:nvSpPr>
        <p:spPr>
          <a:xfrm>
            <a:off x="548640" y="512064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1" name="Image 3" descr="wg_core_3.svg">
            <a:extLst>
              <a:ext uri="{FF2B5EF4-FFF2-40B4-BE49-F238E27FC236}">
                <a16:creationId xmlns:a16="http://schemas.microsoft.com/office/drawing/2014/main" id="{C2F80D34-8CC3-6D7E-7B8A-C15C24B6E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5257800"/>
            <a:ext cx="365760" cy="365760"/>
          </a:xfrm>
          <a:prstGeom prst="rect">
            <a:avLst/>
          </a:prstGeom>
        </p:spPr>
      </p:pic>
      <p:sp>
        <p:nvSpPr>
          <p:cNvPr id="122" name="Text 17">
            <a:extLst>
              <a:ext uri="{FF2B5EF4-FFF2-40B4-BE49-F238E27FC236}">
                <a16:creationId xmlns:a16="http://schemas.microsoft.com/office/drawing/2014/main" id="{A1C9EBF8-7757-1429-1861-918E77612C74}"/>
              </a:ext>
            </a:extLst>
          </p:cNvPr>
          <p:cNvSpPr/>
          <p:nvPr/>
        </p:nvSpPr>
        <p:spPr>
          <a:xfrm>
            <a:off x="137160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Agentic Metrics</a:t>
            </a:r>
            <a:endParaRPr lang="en-US" sz="1500"/>
          </a:p>
        </p:txBody>
      </p:sp>
      <p:sp>
        <p:nvSpPr>
          <p:cNvPr id="123" name="Shape 18">
            <a:extLst>
              <a:ext uri="{FF2B5EF4-FFF2-40B4-BE49-F238E27FC236}">
                <a16:creationId xmlns:a16="http://schemas.microsoft.com/office/drawing/2014/main" id="{1DDCFDDA-0B89-7C01-CCD8-30637D8CE2B7}"/>
              </a:ext>
            </a:extLst>
          </p:cNvPr>
          <p:cNvSpPr/>
          <p:nvPr/>
        </p:nvSpPr>
        <p:spPr>
          <a:xfrm>
            <a:off x="548640" y="5989320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9">
            <a:extLst>
              <a:ext uri="{FF2B5EF4-FFF2-40B4-BE49-F238E27FC236}">
                <a16:creationId xmlns:a16="http://schemas.microsoft.com/office/drawing/2014/main" id="{0B0079BB-969A-08E8-1869-F56BF3B14F2C}"/>
              </a:ext>
            </a:extLst>
          </p:cNvPr>
          <p:cNvSpPr/>
          <p:nvPr/>
        </p:nvSpPr>
        <p:spPr>
          <a:xfrm>
            <a:off x="548640" y="5989320"/>
            <a:ext cx="54864" cy="548640"/>
          </a:xfrm>
          <a:prstGeom prst="rect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5" name="Image 4" descr="wg_il.svg">
            <a:extLst>
              <a:ext uri="{FF2B5EF4-FFF2-40B4-BE49-F238E27FC236}">
                <a16:creationId xmlns:a16="http://schemas.microsoft.com/office/drawing/2014/main" id="{648CC0D7-DC0E-8DF6-3080-CC719B1D7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6080760"/>
            <a:ext cx="274320" cy="274320"/>
          </a:xfrm>
          <a:prstGeom prst="rect">
            <a:avLst/>
          </a:prstGeom>
        </p:spPr>
      </p:pic>
      <p:sp>
        <p:nvSpPr>
          <p:cNvPr id="126" name="Text 20">
            <a:extLst>
              <a:ext uri="{FF2B5EF4-FFF2-40B4-BE49-F238E27FC236}">
                <a16:creationId xmlns:a16="http://schemas.microsoft.com/office/drawing/2014/main" id="{A3773D1E-092C-EEC4-6DE3-0C5974F7E3A9}"/>
              </a:ext>
            </a:extLst>
          </p:cNvPr>
          <p:cNvSpPr/>
          <p:nvPr/>
        </p:nvSpPr>
        <p:spPr>
          <a:xfrm>
            <a:off x="1188720" y="6035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Interactive Learning: AI-powered tutor mode for all modules</a:t>
            </a:r>
            <a:endParaRPr lang="en-US" sz="1100"/>
          </a:p>
        </p:txBody>
      </p:sp>
      <p:sp>
        <p:nvSpPr>
          <p:cNvPr id="127" name="Text 21">
            <a:extLst>
              <a:ext uri="{FF2B5EF4-FFF2-40B4-BE49-F238E27FC236}">
                <a16:creationId xmlns:a16="http://schemas.microsoft.com/office/drawing/2014/main" id="{49710901-3093-23F0-EDFC-5BFE0B86342E}"/>
              </a:ext>
            </a:extLst>
          </p:cNvPr>
          <p:cNvSpPr/>
          <p:nvPr/>
        </p:nvSpPr>
        <p:spPr>
          <a:xfrm>
            <a:off x="6986016" y="731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OPTIONAL MODULES</a:t>
            </a:r>
            <a:endParaRPr lang="en-US" sz="1400"/>
          </a:p>
        </p:txBody>
      </p:sp>
      <p:sp>
        <p:nvSpPr>
          <p:cNvPr id="128" name="Text 22">
            <a:extLst>
              <a:ext uri="{FF2B5EF4-FFF2-40B4-BE49-F238E27FC236}">
                <a16:creationId xmlns:a16="http://schemas.microsoft.com/office/drawing/2014/main" id="{C006C32F-4B00-9A42-7BE8-04C853CF3BD7}"/>
              </a:ext>
            </a:extLst>
          </p:cNvPr>
          <p:cNvSpPr/>
          <p:nvPr/>
        </p:nvSpPr>
        <p:spPr>
          <a:xfrm>
            <a:off x="6986016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Choose your own adventure!</a:t>
            </a:r>
            <a:endParaRPr lang="en-US" sz="1400"/>
          </a:p>
        </p:txBody>
      </p:sp>
      <p:sp>
        <p:nvSpPr>
          <p:cNvPr id="129" name="Text 23">
            <a:extLst>
              <a:ext uri="{FF2B5EF4-FFF2-40B4-BE49-F238E27FC236}">
                <a16:creationId xmlns:a16="http://schemas.microsoft.com/office/drawing/2014/main" id="{A2B04821-CB31-0B18-8AC0-42B73D1BC47B}"/>
              </a:ext>
            </a:extLst>
          </p:cNvPr>
          <p:cNvSpPr/>
          <p:nvPr/>
        </p:nvSpPr>
        <p:spPr>
          <a:xfrm>
            <a:off x="6986016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Workload-Specific</a:t>
            </a:r>
            <a:endParaRPr lang="en-US" sz="1600"/>
          </a:p>
        </p:txBody>
      </p:sp>
      <p:sp>
        <p:nvSpPr>
          <p:cNvPr id="130" name="Text 24">
            <a:extLst>
              <a:ext uri="{FF2B5EF4-FFF2-40B4-BE49-F238E27FC236}">
                <a16:creationId xmlns:a16="http://schemas.microsoft.com/office/drawing/2014/main" id="{F35E1DCB-1E00-AD94-31A2-1086824961AC}"/>
              </a:ext>
            </a:extLst>
          </p:cNvPr>
          <p:cNvSpPr/>
          <p:nvPr/>
        </p:nvSpPr>
        <p:spPr>
          <a:xfrm>
            <a:off x="6986016" y="19659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IDP</a:t>
            </a:r>
            <a:endParaRPr lang="en-US" sz="1050"/>
          </a:p>
        </p:txBody>
      </p:sp>
      <p:sp>
        <p:nvSpPr>
          <p:cNvPr id="131" name="Text 25">
            <a:extLst>
              <a:ext uri="{FF2B5EF4-FFF2-40B4-BE49-F238E27FC236}">
                <a16:creationId xmlns:a16="http://schemas.microsoft.com/office/drawing/2014/main" id="{5C6B2E29-8B7B-ED9B-2E45-EF3E73B5E95F}"/>
              </a:ext>
            </a:extLst>
          </p:cNvPr>
          <p:cNvSpPr/>
          <p:nvPr/>
        </p:nvSpPr>
        <p:spPr>
          <a:xfrm>
            <a:off x="8586216" y="19659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Guardrails</a:t>
            </a:r>
            <a:endParaRPr lang="en-US" sz="1050"/>
          </a:p>
        </p:txBody>
      </p:sp>
      <p:sp>
        <p:nvSpPr>
          <p:cNvPr id="132" name="Text 26">
            <a:extLst>
              <a:ext uri="{FF2B5EF4-FFF2-40B4-BE49-F238E27FC236}">
                <a16:creationId xmlns:a16="http://schemas.microsoft.com/office/drawing/2014/main" id="{720CFD39-2FEE-5F56-5AC9-9878415A139A}"/>
              </a:ext>
            </a:extLst>
          </p:cNvPr>
          <p:cNvSpPr/>
          <p:nvPr/>
        </p:nvSpPr>
        <p:spPr>
          <a:xfrm>
            <a:off x="10186416" y="19659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Basic RAG</a:t>
            </a:r>
            <a:endParaRPr lang="en-US" sz="1050"/>
          </a:p>
        </p:txBody>
      </p:sp>
      <p:sp>
        <p:nvSpPr>
          <p:cNvPr id="133" name="Text 27">
            <a:extLst>
              <a:ext uri="{FF2B5EF4-FFF2-40B4-BE49-F238E27FC236}">
                <a16:creationId xmlns:a16="http://schemas.microsoft.com/office/drawing/2014/main" id="{0C65D9B4-E55A-09F4-056C-85AF9F92F345}"/>
              </a:ext>
            </a:extLst>
          </p:cNvPr>
          <p:cNvSpPr/>
          <p:nvPr/>
        </p:nvSpPr>
        <p:spPr>
          <a:xfrm>
            <a:off x="6986016" y="23317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Multimodal RAG</a:t>
            </a:r>
            <a:endParaRPr lang="en-US" sz="1050"/>
          </a:p>
        </p:txBody>
      </p:sp>
      <p:sp>
        <p:nvSpPr>
          <p:cNvPr id="134" name="Text 28">
            <a:extLst>
              <a:ext uri="{FF2B5EF4-FFF2-40B4-BE49-F238E27FC236}">
                <a16:creationId xmlns:a16="http://schemas.microsoft.com/office/drawing/2014/main" id="{1C0CCC96-92A5-A5A0-9B3E-D58A3CE84BD5}"/>
              </a:ext>
            </a:extLst>
          </p:cNvPr>
          <p:cNvSpPr/>
          <p:nvPr/>
        </p:nvSpPr>
        <p:spPr>
          <a:xfrm>
            <a:off x="8586216" y="23317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Speech2Speech</a:t>
            </a:r>
            <a:endParaRPr lang="en-US" sz="1050"/>
          </a:p>
        </p:txBody>
      </p:sp>
      <p:sp>
        <p:nvSpPr>
          <p:cNvPr id="135" name="Text 29">
            <a:extLst>
              <a:ext uri="{FF2B5EF4-FFF2-40B4-BE49-F238E27FC236}">
                <a16:creationId xmlns:a16="http://schemas.microsoft.com/office/drawing/2014/main" id="{A806CE90-9BCA-5837-9E71-C64FD90E387E}"/>
              </a:ext>
            </a:extLst>
          </p:cNvPr>
          <p:cNvSpPr/>
          <p:nvPr/>
        </p:nvSpPr>
        <p:spPr>
          <a:xfrm>
            <a:off x="10186416" y="23317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Auto Reasoning</a:t>
            </a:r>
            <a:endParaRPr lang="en-US" sz="1050"/>
          </a:p>
        </p:txBody>
      </p:sp>
      <p:sp>
        <p:nvSpPr>
          <p:cNvPr id="136" name="Text 30">
            <a:extLst>
              <a:ext uri="{FF2B5EF4-FFF2-40B4-BE49-F238E27FC236}">
                <a16:creationId xmlns:a16="http://schemas.microsoft.com/office/drawing/2014/main" id="{51F20CA1-4224-E59A-4E33-C9B2F804DBE1}"/>
              </a:ext>
            </a:extLst>
          </p:cNvPr>
          <p:cNvSpPr/>
          <p:nvPr/>
        </p:nvSpPr>
        <p:spPr>
          <a:xfrm>
            <a:off x="6986016" y="26974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Multi-Agent</a:t>
            </a:r>
            <a:endParaRPr lang="en-US" sz="1050"/>
          </a:p>
        </p:txBody>
      </p:sp>
      <p:sp>
        <p:nvSpPr>
          <p:cNvPr id="137" name="Text 31">
            <a:extLst>
              <a:ext uri="{FF2B5EF4-FFF2-40B4-BE49-F238E27FC236}">
                <a16:creationId xmlns:a16="http://schemas.microsoft.com/office/drawing/2014/main" id="{D20052B9-9549-FDC9-9D93-C19AB4E87265}"/>
              </a:ext>
            </a:extLst>
          </p:cNvPr>
          <p:cNvSpPr/>
          <p:nvPr/>
        </p:nvSpPr>
        <p:spPr>
          <a:xfrm>
            <a:off x="8586216" y="26974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Tool Calling</a:t>
            </a:r>
            <a:endParaRPr lang="en-US" sz="1050"/>
          </a:p>
        </p:txBody>
      </p:sp>
      <p:sp>
        <p:nvSpPr>
          <p:cNvPr id="138" name="Text 32">
            <a:extLst>
              <a:ext uri="{FF2B5EF4-FFF2-40B4-BE49-F238E27FC236}">
                <a16:creationId xmlns:a16="http://schemas.microsoft.com/office/drawing/2014/main" id="{B11DF0C4-01CC-E49D-D32A-7C5F3DB12DD9}"/>
              </a:ext>
            </a:extLst>
          </p:cNvPr>
          <p:cNvSpPr/>
          <p:nvPr/>
        </p:nvSpPr>
        <p:spPr>
          <a:xfrm>
            <a:off x="10186416" y="26974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Red Teaming</a:t>
            </a:r>
            <a:endParaRPr lang="en-US" sz="1050"/>
          </a:p>
        </p:txBody>
      </p:sp>
      <p:sp>
        <p:nvSpPr>
          <p:cNvPr id="139" name="Text 33">
            <a:extLst>
              <a:ext uri="{FF2B5EF4-FFF2-40B4-BE49-F238E27FC236}">
                <a16:creationId xmlns:a16="http://schemas.microsoft.com/office/drawing/2014/main" id="{FB10DFD9-79A2-44B0-18DA-CEF43E2492CA}"/>
              </a:ext>
            </a:extLst>
          </p:cNvPr>
          <p:cNvSpPr/>
          <p:nvPr/>
        </p:nvSpPr>
        <p:spPr>
          <a:xfrm>
            <a:off x="6986016" y="30632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Chatbot</a:t>
            </a:r>
            <a:endParaRPr lang="en-US" sz="1050"/>
          </a:p>
        </p:txBody>
      </p:sp>
      <p:sp>
        <p:nvSpPr>
          <p:cNvPr id="140" name="Text 34">
            <a:extLst>
              <a:ext uri="{FF2B5EF4-FFF2-40B4-BE49-F238E27FC236}">
                <a16:creationId xmlns:a16="http://schemas.microsoft.com/office/drawing/2014/main" id="{CB975634-3CA0-1A3C-F4BC-B3D1F9C52CBF}"/>
              </a:ext>
            </a:extLst>
          </p:cNvPr>
          <p:cNvSpPr/>
          <p:nvPr/>
        </p:nvSpPr>
        <p:spPr>
          <a:xfrm>
            <a:off x="8586216" y="30632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Coding Assistant</a:t>
            </a:r>
            <a:endParaRPr lang="en-US" sz="1050"/>
          </a:p>
        </p:txBody>
      </p:sp>
      <p:sp>
        <p:nvSpPr>
          <p:cNvPr id="141" name="Text 35">
            <a:extLst>
              <a:ext uri="{FF2B5EF4-FFF2-40B4-BE49-F238E27FC236}">
                <a16:creationId xmlns:a16="http://schemas.microsoft.com/office/drawing/2014/main" id="{8C9FF3F6-9235-5419-FD18-A98CBC78124F}"/>
              </a:ext>
            </a:extLst>
          </p:cNvPr>
          <p:cNvSpPr/>
          <p:nvPr/>
        </p:nvSpPr>
        <p:spPr>
          <a:xfrm>
            <a:off x="6986016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Framework-Specific</a:t>
            </a:r>
            <a:endParaRPr lang="en-US" sz="1600"/>
          </a:p>
        </p:txBody>
      </p:sp>
      <p:sp>
        <p:nvSpPr>
          <p:cNvPr id="142" name="Text 36">
            <a:extLst>
              <a:ext uri="{FF2B5EF4-FFF2-40B4-BE49-F238E27FC236}">
                <a16:creationId xmlns:a16="http://schemas.microsoft.com/office/drawing/2014/main" id="{D51493EB-A4FA-8F73-E1C9-8085F8CDDC97}"/>
              </a:ext>
            </a:extLst>
          </p:cNvPr>
          <p:cNvSpPr/>
          <p:nvPr/>
        </p:nvSpPr>
        <p:spPr>
          <a:xfrm>
            <a:off x="6986016" y="39776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Promptfoo</a:t>
            </a:r>
            <a:endParaRPr lang="en-US" sz="1050"/>
          </a:p>
        </p:txBody>
      </p:sp>
      <p:sp>
        <p:nvSpPr>
          <p:cNvPr id="143" name="Text 37">
            <a:extLst>
              <a:ext uri="{FF2B5EF4-FFF2-40B4-BE49-F238E27FC236}">
                <a16:creationId xmlns:a16="http://schemas.microsoft.com/office/drawing/2014/main" id="{0B333237-242E-01D1-0134-66CDE77AF2C1}"/>
              </a:ext>
            </a:extLst>
          </p:cNvPr>
          <p:cNvSpPr/>
          <p:nvPr/>
        </p:nvSpPr>
        <p:spPr>
          <a:xfrm>
            <a:off x="8586216" y="39776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AgentCore</a:t>
            </a:r>
            <a:endParaRPr lang="en-US" sz="1050"/>
          </a:p>
        </p:txBody>
      </p:sp>
      <p:sp>
        <p:nvSpPr>
          <p:cNvPr id="144" name="Text 38">
            <a:extLst>
              <a:ext uri="{FF2B5EF4-FFF2-40B4-BE49-F238E27FC236}">
                <a16:creationId xmlns:a16="http://schemas.microsoft.com/office/drawing/2014/main" id="{6760F834-289D-6D89-3242-B5CECF3E9F4E}"/>
              </a:ext>
            </a:extLst>
          </p:cNvPr>
          <p:cNvSpPr/>
          <p:nvPr/>
        </p:nvSpPr>
        <p:spPr>
          <a:xfrm>
            <a:off x="10186416" y="3983019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Strands</a:t>
            </a:r>
            <a:endParaRPr lang="en-US" sz="1050"/>
          </a:p>
        </p:txBody>
      </p:sp>
      <p:sp>
        <p:nvSpPr>
          <p:cNvPr id="146" name="Text 40">
            <a:extLst>
              <a:ext uri="{FF2B5EF4-FFF2-40B4-BE49-F238E27FC236}">
                <a16:creationId xmlns:a16="http://schemas.microsoft.com/office/drawing/2014/main" id="{833C1C89-1DE5-3D23-93C0-88C00F071C3D}"/>
              </a:ext>
            </a:extLst>
          </p:cNvPr>
          <p:cNvSpPr/>
          <p:nvPr/>
        </p:nvSpPr>
        <p:spPr>
          <a:xfrm>
            <a:off x="8586216" y="43434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DSPy</a:t>
            </a:r>
            <a:endParaRPr lang="en-US" sz="1050"/>
          </a:p>
        </p:txBody>
      </p:sp>
      <p:sp>
        <p:nvSpPr>
          <p:cNvPr id="147" name="Text 41">
            <a:extLst>
              <a:ext uri="{FF2B5EF4-FFF2-40B4-BE49-F238E27FC236}">
                <a16:creationId xmlns:a16="http://schemas.microsoft.com/office/drawing/2014/main" id="{694BD479-8D20-ED14-371C-DB74792D8AA1}"/>
              </a:ext>
            </a:extLst>
          </p:cNvPr>
          <p:cNvSpPr/>
          <p:nvPr/>
        </p:nvSpPr>
        <p:spPr>
          <a:xfrm>
            <a:off x="10186416" y="43434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DeepEval</a:t>
            </a:r>
            <a:endParaRPr lang="en-US" sz="1050"/>
          </a:p>
        </p:txBody>
      </p:sp>
      <p:sp>
        <p:nvSpPr>
          <p:cNvPr id="148" name="Text 42">
            <a:extLst>
              <a:ext uri="{FF2B5EF4-FFF2-40B4-BE49-F238E27FC236}">
                <a16:creationId xmlns:a16="http://schemas.microsoft.com/office/drawing/2014/main" id="{659801E2-2C6B-F892-7CDD-B862AB473B3F}"/>
              </a:ext>
            </a:extLst>
          </p:cNvPr>
          <p:cNvSpPr/>
          <p:nvPr/>
        </p:nvSpPr>
        <p:spPr>
          <a:xfrm>
            <a:off x="6986016" y="43434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6435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MLflow</a:t>
            </a:r>
            <a:endParaRPr lang="en-US" sz="1050"/>
          </a:p>
        </p:txBody>
      </p:sp>
      <p:sp>
        <p:nvSpPr>
          <p:cNvPr id="149" name="Text 43">
            <a:extLst>
              <a:ext uri="{FF2B5EF4-FFF2-40B4-BE49-F238E27FC236}">
                <a16:creationId xmlns:a16="http://schemas.microsoft.com/office/drawing/2014/main" id="{AE12F9DD-0476-7342-FEE8-DF2AD2A00373}"/>
              </a:ext>
            </a:extLst>
          </p:cNvPr>
          <p:cNvSpPr/>
          <p:nvPr/>
        </p:nvSpPr>
        <p:spPr>
          <a:xfrm>
            <a:off x="6986016" y="50063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Duration: 2-4 hours depending on modules selected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531227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85453-59CD-B3B4-4FC5-B43B6738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51A9D9-CB7C-CBDB-EB6D-9D6C4D19DCE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D1A9F-EDCB-9445-A58D-CF6C7430BA08}"/>
              </a:ext>
            </a:extLst>
          </p:cNvPr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3F3"/>
                </a:solidFill>
                <a:latin typeface="Amazon Ember"/>
              </a:rPr>
              <a:t>Operational Metrics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AB7DD-FD10-DFE7-F549-D6782E37D0F8}"/>
              </a:ext>
            </a:extLst>
          </p:cNvPr>
          <p:cNvSpPr/>
          <p:nvPr/>
        </p:nvSpPr>
        <p:spPr>
          <a:xfrm>
            <a:off x="731520" y="1874519"/>
            <a:ext cx="2286000" cy="54864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7DE35-47AE-05A0-98B5-134334561907}"/>
              </a:ext>
            </a:extLst>
          </p:cNvPr>
          <p:cNvSpPr txBox="1"/>
          <p:nvPr/>
        </p:nvSpPr>
        <p:spPr>
          <a:xfrm>
            <a:off x="731520" y="210312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D1D5DB"/>
                </a:solidFill>
                <a:latin typeface="Amazon Ember"/>
              </a:rPr>
              <a:t>System metrics with exact numbers. Automation-based, no judgment needed. </a:t>
            </a:r>
            <a:endParaRPr lang="en-CA" b="0" i="0">
              <a:solidFill>
                <a:srgbClr val="D1D5DB"/>
              </a:solidFill>
              <a:latin typeface="Amazon Ember"/>
            </a:endParaRPr>
          </a:p>
          <a:p>
            <a:pPr algn="l"/>
            <a:r>
              <a:rPr b="0" i="0">
                <a:solidFill>
                  <a:srgbClr val="D1D5DB"/>
                </a:solidFill>
                <a:latin typeface="Amazon Ember"/>
              </a:rPr>
              <a:t>300ms of latency is always 300ms.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0F4A31-C909-DEB9-6284-05D396160171}"/>
              </a:ext>
            </a:extLst>
          </p:cNvPr>
          <p:cNvSpPr/>
          <p:nvPr/>
        </p:nvSpPr>
        <p:spPr>
          <a:xfrm>
            <a:off x="548640" y="3108960"/>
            <a:ext cx="6858000" cy="25603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EFB936-191E-2C64-DC9F-CF6AA2316470}"/>
              </a:ext>
            </a:extLst>
          </p:cNvPr>
          <p:cNvSpPr/>
          <p:nvPr/>
        </p:nvSpPr>
        <p:spPr>
          <a:xfrm>
            <a:off x="548640" y="3108960"/>
            <a:ext cx="6858000" cy="64008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9AAFE7-A419-3463-F049-AADFCFE21AE7}"/>
              </a:ext>
            </a:extLst>
          </p:cNvPr>
          <p:cNvSpPr txBox="1"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3F3"/>
                </a:solidFill>
                <a:latin typeface="Amazon Ember"/>
              </a:rPr>
              <a:t>What You Measure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A7580-F0FA-C2E1-516F-0E173CFFFCBE}"/>
              </a:ext>
            </a:extLst>
          </p:cNvPr>
          <p:cNvSpPr txBox="1"/>
          <p:nvPr/>
        </p:nvSpPr>
        <p:spPr>
          <a:xfrm>
            <a:off x="822960" y="3749039"/>
            <a:ext cx="6217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Token counts (input, cache, output) and cost attribution per request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Latency: time to first token (user experience) and time to last token (throughput)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Throttling, capacity limits, and error rates (system resilience)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7B5743-ABFD-AFCC-580A-A65E03013714}"/>
              </a:ext>
            </a:extLst>
          </p:cNvPr>
          <p:cNvSpPr/>
          <p:nvPr/>
        </p:nvSpPr>
        <p:spPr>
          <a:xfrm>
            <a:off x="548640" y="5852160"/>
            <a:ext cx="10972800" cy="731520"/>
          </a:xfrm>
          <a:prstGeom prst="roundRect">
            <a:avLst/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B2960A-CFD6-F787-C6B8-E6633D5E4093}"/>
              </a:ext>
            </a:extLst>
          </p:cNvPr>
          <p:cNvSpPr/>
          <p:nvPr/>
        </p:nvSpPr>
        <p:spPr>
          <a:xfrm>
            <a:off x="548640" y="5852160"/>
            <a:ext cx="64008" cy="731520"/>
          </a:xfrm>
          <a:prstGeom prst="rect">
            <a:avLst/>
          </a:prstGeom>
          <a:solidFill>
            <a:srgbClr val="41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0E7621-1687-42D8-C3F9-B08D42CDEA5B}"/>
              </a:ext>
            </a:extLst>
          </p:cNvPr>
          <p:cNvSpPr txBox="1"/>
          <p:nvPr/>
        </p:nvSpPr>
        <p:spPr>
          <a:xfrm>
            <a:off x="82296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1B3FF"/>
                </a:solidFill>
                <a:latin typeface="Amazon Ember"/>
              </a:rPr>
              <a:t>IN THE LAB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D3D4A-587B-9F41-16D0-28F2F4331578}"/>
              </a:ext>
            </a:extLst>
          </p:cNvPr>
          <p:cNvSpPr txBox="1"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4AE"/>
                </a:solidFill>
                <a:latin typeface="Amazon Ember"/>
              </a:rPr>
              <a:t>CloudWatch dashboards, model cost-performance comparison, automated alerting pipelines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AEE3F8-DF05-E5FE-F598-48D355A19C46}"/>
              </a:ext>
            </a:extLst>
          </p:cNvPr>
          <p:cNvSpPr txBox="1"/>
          <p:nvPr/>
        </p:nvSpPr>
        <p:spPr>
          <a:xfrm>
            <a:off x="7772400" y="3291840"/>
            <a:ext cx="3657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8500"/>
                </a:solidFill>
                <a:latin typeface="Amazon Ember"/>
              </a:rPr>
              <a:t>Answers: </a:t>
            </a:r>
            <a:endParaRPr lang="en-CA" sz="1600" b="0" i="1">
              <a:solidFill>
                <a:srgbClr val="FF8500"/>
              </a:solidFill>
              <a:latin typeface="Amazon Ember"/>
            </a:endParaRPr>
          </a:p>
          <a:p>
            <a:pPr algn="l"/>
            <a:r>
              <a:rPr sz="1600" b="0" i="1">
                <a:solidFill>
                  <a:srgbClr val="FF8500"/>
                </a:solidFill>
                <a:latin typeface="Amazon Ember"/>
              </a:rPr>
              <a:t>"What does this cost?</a:t>
            </a:r>
            <a:r>
              <a:rPr lang="en-CA" sz="1600" b="0" i="1">
                <a:solidFill>
                  <a:srgbClr val="FF8500"/>
                </a:solidFill>
                <a:latin typeface="Amazon Ember"/>
              </a:rPr>
              <a:t>"</a:t>
            </a:r>
            <a:r>
              <a:rPr sz="1600" b="0" i="1">
                <a:solidFill>
                  <a:srgbClr val="FF8500"/>
                </a:solidFill>
                <a:latin typeface="Amazon Ember"/>
              </a:rPr>
              <a:t> </a:t>
            </a:r>
            <a:endParaRPr lang="en-CA" sz="1600" b="0" i="1">
              <a:solidFill>
                <a:srgbClr val="FF8500"/>
              </a:solidFill>
              <a:latin typeface="Amazon Ember"/>
            </a:endParaRPr>
          </a:p>
          <a:p>
            <a:pPr algn="l"/>
            <a:r>
              <a:rPr lang="en-CA" sz="1600" b="0" i="1">
                <a:solidFill>
                  <a:srgbClr val="FF8500"/>
                </a:solidFill>
                <a:latin typeface="Amazon Ember"/>
              </a:rPr>
              <a:t>“How much traffic are we getting</a:t>
            </a:r>
            <a:r>
              <a:rPr sz="1600" b="0" i="1">
                <a:solidFill>
                  <a:srgbClr val="FF8500"/>
                </a:solidFill>
                <a:latin typeface="Amazon Ember"/>
              </a:rPr>
              <a:t>?"</a:t>
            </a:r>
            <a:endParaRPr lang="en-CA" sz="1600" b="0" i="1">
              <a:solidFill>
                <a:srgbClr val="FF8500"/>
              </a:solidFill>
              <a:latin typeface="Amazon Ember"/>
            </a:endParaRPr>
          </a:p>
          <a:p>
            <a:pPr algn="l"/>
            <a:r>
              <a:rPr lang="en-CA" sz="1600" i="1">
                <a:solidFill>
                  <a:srgbClr val="FF8500"/>
                </a:solidFill>
                <a:latin typeface="Amazon Ember"/>
              </a:rPr>
              <a:t>“What limits are we hitting?”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6093633-E842-A6C0-5773-95D650D24205}"/>
              </a:ext>
            </a:extLst>
          </p:cNvPr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CORE MODULE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067823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79B67-58C9-0A8F-9558-BECF0202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B3C85-371B-6F74-ABAB-5DF32534221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FDB12-6991-F708-E089-A5DBC8F234E3}"/>
              </a:ext>
            </a:extLst>
          </p:cNvPr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3F3"/>
                </a:solidFill>
                <a:latin typeface="Amazon Ember"/>
              </a:rPr>
              <a:t>Quality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6A58E-58C5-F931-E434-F78B9CDF1887}"/>
              </a:ext>
            </a:extLst>
          </p:cNvPr>
          <p:cNvSpPr/>
          <p:nvPr/>
        </p:nvSpPr>
        <p:spPr>
          <a:xfrm>
            <a:off x="731520" y="1874519"/>
            <a:ext cx="2286000" cy="54864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F74E7-8ED9-36FD-A05B-0C5D0D20B884}"/>
              </a:ext>
            </a:extLst>
          </p:cNvPr>
          <p:cNvSpPr txBox="1"/>
          <p:nvPr/>
        </p:nvSpPr>
        <p:spPr>
          <a:xfrm>
            <a:off x="731520" y="210312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D1D5DB"/>
                </a:solidFill>
                <a:latin typeface="Amazon Ember"/>
              </a:rPr>
              <a:t>Requires judgment. There is no universal truth here. </a:t>
            </a:r>
            <a:endParaRPr lang="en-CA" b="0" i="0">
              <a:solidFill>
                <a:srgbClr val="D1D5DB"/>
              </a:solidFill>
              <a:latin typeface="Amazon Ember"/>
            </a:endParaRPr>
          </a:p>
          <a:p>
            <a:pPr algn="l"/>
            <a:r>
              <a:rPr b="0" i="0">
                <a:solidFill>
                  <a:srgbClr val="D1D5DB"/>
                </a:solidFill>
                <a:latin typeface="Amazon Ember"/>
              </a:rPr>
              <a:t>You define what "good" looks like, then measure whether your system meets that definition.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E1B5FB8-A677-67D4-1A99-91B5EEBCDE5E}"/>
              </a:ext>
            </a:extLst>
          </p:cNvPr>
          <p:cNvSpPr/>
          <p:nvPr/>
        </p:nvSpPr>
        <p:spPr>
          <a:xfrm>
            <a:off x="548640" y="3108960"/>
            <a:ext cx="6858000" cy="25603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C98172-EA40-AC72-97A7-81AC72805939}"/>
              </a:ext>
            </a:extLst>
          </p:cNvPr>
          <p:cNvSpPr/>
          <p:nvPr/>
        </p:nvSpPr>
        <p:spPr>
          <a:xfrm>
            <a:off x="548640" y="3108960"/>
            <a:ext cx="6858000" cy="64008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A3FFC-AD32-8FCA-028F-08CFF13BE334}"/>
              </a:ext>
            </a:extLst>
          </p:cNvPr>
          <p:cNvSpPr txBox="1"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3F3"/>
                </a:solidFill>
                <a:latin typeface="Amazon Ember"/>
              </a:rPr>
              <a:t>What You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CABDF2-2153-A209-749E-67FD11A875FA}"/>
              </a:ext>
            </a:extLst>
          </p:cNvPr>
          <p:cNvSpPr txBox="1"/>
          <p:nvPr/>
        </p:nvSpPr>
        <p:spPr>
          <a:xfrm>
            <a:off x="822960" y="3749039"/>
            <a:ext cx="62179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CA" sz="1600">
                <a:solidFill>
                  <a:srgbClr val="D1D5DB"/>
                </a:solidFill>
                <a:latin typeface="Amazon Ember"/>
              </a:rPr>
              <a:t>•  </a:t>
            </a:r>
            <a:r>
              <a:rPr sz="1600">
                <a:solidFill>
                  <a:srgbClr val="D1D5DB"/>
                </a:solidFill>
                <a:latin typeface="Amazon Ember"/>
              </a:rPr>
              <a:t>Three grader types: code-based (fast, brittle), LLM-as-Judge (flexible, needs calibration), human (gold standard, expensive)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Accuracy, relevance, coherence, and </a:t>
            </a:r>
            <a:r>
              <a:rPr sz="1600" err="1">
                <a:solidFill>
                  <a:srgbClr val="D1D5DB"/>
                </a:solidFill>
                <a:latin typeface="Amazon Ember"/>
              </a:rPr>
              <a:t>groundedness</a:t>
            </a:r>
            <a:r>
              <a:rPr sz="1600">
                <a:solidFill>
                  <a:srgbClr val="D1D5DB"/>
                </a:solidFill>
                <a:latin typeface="Amazon Ember"/>
              </a:rPr>
              <a:t> in source material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Tone, grammar, and branding consistency for customer-facing outputs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1B4AF0-250A-C3FF-7E5D-8F2E2B9D7524}"/>
              </a:ext>
            </a:extLst>
          </p:cNvPr>
          <p:cNvSpPr/>
          <p:nvPr/>
        </p:nvSpPr>
        <p:spPr>
          <a:xfrm>
            <a:off x="548640" y="5852160"/>
            <a:ext cx="10972800" cy="731520"/>
          </a:xfrm>
          <a:prstGeom prst="roundRect">
            <a:avLst/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757CBF-D5D4-BB8A-EDD5-376DF620CAD6}"/>
              </a:ext>
            </a:extLst>
          </p:cNvPr>
          <p:cNvSpPr/>
          <p:nvPr/>
        </p:nvSpPr>
        <p:spPr>
          <a:xfrm>
            <a:off x="548640" y="5852160"/>
            <a:ext cx="64008" cy="731520"/>
          </a:xfrm>
          <a:prstGeom prst="rect">
            <a:avLst/>
          </a:prstGeom>
          <a:solidFill>
            <a:srgbClr val="41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6911DB-0124-B834-0A3F-CF97D873743F}"/>
              </a:ext>
            </a:extLst>
          </p:cNvPr>
          <p:cNvSpPr txBox="1"/>
          <p:nvPr/>
        </p:nvSpPr>
        <p:spPr>
          <a:xfrm>
            <a:off x="82296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1B3FF"/>
                </a:solidFill>
                <a:latin typeface="Amazon Ember"/>
              </a:rPr>
              <a:t>IN THE LAB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87993-13BB-7A95-09A5-F9CC2564DC48}"/>
              </a:ext>
            </a:extLst>
          </p:cNvPr>
          <p:cNvSpPr txBox="1"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4AE"/>
                </a:solidFill>
                <a:latin typeface="Amazon Ember"/>
              </a:rPr>
              <a:t>Automated evaluators, prompt comparison, quality regression suites, continuous monitoring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B9895-E4DD-A60C-1027-69994FDF2185}"/>
              </a:ext>
            </a:extLst>
          </p:cNvPr>
          <p:cNvSpPr txBox="1"/>
          <p:nvPr/>
        </p:nvSpPr>
        <p:spPr>
          <a:xfrm>
            <a:off x="7772400" y="3291840"/>
            <a:ext cx="3862316" cy="10885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1">
                <a:solidFill>
                  <a:srgbClr val="FF8500"/>
                </a:solidFill>
                <a:latin typeface="Amazon Ember"/>
              </a:rPr>
              <a:t>Answers: </a:t>
            </a:r>
            <a:endParaRPr lang="en-CA" sz="1600" b="0" i="1">
              <a:solidFill>
                <a:srgbClr val="FF8500"/>
              </a:solidFill>
              <a:latin typeface="Amazon Ember"/>
            </a:endParaRPr>
          </a:p>
          <a:p>
            <a:pPr algn="l"/>
            <a:r>
              <a:rPr lang="en-CA" sz="1600" b="0" i="1">
                <a:solidFill>
                  <a:srgbClr val="FF8500"/>
                </a:solidFill>
                <a:latin typeface="Amazon Ember"/>
              </a:rPr>
              <a:t>“Does it work properly?”</a:t>
            </a:r>
          </a:p>
          <a:p>
            <a:pPr algn="l"/>
            <a:r>
              <a:rPr lang="en-CA" sz="1600" i="1">
                <a:solidFill>
                  <a:srgbClr val="FF8500"/>
                </a:solidFill>
                <a:latin typeface="Amazon Ember"/>
              </a:rPr>
              <a:t>“Is it accurate?”</a:t>
            </a:r>
          </a:p>
          <a:p>
            <a:r>
              <a:rPr lang="en-CA" sz="1600" i="1">
                <a:solidFill>
                  <a:srgbClr val="FF8500"/>
                </a:solidFill>
                <a:latin typeface="Amazon Ember"/>
              </a:rPr>
              <a:t>“Are we solving our defined problem?”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95E5AB4-842E-2EF2-D0C1-9B658E11A1DC}"/>
              </a:ext>
            </a:extLst>
          </p:cNvPr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CORE MODULE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985441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B1544-61FF-8128-0F62-A3616B2F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B1330F-6171-8678-88C5-969048EF6ED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879AB-5C0F-C4EF-DA12-655325957B2C}"/>
              </a:ext>
            </a:extLst>
          </p:cNvPr>
          <p:cNvSpPr txBox="1"/>
          <p:nvPr/>
        </p:nvSpPr>
        <p:spPr>
          <a:xfrm>
            <a:off x="731520" y="100584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3600" b="1" i="0">
                <a:solidFill>
                  <a:srgbClr val="F1F3F3"/>
                </a:solidFill>
                <a:latin typeface="Amazon Ember"/>
              </a:rPr>
              <a:t>Understanding Failures</a:t>
            </a:r>
            <a:endParaRPr sz="3600" b="1" i="0">
              <a:solidFill>
                <a:srgbClr val="F1F3F3"/>
              </a:solidFill>
              <a:latin typeface="Amazon Emb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A265C-295F-D02B-6EF8-BD8562405700}"/>
              </a:ext>
            </a:extLst>
          </p:cNvPr>
          <p:cNvSpPr/>
          <p:nvPr/>
        </p:nvSpPr>
        <p:spPr>
          <a:xfrm>
            <a:off x="731520" y="1874519"/>
            <a:ext cx="2286000" cy="54864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0AE3A-59D7-A7E1-DE73-0E32E4414CFC}"/>
              </a:ext>
            </a:extLst>
          </p:cNvPr>
          <p:cNvSpPr txBox="1"/>
          <p:nvPr/>
        </p:nvSpPr>
        <p:spPr>
          <a:xfrm>
            <a:off x="731520" y="2103120"/>
            <a:ext cx="10058400" cy="64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Before you build evaluators, you need to know what problems to look for. </a:t>
            </a:r>
          </a:p>
          <a:p>
            <a:pPr>
              <a:lnSpc>
                <a:spcPts val="2200"/>
              </a:lnSpc>
            </a:pPr>
            <a:r>
              <a:rPr lang="en-US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This module explains how to identify, categorize, and prioritize failures systematically.</a:t>
            </a:r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0F98A6D-FEF8-4ABB-C755-8DD4F1E1F3AB}"/>
              </a:ext>
            </a:extLst>
          </p:cNvPr>
          <p:cNvSpPr/>
          <p:nvPr/>
        </p:nvSpPr>
        <p:spPr>
          <a:xfrm>
            <a:off x="548640" y="3108960"/>
            <a:ext cx="6858000" cy="25603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750EAE-414F-69BE-C05A-3435B4C1B9E9}"/>
              </a:ext>
            </a:extLst>
          </p:cNvPr>
          <p:cNvSpPr/>
          <p:nvPr/>
        </p:nvSpPr>
        <p:spPr>
          <a:xfrm>
            <a:off x="548640" y="3108960"/>
            <a:ext cx="6858000" cy="64008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E182B-3750-06B5-5D58-C048A35F1FF3}"/>
              </a:ext>
            </a:extLst>
          </p:cNvPr>
          <p:cNvSpPr txBox="1"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3F3"/>
                </a:solidFill>
                <a:latin typeface="Amazon Ember"/>
              </a:rPr>
              <a:t>What You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7FC5B-72A4-5994-3690-A8AC0E533D73}"/>
              </a:ext>
            </a:extLst>
          </p:cNvPr>
          <p:cNvSpPr txBox="1"/>
          <p:nvPr/>
        </p:nvSpPr>
        <p:spPr>
          <a:xfrm>
            <a:off x="822960" y="3749039"/>
            <a:ext cx="621792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CA" sz="1600">
                <a:solidFill>
                  <a:srgbClr val="D1D5DB"/>
                </a:solidFill>
                <a:latin typeface="Amazon Ember"/>
              </a:rPr>
              <a:t>• Failure patterns in traces focused on root cause analysis</a:t>
            </a:r>
          </a:p>
          <a:p>
            <a:pPr>
              <a:spcAft>
                <a:spcPts val="600"/>
              </a:spcAft>
            </a:pPr>
            <a:r>
              <a:rPr lang="en-CA" sz="1600">
                <a:solidFill>
                  <a:srgbClr val="D1D5DB"/>
                </a:solidFill>
                <a:latin typeface="Amazon Ember"/>
              </a:rPr>
              <a:t>• Identifying failure categories and grouping errors</a:t>
            </a:r>
          </a:p>
          <a:p>
            <a:pPr>
              <a:spcAft>
                <a:spcPts val="600"/>
              </a:spcAft>
            </a:pPr>
            <a:r>
              <a:rPr lang="en-CA" sz="1600">
                <a:solidFill>
                  <a:srgbClr val="D1D5DB"/>
                </a:solidFill>
                <a:latin typeface="Amazon Ember"/>
              </a:rPr>
              <a:t>• Proper validation by replaying traces against the improved agent</a:t>
            </a:r>
            <a:endParaRPr sz="1600">
              <a:solidFill>
                <a:srgbClr val="D1D5DB"/>
              </a:solidFill>
              <a:latin typeface="Amazon Embe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161D6C-0630-60F8-9816-B196ADFA5F11}"/>
              </a:ext>
            </a:extLst>
          </p:cNvPr>
          <p:cNvSpPr txBox="1"/>
          <p:nvPr/>
        </p:nvSpPr>
        <p:spPr>
          <a:xfrm>
            <a:off x="7772400" y="3291840"/>
            <a:ext cx="3862316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1">
                <a:solidFill>
                  <a:srgbClr val="FF8500"/>
                </a:solidFill>
                <a:latin typeface="Amazon Ember"/>
              </a:rPr>
              <a:t>Answers:</a:t>
            </a:r>
            <a:endParaRPr lang="en-CA" sz="1600" b="0" i="1">
              <a:solidFill>
                <a:srgbClr val="FF8500"/>
              </a:solidFill>
              <a:latin typeface="Amazon Ember"/>
            </a:endParaRPr>
          </a:p>
          <a:p>
            <a:pPr algn="l"/>
            <a:r>
              <a:rPr lang="en-CA" sz="1600" b="0" i="1">
                <a:solidFill>
                  <a:srgbClr val="FF8500"/>
                </a:solidFill>
                <a:latin typeface="Amazon Ember"/>
              </a:rPr>
              <a:t>"Is it solving the problem as intended?"</a:t>
            </a:r>
          </a:p>
          <a:p>
            <a:pPr algn="l"/>
            <a:r>
              <a:rPr lang="en-CA" sz="1600" b="0" i="1">
                <a:solidFill>
                  <a:srgbClr val="FF8500"/>
                </a:solidFill>
                <a:latin typeface="Amazon Ember"/>
              </a:rPr>
              <a:t>"What do we need to go to production?"</a:t>
            </a:r>
          </a:p>
          <a:p>
            <a:r>
              <a:rPr lang="en-CA"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"Are we monitoring metrics?"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34C3303-9F4C-CEF3-C024-DF39E4BE1321}"/>
              </a:ext>
            </a:extLst>
          </p:cNvPr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CORE MODULE</a:t>
            </a:r>
            <a:endParaRPr lang="en-US" sz="13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E6418D-0A2A-CDD6-9711-E08DEBF6BE40}"/>
              </a:ext>
            </a:extLst>
          </p:cNvPr>
          <p:cNvSpPr/>
          <p:nvPr/>
        </p:nvSpPr>
        <p:spPr>
          <a:xfrm>
            <a:off x="548640" y="5852160"/>
            <a:ext cx="10972800" cy="731520"/>
          </a:xfrm>
          <a:prstGeom prst="roundRect">
            <a:avLst/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4DFE7-1B66-A146-2F8A-A539E3E94B57}"/>
              </a:ext>
            </a:extLst>
          </p:cNvPr>
          <p:cNvSpPr/>
          <p:nvPr/>
        </p:nvSpPr>
        <p:spPr>
          <a:xfrm>
            <a:off x="548640" y="5852160"/>
            <a:ext cx="64008" cy="731520"/>
          </a:xfrm>
          <a:prstGeom prst="rect">
            <a:avLst/>
          </a:prstGeom>
          <a:solidFill>
            <a:srgbClr val="41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25240B-4DB2-072E-648F-A6DF3D3CD002}"/>
              </a:ext>
            </a:extLst>
          </p:cNvPr>
          <p:cNvSpPr txBox="1"/>
          <p:nvPr/>
        </p:nvSpPr>
        <p:spPr>
          <a:xfrm>
            <a:off x="82296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1B3FF"/>
                </a:solidFill>
                <a:latin typeface="Amazon Ember"/>
              </a:rPr>
              <a:t>IN THE LAB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DF80EE-9CF4-A88E-BDFB-F576E0B70C0D}"/>
              </a:ext>
            </a:extLst>
          </p:cNvPr>
          <p:cNvSpPr txBox="1"/>
          <p:nvPr/>
        </p:nvSpPr>
        <p:spPr>
          <a:xfrm>
            <a:off x="822960" y="617220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300" b="0" i="0">
                <a:solidFill>
                  <a:srgbClr val="9BA4AE"/>
                </a:solidFill>
                <a:latin typeface="Amazon Ember"/>
              </a:rPr>
              <a:t>Trace review with LLM-assisted labeling, failure clustering, prompt fixing with trace replay, root cause identification</a:t>
            </a:r>
            <a:endParaRPr sz="1300" b="0" i="0">
              <a:solidFill>
                <a:srgbClr val="9BA4AE"/>
              </a:solidFill>
              <a:latin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4179672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9BDBF-D618-DD50-4930-99468F10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1158A-E919-BBC0-DE38-3D8F15D71B6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F5CE5-C204-E0A5-5B29-43979ED18567}"/>
              </a:ext>
            </a:extLst>
          </p:cNvPr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3F3"/>
                </a:solidFill>
                <a:latin typeface="Amazon Ember"/>
              </a:rPr>
              <a:t>Agentic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2FC85C-EE4F-1BCB-C2B9-4C66271AB3BC}"/>
              </a:ext>
            </a:extLst>
          </p:cNvPr>
          <p:cNvSpPr/>
          <p:nvPr/>
        </p:nvSpPr>
        <p:spPr>
          <a:xfrm>
            <a:off x="731520" y="1874519"/>
            <a:ext cx="2286000" cy="54864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768BA-7395-CBFA-AF7A-77FFE747E68F}"/>
              </a:ext>
            </a:extLst>
          </p:cNvPr>
          <p:cNvSpPr txBox="1"/>
          <p:nvPr/>
        </p:nvSpPr>
        <p:spPr>
          <a:xfrm>
            <a:off x="731520" y="210312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D1D5DB"/>
                </a:solidFill>
                <a:latin typeface="Amazon Ember"/>
              </a:rPr>
              <a:t>Architecture-level measurement. Not about individual models or prompts, but how well the elements of your system interact with each other.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C7D9E5-597A-02E4-FC8F-D534989FBC6E}"/>
              </a:ext>
            </a:extLst>
          </p:cNvPr>
          <p:cNvSpPr/>
          <p:nvPr/>
        </p:nvSpPr>
        <p:spPr>
          <a:xfrm>
            <a:off x="548640" y="3108960"/>
            <a:ext cx="6858000" cy="25603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0FB89F-163A-D09E-5559-F7DFEF6D37DB}"/>
              </a:ext>
            </a:extLst>
          </p:cNvPr>
          <p:cNvSpPr/>
          <p:nvPr/>
        </p:nvSpPr>
        <p:spPr>
          <a:xfrm>
            <a:off x="548640" y="3108960"/>
            <a:ext cx="6858000" cy="64008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677457-67A9-4ECC-37DD-13AE76009323}"/>
              </a:ext>
            </a:extLst>
          </p:cNvPr>
          <p:cNvSpPr txBox="1"/>
          <p:nvPr/>
        </p:nvSpPr>
        <p:spPr>
          <a:xfrm>
            <a:off x="8229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1F3F3"/>
                </a:solidFill>
                <a:latin typeface="Amazon Ember"/>
              </a:rPr>
              <a:t>What You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17E24-7D99-E1F6-9127-1B089C94CBDD}"/>
              </a:ext>
            </a:extLst>
          </p:cNvPr>
          <p:cNvSpPr txBox="1"/>
          <p:nvPr/>
        </p:nvSpPr>
        <p:spPr>
          <a:xfrm>
            <a:off x="822960" y="3749039"/>
            <a:ext cx="62179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Tool selection accuracy and reasoning: did the agent pick the right tool with the right parameters?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Multi-step workflow completion: can the agent finish complex tasks end-to-end?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D1D5DB"/>
                </a:solidFill>
                <a:latin typeface="Amazon Ember"/>
              </a:rPr>
              <a:t>•  Error recovery and fallback behavior: how does the system handle unexpected failures?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4C60FE8-1415-5AFB-46BB-033846D24F3E}"/>
              </a:ext>
            </a:extLst>
          </p:cNvPr>
          <p:cNvSpPr/>
          <p:nvPr/>
        </p:nvSpPr>
        <p:spPr>
          <a:xfrm>
            <a:off x="548640" y="5852160"/>
            <a:ext cx="10972800" cy="731520"/>
          </a:xfrm>
          <a:prstGeom prst="roundRect">
            <a:avLst/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A9816D-D8EF-4008-AC57-CD7ACE1EC7F6}"/>
              </a:ext>
            </a:extLst>
          </p:cNvPr>
          <p:cNvSpPr/>
          <p:nvPr/>
        </p:nvSpPr>
        <p:spPr>
          <a:xfrm>
            <a:off x="548640" y="5852160"/>
            <a:ext cx="64008" cy="731520"/>
          </a:xfrm>
          <a:prstGeom prst="rect">
            <a:avLst/>
          </a:prstGeom>
          <a:solidFill>
            <a:srgbClr val="41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6E1A2-7AB7-7B57-784A-F7B4EEEC32A3}"/>
              </a:ext>
            </a:extLst>
          </p:cNvPr>
          <p:cNvSpPr txBox="1"/>
          <p:nvPr/>
        </p:nvSpPr>
        <p:spPr>
          <a:xfrm>
            <a:off x="82296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1B3FF"/>
                </a:solidFill>
                <a:latin typeface="Amazon Ember"/>
              </a:rPr>
              <a:t>IN THE LAB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723F97-CE89-D499-483B-86BE65077964}"/>
              </a:ext>
            </a:extLst>
          </p:cNvPr>
          <p:cNvSpPr txBox="1"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A4AE"/>
                </a:solidFill>
                <a:latin typeface="Amazon Ember"/>
              </a:rPr>
              <a:t>Agent performance assessment, tool usage patterns, multi-step reasoning testing, agentic eval pipelines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7F9B6-EDF2-9095-5649-72CCEC060E0A}"/>
              </a:ext>
            </a:extLst>
          </p:cNvPr>
          <p:cNvSpPr txBox="1"/>
          <p:nvPr/>
        </p:nvSpPr>
        <p:spPr>
          <a:xfrm>
            <a:off x="7772400" y="3291840"/>
            <a:ext cx="3657600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0" i="1">
                <a:solidFill>
                  <a:srgbClr val="FF8500"/>
                </a:solidFill>
                <a:latin typeface="Amazon Ember"/>
              </a:rPr>
              <a:t>Answers: </a:t>
            </a:r>
            <a:endParaRPr lang="en-CA" sz="1600" b="0" i="1">
              <a:solidFill>
                <a:srgbClr val="FF8500"/>
              </a:solidFill>
              <a:latin typeface="Amazon Ember"/>
            </a:endParaRPr>
          </a:p>
          <a:p>
            <a:pPr algn="l"/>
            <a:r>
              <a:rPr lang="en-CA" sz="1600" b="0" i="1">
                <a:solidFill>
                  <a:srgbClr val="FF8500"/>
                </a:solidFill>
                <a:latin typeface="Amazon Ember"/>
              </a:rPr>
              <a:t>“How feasible is the technical design?”</a:t>
            </a:r>
          </a:p>
          <a:p>
            <a:pPr algn="l"/>
            <a:r>
              <a:rPr lang="en-CA" sz="1600" i="1">
                <a:solidFill>
                  <a:srgbClr val="FF8500"/>
                </a:solidFill>
                <a:latin typeface="Amazon Ember"/>
              </a:rPr>
              <a:t>“Is the system efficient?”</a:t>
            </a:r>
          </a:p>
          <a:p>
            <a:r>
              <a:rPr lang="en-CA"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"Are all the elements working together correctly?"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2AAA44-CD23-93BF-6C98-CC8564CA86B4}"/>
              </a:ext>
            </a:extLst>
          </p:cNvPr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CORE MODULE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781084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35127-2A74-7C32-905A-55614024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7022F-85D4-0EF8-F169-A09F2F360614}"/>
              </a:ext>
            </a:extLst>
          </p:cNvPr>
          <p:cNvSpPr/>
          <p:nvPr/>
        </p:nvSpPr>
        <p:spPr>
          <a:xfrm>
            <a:off x="0" y="36576"/>
            <a:ext cx="12188952" cy="0"/>
          </a:xfrm>
          <a:prstGeom prst="line">
            <a:avLst/>
          </a:prstGeom>
          <a:noFill/>
          <a:ln w="38100">
            <a:solidFill>
              <a:srgbClr val="FF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6A63C9-B887-04B4-E97B-785E8868D078}"/>
              </a:ext>
            </a:extLst>
          </p:cNvPr>
          <p:cNvSpPr/>
          <p:nvPr/>
        </p:nvSpPr>
        <p:spPr>
          <a:xfrm>
            <a:off x="9144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CHOOSE YOUR PATH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81A535-7B2C-63E7-7C59-4BECA06A2E45}"/>
              </a:ext>
            </a:extLst>
          </p:cNvPr>
          <p:cNvSpPr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Workload-Specific Evaluations</a:t>
            </a:r>
            <a:endParaRPr lang="en-US"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29941A-D0F9-F469-A396-F3EF974103C7}"/>
              </a:ext>
            </a:extLst>
          </p:cNvPr>
          <p:cNvSpPr/>
          <p:nvPr/>
        </p:nvSpPr>
        <p:spPr>
          <a:xfrm>
            <a:off x="91440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Choose the modules that match your use case. Complete in any order.</a:t>
            </a:r>
            <a:endParaRPr lang="en-US" sz="15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98D3DAE-85D6-AD56-B61A-C0F7C3D6C497}"/>
              </a:ext>
            </a:extLst>
          </p:cNvPr>
          <p:cNvSpPr/>
          <p:nvPr/>
        </p:nvSpPr>
        <p:spPr>
          <a:xfrm>
            <a:off x="640080" y="205740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82C601B-2BA4-9100-86FB-64F593810821}"/>
              </a:ext>
            </a:extLst>
          </p:cNvPr>
          <p:cNvSpPr/>
          <p:nvPr/>
        </p:nvSpPr>
        <p:spPr>
          <a:xfrm>
            <a:off x="640080" y="205740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4E81AC8-2E44-CB1A-ABF9-8079E5C29941}"/>
              </a:ext>
            </a:extLst>
          </p:cNvPr>
          <p:cNvSpPr/>
          <p:nvPr/>
        </p:nvSpPr>
        <p:spPr>
          <a:xfrm>
            <a:off x="86868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Intelligent Document Processing</a:t>
            </a:r>
            <a:endParaRPr lang="en-US"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F7621F-C9C9-BDF6-5B53-BB528199543F}"/>
              </a:ext>
            </a:extLst>
          </p:cNvPr>
          <p:cNvSpPr/>
          <p:nvPr/>
        </p:nvSpPr>
        <p:spPr>
          <a:xfrm>
            <a:off x="868680" y="2386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Extraction accuracy, formatting, classification</a:t>
            </a:r>
            <a:endParaRPr lang="en-US"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D0CCD15-E2D3-04B4-DBB2-39D66983DAB1}"/>
              </a:ext>
            </a:extLst>
          </p:cNvPr>
          <p:cNvSpPr/>
          <p:nvPr/>
        </p:nvSpPr>
        <p:spPr>
          <a:xfrm>
            <a:off x="640080" y="283464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925DE2C-CE8B-4E93-1B24-19BAAF4967DC}"/>
              </a:ext>
            </a:extLst>
          </p:cNvPr>
          <p:cNvSpPr/>
          <p:nvPr/>
        </p:nvSpPr>
        <p:spPr>
          <a:xfrm>
            <a:off x="640080" y="283464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2BBF799-1B94-E779-7A61-4B90AFF84C1A}"/>
              </a:ext>
            </a:extLst>
          </p:cNvPr>
          <p:cNvSpPr/>
          <p:nvPr/>
        </p:nvSpPr>
        <p:spPr>
          <a:xfrm>
            <a:off x="86868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Guardrails</a:t>
            </a:r>
            <a:endParaRPr lang="en-US"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13AF7E2-1622-1850-24DA-8A92D6F1C388}"/>
              </a:ext>
            </a:extLst>
          </p:cNvPr>
          <p:cNvSpPr/>
          <p:nvPr/>
        </p:nvSpPr>
        <p:spPr>
          <a:xfrm>
            <a:off x="868680" y="31638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Content filtering, responsible AI controls</a:t>
            </a:r>
            <a:endParaRPr lang="en-US"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7A65C2F-EBC9-D287-CC70-5DD4F2D9269F}"/>
              </a:ext>
            </a:extLst>
          </p:cNvPr>
          <p:cNvSpPr/>
          <p:nvPr/>
        </p:nvSpPr>
        <p:spPr>
          <a:xfrm>
            <a:off x="640080" y="361188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0809ADA-ADD3-4FAC-E7C7-F3E6E861B6AE}"/>
              </a:ext>
            </a:extLst>
          </p:cNvPr>
          <p:cNvSpPr/>
          <p:nvPr/>
        </p:nvSpPr>
        <p:spPr>
          <a:xfrm>
            <a:off x="640080" y="361188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B66010A-3A85-180C-A3D2-7FFD61756AF0}"/>
              </a:ext>
            </a:extLst>
          </p:cNvPr>
          <p:cNvSpPr/>
          <p:nvPr/>
        </p:nvSpPr>
        <p:spPr>
          <a:xfrm>
            <a:off x="86868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Basic RAG</a:t>
            </a:r>
            <a:endParaRPr lang="en-US"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2BD9860-D384-E169-E37F-F03827B90FF3}"/>
              </a:ext>
            </a:extLst>
          </p:cNvPr>
          <p:cNvSpPr/>
          <p:nvPr/>
        </p:nvSpPr>
        <p:spPr>
          <a:xfrm>
            <a:off x="868680" y="3941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Retrieval relevance, context grounding, faithfulness</a:t>
            </a:r>
            <a:endParaRPr lang="en-US" sz="12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9DDABCB-C2A9-0EC1-0FD4-BD839D5F4F78}"/>
              </a:ext>
            </a:extLst>
          </p:cNvPr>
          <p:cNvSpPr/>
          <p:nvPr/>
        </p:nvSpPr>
        <p:spPr>
          <a:xfrm>
            <a:off x="640080" y="438912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6B13F78-1B95-A909-3AD9-098DC8ECCA08}"/>
              </a:ext>
            </a:extLst>
          </p:cNvPr>
          <p:cNvSpPr/>
          <p:nvPr/>
        </p:nvSpPr>
        <p:spPr>
          <a:xfrm>
            <a:off x="640080" y="438912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DA43E1E-6989-83CA-E6AC-0FFE2C409BC2}"/>
              </a:ext>
            </a:extLst>
          </p:cNvPr>
          <p:cNvSpPr/>
          <p:nvPr/>
        </p:nvSpPr>
        <p:spPr>
          <a:xfrm>
            <a:off x="86868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Multimodal RAG</a:t>
            </a:r>
            <a:endParaRPr lang="en-US" sz="14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90D1628-B330-1070-28FC-1D8D7E0D0633}"/>
              </a:ext>
            </a:extLst>
          </p:cNvPr>
          <p:cNvSpPr/>
          <p:nvPr/>
        </p:nvSpPr>
        <p:spPr>
          <a:xfrm>
            <a:off x="868680" y="47183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Cross-modal retrieval and generation</a:t>
            </a:r>
            <a:endParaRPr lang="en-US" sz="12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DB13B35-1393-3B72-8AA5-5F601629DB64}"/>
              </a:ext>
            </a:extLst>
          </p:cNvPr>
          <p:cNvSpPr/>
          <p:nvPr/>
        </p:nvSpPr>
        <p:spPr>
          <a:xfrm>
            <a:off x="640080" y="516636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72D32FC-9E39-AA30-D3BF-1DFB79E504F7}"/>
              </a:ext>
            </a:extLst>
          </p:cNvPr>
          <p:cNvSpPr/>
          <p:nvPr/>
        </p:nvSpPr>
        <p:spPr>
          <a:xfrm>
            <a:off x="640080" y="516636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50CE532-C5B6-C715-96AD-90B7CF708358}"/>
              </a:ext>
            </a:extLst>
          </p:cNvPr>
          <p:cNvSpPr/>
          <p:nvPr/>
        </p:nvSpPr>
        <p:spPr>
          <a:xfrm>
            <a:off x="86868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Speech-to-Speech</a:t>
            </a:r>
            <a:endParaRPr lang="en-US" sz="1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BF90B80-0B2D-5E12-AEF1-E295DDAB4102}"/>
              </a:ext>
            </a:extLst>
          </p:cNvPr>
          <p:cNvSpPr/>
          <p:nvPr/>
        </p:nvSpPr>
        <p:spPr>
          <a:xfrm>
            <a:off x="868680" y="54955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Transcription accuracy, latency, voice quality</a:t>
            </a:r>
            <a:endParaRPr lang="en-US" sz="12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292CD32-936B-66C6-C832-631AA340C310}"/>
              </a:ext>
            </a:extLst>
          </p:cNvPr>
          <p:cNvSpPr/>
          <p:nvPr/>
        </p:nvSpPr>
        <p:spPr>
          <a:xfrm>
            <a:off x="640080" y="594360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6EDF7C5-C213-8FBA-2038-D36EBB94E3AB}"/>
              </a:ext>
            </a:extLst>
          </p:cNvPr>
          <p:cNvSpPr/>
          <p:nvPr/>
        </p:nvSpPr>
        <p:spPr>
          <a:xfrm>
            <a:off x="640080" y="594360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C0B9D05-3801-BB1D-F35C-52BCE7352456}"/>
              </a:ext>
            </a:extLst>
          </p:cNvPr>
          <p:cNvSpPr/>
          <p:nvPr/>
        </p:nvSpPr>
        <p:spPr>
          <a:xfrm>
            <a:off x="86868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Automated Reasoning</a:t>
            </a:r>
            <a:endParaRPr lang="en-US"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A617DB1-6D57-8DB1-A85C-2780226A2128}"/>
              </a:ext>
            </a:extLst>
          </p:cNvPr>
          <p:cNvSpPr/>
          <p:nvPr/>
        </p:nvSpPr>
        <p:spPr>
          <a:xfrm>
            <a:off x="868680" y="62727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Logical consistency, formal verification</a:t>
            </a:r>
            <a:endParaRPr lang="en-US" sz="12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E26149B-B622-DDE9-49B6-1ED30C02DA7E}"/>
              </a:ext>
            </a:extLst>
          </p:cNvPr>
          <p:cNvSpPr/>
          <p:nvPr/>
        </p:nvSpPr>
        <p:spPr>
          <a:xfrm>
            <a:off x="6400800" y="205740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BE37464-986E-6F9F-6E5E-4AE8296225A3}"/>
              </a:ext>
            </a:extLst>
          </p:cNvPr>
          <p:cNvSpPr/>
          <p:nvPr/>
        </p:nvSpPr>
        <p:spPr>
          <a:xfrm>
            <a:off x="6400800" y="205740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5125696-F55B-7C0C-6836-2B9C37921214}"/>
              </a:ext>
            </a:extLst>
          </p:cNvPr>
          <p:cNvSpPr/>
          <p:nvPr/>
        </p:nvSpPr>
        <p:spPr>
          <a:xfrm>
            <a:off x="662940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Multi-Agent Shared Context</a:t>
            </a:r>
            <a:endParaRPr lang="en-US" sz="14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32CE124-D2E3-79AD-5AF9-0196BA713CB3}"/>
              </a:ext>
            </a:extLst>
          </p:cNvPr>
          <p:cNvSpPr/>
          <p:nvPr/>
        </p:nvSpPr>
        <p:spPr>
          <a:xfrm>
            <a:off x="6629400" y="23865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Agent coordination, shared memory evaluation</a:t>
            </a:r>
            <a:endParaRPr lang="en-US" sz="12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E4AB02C-49FD-E248-9BD2-4115B89B8D7A}"/>
              </a:ext>
            </a:extLst>
          </p:cNvPr>
          <p:cNvSpPr/>
          <p:nvPr/>
        </p:nvSpPr>
        <p:spPr>
          <a:xfrm>
            <a:off x="6400800" y="283464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EB86F7E-1ABA-C425-E271-E918F8CD6F47}"/>
              </a:ext>
            </a:extLst>
          </p:cNvPr>
          <p:cNvSpPr/>
          <p:nvPr/>
        </p:nvSpPr>
        <p:spPr>
          <a:xfrm>
            <a:off x="6400800" y="283464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D8ED5DDF-E330-8E21-888A-73F0A07A2CAA}"/>
              </a:ext>
            </a:extLst>
          </p:cNvPr>
          <p:cNvSpPr/>
          <p:nvPr/>
        </p:nvSpPr>
        <p:spPr>
          <a:xfrm>
            <a:off x="662940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Tool Calling</a:t>
            </a:r>
            <a:endParaRPr lang="en-US" sz="1400"/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E385C582-355F-3FA2-CE81-FA8931ACFFE7}"/>
              </a:ext>
            </a:extLst>
          </p:cNvPr>
          <p:cNvSpPr/>
          <p:nvPr/>
        </p:nvSpPr>
        <p:spPr>
          <a:xfrm>
            <a:off x="6629400" y="31638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Tool selection accuracy, parameter optimization</a:t>
            </a:r>
            <a:endParaRPr lang="en-US" sz="1200"/>
          </a:p>
        </p:txBody>
      </p:sp>
      <p:sp>
        <p:nvSpPr>
          <p:cNvPr id="64" name="Shape 36">
            <a:extLst>
              <a:ext uri="{FF2B5EF4-FFF2-40B4-BE49-F238E27FC236}">
                <a16:creationId xmlns:a16="http://schemas.microsoft.com/office/drawing/2014/main" id="{4321D804-2DE9-B12D-FD44-C410F734B4E0}"/>
              </a:ext>
            </a:extLst>
          </p:cNvPr>
          <p:cNvSpPr/>
          <p:nvPr/>
        </p:nvSpPr>
        <p:spPr>
          <a:xfrm>
            <a:off x="6400800" y="361188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5" name="Shape 37">
            <a:extLst>
              <a:ext uri="{FF2B5EF4-FFF2-40B4-BE49-F238E27FC236}">
                <a16:creationId xmlns:a16="http://schemas.microsoft.com/office/drawing/2014/main" id="{DDF4D2CE-0B4A-88E8-1ECD-72ED408E22C3}"/>
              </a:ext>
            </a:extLst>
          </p:cNvPr>
          <p:cNvSpPr/>
          <p:nvPr/>
        </p:nvSpPr>
        <p:spPr>
          <a:xfrm>
            <a:off x="6400800" y="361188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6" name="Text 38">
            <a:extLst>
              <a:ext uri="{FF2B5EF4-FFF2-40B4-BE49-F238E27FC236}">
                <a16:creationId xmlns:a16="http://schemas.microsoft.com/office/drawing/2014/main" id="{EB591626-35E3-B8FE-BBAA-AEE1E9CCC453}"/>
              </a:ext>
            </a:extLst>
          </p:cNvPr>
          <p:cNvSpPr/>
          <p:nvPr/>
        </p:nvSpPr>
        <p:spPr>
          <a:xfrm>
            <a:off x="662940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Red Teaming</a:t>
            </a:r>
            <a:endParaRPr lang="en-US" sz="1400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EF861275-7B35-F464-0455-B3B8CBB80D40}"/>
              </a:ext>
            </a:extLst>
          </p:cNvPr>
          <p:cNvSpPr/>
          <p:nvPr/>
        </p:nvSpPr>
        <p:spPr>
          <a:xfrm>
            <a:off x="6629400" y="3941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Adversarial testing across apps, RAG, and agents</a:t>
            </a:r>
            <a:endParaRPr lang="en-US" sz="1200"/>
          </a:p>
        </p:txBody>
      </p:sp>
      <p:sp>
        <p:nvSpPr>
          <p:cNvPr id="68" name="Shape 40">
            <a:extLst>
              <a:ext uri="{FF2B5EF4-FFF2-40B4-BE49-F238E27FC236}">
                <a16:creationId xmlns:a16="http://schemas.microsoft.com/office/drawing/2014/main" id="{8CF9DA0F-A81B-20AF-8B3E-227A00107A0E}"/>
              </a:ext>
            </a:extLst>
          </p:cNvPr>
          <p:cNvSpPr/>
          <p:nvPr/>
        </p:nvSpPr>
        <p:spPr>
          <a:xfrm>
            <a:off x="6400800" y="438912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9" name="Shape 41">
            <a:extLst>
              <a:ext uri="{FF2B5EF4-FFF2-40B4-BE49-F238E27FC236}">
                <a16:creationId xmlns:a16="http://schemas.microsoft.com/office/drawing/2014/main" id="{BB8091AF-09A7-9DD8-4C86-06D86B5400C6}"/>
              </a:ext>
            </a:extLst>
          </p:cNvPr>
          <p:cNvSpPr/>
          <p:nvPr/>
        </p:nvSpPr>
        <p:spPr>
          <a:xfrm>
            <a:off x="6400800" y="438912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0" name="Text 42">
            <a:extLst>
              <a:ext uri="{FF2B5EF4-FFF2-40B4-BE49-F238E27FC236}">
                <a16:creationId xmlns:a16="http://schemas.microsoft.com/office/drawing/2014/main" id="{9CA69C69-0C63-1249-C8F4-A3F9FFB503EE}"/>
              </a:ext>
            </a:extLst>
          </p:cNvPr>
          <p:cNvSpPr/>
          <p:nvPr/>
        </p:nvSpPr>
        <p:spPr>
          <a:xfrm>
            <a:off x="662940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Chatbot</a:t>
            </a:r>
            <a:endParaRPr lang="en-US" sz="1400"/>
          </a:p>
        </p:txBody>
      </p:sp>
      <p:sp>
        <p:nvSpPr>
          <p:cNvPr id="71" name="Text 43">
            <a:extLst>
              <a:ext uri="{FF2B5EF4-FFF2-40B4-BE49-F238E27FC236}">
                <a16:creationId xmlns:a16="http://schemas.microsoft.com/office/drawing/2014/main" id="{F63F678F-21F9-F044-E94C-3674DD7C35C8}"/>
              </a:ext>
            </a:extLst>
          </p:cNvPr>
          <p:cNvSpPr/>
          <p:nvPr/>
        </p:nvSpPr>
        <p:spPr>
          <a:xfrm>
            <a:off x="6629400" y="47183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Conversational quality, coherence, tone alignment</a:t>
            </a:r>
            <a:endParaRPr lang="en-US" sz="1200"/>
          </a:p>
        </p:txBody>
      </p:sp>
      <p:sp>
        <p:nvSpPr>
          <p:cNvPr id="72" name="Shape 44">
            <a:extLst>
              <a:ext uri="{FF2B5EF4-FFF2-40B4-BE49-F238E27FC236}">
                <a16:creationId xmlns:a16="http://schemas.microsoft.com/office/drawing/2014/main" id="{97D09D12-43BB-8A10-941A-2FE938485986}"/>
              </a:ext>
            </a:extLst>
          </p:cNvPr>
          <p:cNvSpPr/>
          <p:nvPr/>
        </p:nvSpPr>
        <p:spPr>
          <a:xfrm>
            <a:off x="6400800" y="516636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3" name="Shape 45">
            <a:extLst>
              <a:ext uri="{FF2B5EF4-FFF2-40B4-BE49-F238E27FC236}">
                <a16:creationId xmlns:a16="http://schemas.microsoft.com/office/drawing/2014/main" id="{97C17C2C-9F1F-B816-26EF-72E0779BB9D2}"/>
              </a:ext>
            </a:extLst>
          </p:cNvPr>
          <p:cNvSpPr/>
          <p:nvPr/>
        </p:nvSpPr>
        <p:spPr>
          <a:xfrm>
            <a:off x="6400800" y="5166360"/>
            <a:ext cx="54864" cy="64008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4" name="Text 46">
            <a:extLst>
              <a:ext uri="{FF2B5EF4-FFF2-40B4-BE49-F238E27FC236}">
                <a16:creationId xmlns:a16="http://schemas.microsoft.com/office/drawing/2014/main" id="{27657403-0102-48BE-EFE9-40962D9D726D}"/>
              </a:ext>
            </a:extLst>
          </p:cNvPr>
          <p:cNvSpPr/>
          <p:nvPr/>
        </p:nvSpPr>
        <p:spPr>
          <a:xfrm>
            <a:off x="662940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Coding Assistant</a:t>
            </a:r>
            <a:endParaRPr lang="en-US" sz="1400"/>
          </a:p>
        </p:txBody>
      </p:sp>
      <p:sp>
        <p:nvSpPr>
          <p:cNvPr id="75" name="Text 47">
            <a:extLst>
              <a:ext uri="{FF2B5EF4-FFF2-40B4-BE49-F238E27FC236}">
                <a16:creationId xmlns:a16="http://schemas.microsoft.com/office/drawing/2014/main" id="{1AFEAB7E-4E81-AEA0-526F-0127B6BEBEC9}"/>
              </a:ext>
            </a:extLst>
          </p:cNvPr>
          <p:cNvSpPr/>
          <p:nvPr/>
        </p:nvSpPr>
        <p:spPr>
          <a:xfrm>
            <a:off x="6629400" y="54955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Code generation accuracy, security, test coverage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4130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AEC6E-6D03-08B3-CC77-0B2EA3E7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26AFB6-1E77-D700-FE9B-FBCF129656D8}"/>
              </a:ext>
            </a:extLst>
          </p:cNvPr>
          <p:cNvSpPr/>
          <p:nvPr/>
        </p:nvSpPr>
        <p:spPr>
          <a:xfrm>
            <a:off x="0" y="36576"/>
            <a:ext cx="12188952" cy="0"/>
          </a:xfrm>
          <a:prstGeom prst="line">
            <a:avLst/>
          </a:prstGeom>
          <a:noFill/>
          <a:ln w="38100">
            <a:solidFill>
              <a:srgbClr val="FF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DA2BC4-64B4-C471-F888-2968236E02D2}"/>
              </a:ext>
            </a:extLst>
          </p:cNvPr>
          <p:cNvSpPr/>
          <p:nvPr/>
        </p:nvSpPr>
        <p:spPr>
          <a:xfrm>
            <a:off x="9144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CHOOSE YOUR PATH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F01D81-DEAF-B8EF-E6C3-9A74795DE983}"/>
              </a:ext>
            </a:extLst>
          </p:cNvPr>
          <p:cNvSpPr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Framework-Specific Evaluations</a:t>
            </a:r>
            <a:endParaRPr lang="en-US" sz="3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797A28-1414-2E80-3316-F15F4318E535}"/>
              </a:ext>
            </a:extLst>
          </p:cNvPr>
          <p:cNvSpPr/>
          <p:nvPr/>
        </p:nvSpPr>
        <p:spPr>
          <a:xfrm>
            <a:off x="91440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Evaluate using popular frameworks. Choose the tools that fit your stack.</a:t>
            </a:r>
            <a:endParaRPr lang="en-US" sz="150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933DE63-ABCD-DC81-C320-9DBE438A8D0B}"/>
              </a:ext>
            </a:extLst>
          </p:cNvPr>
          <p:cNvSpPr/>
          <p:nvPr/>
        </p:nvSpPr>
        <p:spPr>
          <a:xfrm>
            <a:off x="868101" y="2010524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B2FA1DFF-7CD5-4DC1-64CA-DFD514E8A883}"/>
              </a:ext>
            </a:extLst>
          </p:cNvPr>
          <p:cNvSpPr/>
          <p:nvPr/>
        </p:nvSpPr>
        <p:spPr>
          <a:xfrm>
            <a:off x="868101" y="2010524"/>
            <a:ext cx="54864" cy="5486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6BC37D8D-94C9-7023-0529-8713376415DC}"/>
              </a:ext>
            </a:extLst>
          </p:cNvPr>
          <p:cNvSpPr/>
          <p:nvPr/>
        </p:nvSpPr>
        <p:spPr>
          <a:xfrm>
            <a:off x="1188141" y="20288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Promptfoo</a:t>
            </a:r>
            <a:endParaRPr lang="en-US" sz="160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57171888-5147-30A0-8DED-5A3C3D394883}"/>
              </a:ext>
            </a:extLst>
          </p:cNvPr>
          <p:cNvSpPr/>
          <p:nvPr/>
        </p:nvSpPr>
        <p:spPr>
          <a:xfrm>
            <a:off x="1188141" y="228484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Open-source eval framework for prompt testing, model comparison, and regression detection</a:t>
            </a:r>
            <a:endParaRPr lang="en-US" sz="120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7FD3D559-8B31-1F49-47F3-538601CB3250}"/>
              </a:ext>
            </a:extLst>
          </p:cNvPr>
          <p:cNvSpPr/>
          <p:nvPr/>
        </p:nvSpPr>
        <p:spPr>
          <a:xfrm>
            <a:off x="868101" y="2668892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F7D14264-9924-0164-0655-4018ED9EB8DB}"/>
              </a:ext>
            </a:extLst>
          </p:cNvPr>
          <p:cNvSpPr/>
          <p:nvPr/>
        </p:nvSpPr>
        <p:spPr>
          <a:xfrm>
            <a:off x="868101" y="2668892"/>
            <a:ext cx="54864" cy="5486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3337D118-A0A6-6220-1050-8E8F704FDA12}"/>
              </a:ext>
            </a:extLst>
          </p:cNvPr>
          <p:cNvSpPr/>
          <p:nvPr/>
        </p:nvSpPr>
        <p:spPr>
          <a:xfrm>
            <a:off x="1188141" y="268718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AgentCore</a:t>
            </a:r>
            <a:endParaRPr lang="en-US" sz="16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CA49556B-02CB-6881-2089-CD9A92B67FD3}"/>
              </a:ext>
            </a:extLst>
          </p:cNvPr>
          <p:cNvSpPr/>
          <p:nvPr/>
        </p:nvSpPr>
        <p:spPr>
          <a:xfrm>
            <a:off x="1188141" y="294321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AWS-native evaluation for agent orchestration and tool selection accuracy</a:t>
            </a:r>
            <a:endParaRPr lang="en-US" sz="1200"/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26F5821E-02C7-0642-48E0-ED133B214950}"/>
              </a:ext>
            </a:extLst>
          </p:cNvPr>
          <p:cNvSpPr/>
          <p:nvPr/>
        </p:nvSpPr>
        <p:spPr>
          <a:xfrm>
            <a:off x="868101" y="3327260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F47F6A9A-8816-D1F3-A989-268C7AC0479A}"/>
              </a:ext>
            </a:extLst>
          </p:cNvPr>
          <p:cNvSpPr/>
          <p:nvPr/>
        </p:nvSpPr>
        <p:spPr>
          <a:xfrm>
            <a:off x="868101" y="3327260"/>
            <a:ext cx="54864" cy="5486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770B4DD0-4ABA-56C5-C90B-5C17AC7B9153}"/>
              </a:ext>
            </a:extLst>
          </p:cNvPr>
          <p:cNvSpPr/>
          <p:nvPr/>
        </p:nvSpPr>
        <p:spPr>
          <a:xfrm>
            <a:off x="1188141" y="33455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Strands</a:t>
            </a:r>
            <a:endParaRPr lang="en-US" sz="160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CCFBB472-B9E0-BD61-3B67-253C594DC158}"/>
              </a:ext>
            </a:extLst>
          </p:cNvPr>
          <p:cNvSpPr/>
          <p:nvPr/>
        </p:nvSpPr>
        <p:spPr>
          <a:xfrm>
            <a:off x="1188141" y="360158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Agent reasoning chains, context management, and task completion evaluation</a:t>
            </a:r>
            <a:endParaRPr lang="en-US" sz="1200"/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1E035589-7CA7-9355-9A8F-9D6ADB63A69D}"/>
              </a:ext>
            </a:extLst>
          </p:cNvPr>
          <p:cNvSpPr/>
          <p:nvPr/>
        </p:nvSpPr>
        <p:spPr>
          <a:xfrm>
            <a:off x="868101" y="3985628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31768F91-3BAD-70AD-30D0-8679757063AB}"/>
              </a:ext>
            </a:extLst>
          </p:cNvPr>
          <p:cNvSpPr/>
          <p:nvPr/>
        </p:nvSpPr>
        <p:spPr>
          <a:xfrm>
            <a:off x="868101" y="3985628"/>
            <a:ext cx="54864" cy="5486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21B0068F-D75B-C212-9E7E-3FF5F8793C90}"/>
              </a:ext>
            </a:extLst>
          </p:cNvPr>
          <p:cNvSpPr/>
          <p:nvPr/>
        </p:nvSpPr>
        <p:spPr>
          <a:xfrm>
            <a:off x="1188141" y="40039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DSPy</a:t>
            </a:r>
            <a:endParaRPr lang="en-US" sz="160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834D42C9-7A51-78A7-7954-7935E0EACCF7}"/>
              </a:ext>
            </a:extLst>
          </p:cNvPr>
          <p:cNvSpPr/>
          <p:nvPr/>
        </p:nvSpPr>
        <p:spPr>
          <a:xfrm>
            <a:off x="1188141" y="42599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Programmatic optimization of LLM pipelines with automated prompt tuning</a:t>
            </a:r>
            <a:endParaRPr lang="en-US" sz="1200"/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FDD1F552-078B-0B0D-0857-0947040E6525}"/>
              </a:ext>
            </a:extLst>
          </p:cNvPr>
          <p:cNvSpPr/>
          <p:nvPr/>
        </p:nvSpPr>
        <p:spPr>
          <a:xfrm>
            <a:off x="868101" y="4643996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14FD2EC7-EA04-7383-5672-AB023AE68A80}"/>
              </a:ext>
            </a:extLst>
          </p:cNvPr>
          <p:cNvSpPr/>
          <p:nvPr/>
        </p:nvSpPr>
        <p:spPr>
          <a:xfrm>
            <a:off x="868101" y="4643996"/>
            <a:ext cx="54864" cy="5486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A9443250-C050-BFFB-9976-5DDAFCCEB290}"/>
              </a:ext>
            </a:extLst>
          </p:cNvPr>
          <p:cNvSpPr/>
          <p:nvPr/>
        </p:nvSpPr>
        <p:spPr>
          <a:xfrm>
            <a:off x="1188141" y="466228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DeepEval</a:t>
            </a:r>
            <a:endParaRPr lang="en-US" sz="160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0DC6B5A2-2A2C-74A8-9C97-09741482AAF5}"/>
              </a:ext>
            </a:extLst>
          </p:cNvPr>
          <p:cNvSpPr/>
          <p:nvPr/>
        </p:nvSpPr>
        <p:spPr>
          <a:xfrm>
            <a:off x="1188141" y="4918316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Unit testing framework for LLMs with metrics for hallucination, bias, and toxicity</a:t>
            </a:r>
            <a:endParaRPr lang="en-US" sz="120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A330FCC0-1F56-4A75-3B11-43BCB1B33B04}"/>
              </a:ext>
            </a:extLst>
          </p:cNvPr>
          <p:cNvSpPr/>
          <p:nvPr/>
        </p:nvSpPr>
        <p:spPr>
          <a:xfrm>
            <a:off x="868101" y="5302364"/>
            <a:ext cx="10360152" cy="548640"/>
          </a:xfrm>
          <a:prstGeom prst="roundRect">
            <a:avLst>
              <a:gd name="adj" fmla="val 10000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7" name="Shape 29">
            <a:extLst>
              <a:ext uri="{FF2B5EF4-FFF2-40B4-BE49-F238E27FC236}">
                <a16:creationId xmlns:a16="http://schemas.microsoft.com/office/drawing/2014/main" id="{B3811273-C4D5-0C8D-57DC-799A509D8C50}"/>
              </a:ext>
            </a:extLst>
          </p:cNvPr>
          <p:cNvSpPr/>
          <p:nvPr/>
        </p:nvSpPr>
        <p:spPr>
          <a:xfrm>
            <a:off x="868101" y="5302364"/>
            <a:ext cx="54864" cy="54864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16C15E08-5FC0-D386-1A6B-7F940421D777}"/>
              </a:ext>
            </a:extLst>
          </p:cNvPr>
          <p:cNvSpPr/>
          <p:nvPr/>
        </p:nvSpPr>
        <p:spPr>
          <a:xfrm>
            <a:off x="1188141" y="53206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MLflow</a:t>
            </a:r>
            <a:endParaRPr lang="en-US" sz="1600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B5A20AE7-D056-5351-0657-8B1392120151}"/>
              </a:ext>
            </a:extLst>
          </p:cNvPr>
          <p:cNvSpPr/>
          <p:nvPr/>
        </p:nvSpPr>
        <p:spPr>
          <a:xfrm>
            <a:off x="1188141" y="5576684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Experiment tracking, model versioning, and evaluation metric logging at scale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1231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347-0A74-F5FA-0D1F-96A43594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2953FC76-F89F-19D5-D0DD-A7CF986E69BD}"/>
              </a:ext>
            </a:extLst>
          </p:cNvPr>
          <p:cNvSpPr/>
          <p:nvPr/>
        </p:nvSpPr>
        <p:spPr>
          <a:xfrm>
            <a:off x="27432" y="45720"/>
            <a:ext cx="4846320" cy="6812280"/>
          </a:xfrm>
          <a:prstGeom prst="rect">
            <a:avLst/>
          </a:prstGeom>
          <a:solidFill>
            <a:srgbClr val="161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0087D5B-3763-8D35-273C-7246EEA8CB33}"/>
              </a:ext>
            </a:extLst>
          </p:cNvPr>
          <p:cNvSpPr/>
          <p:nvPr/>
        </p:nvSpPr>
        <p:spPr>
          <a:xfrm>
            <a:off x="4846320" y="0"/>
            <a:ext cx="54864" cy="6858000"/>
          </a:xfrm>
          <a:prstGeom prst="rect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F0FFF89-5DC6-8755-3DCC-8BD86BA06773}"/>
              </a:ext>
            </a:extLst>
          </p:cNvPr>
          <p:cNvSpPr/>
          <p:nvPr/>
        </p:nvSpPr>
        <p:spPr>
          <a:xfrm>
            <a:off x="457200" y="457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41B3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INTERACTIVE LEARNING</a:t>
            </a:r>
            <a:endParaRPr lang="en-US" sz="14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ACE530F-8519-2ECB-CCE3-7E698461CB0F}"/>
              </a:ext>
            </a:extLst>
          </p:cNvPr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AI-Powered</a:t>
            </a:r>
            <a:endParaRPr lang="en-US" sz="340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Tutor Mode</a:t>
            </a:r>
            <a:endParaRPr lang="en-US" sz="340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0D3E2B5-7E82-8FAA-DDDE-6F4EFCD92F29}"/>
              </a:ext>
            </a:extLst>
          </p:cNvPr>
          <p:cNvSpPr/>
          <p:nvPr/>
        </p:nvSpPr>
        <p:spPr>
          <a:xfrm>
            <a:off x="457200" y="2377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Every module includes a companion skill file that turns your AI assistant into a hands-on workshop facilitator.</a:t>
            </a:r>
            <a:endParaRPr lang="en-US" sz="140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A156BD4-B163-4888-FF7A-7092F067B2D4}"/>
              </a:ext>
            </a:extLst>
          </p:cNvPr>
          <p:cNvSpPr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1B3FF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HOW IT WORKS</a:t>
            </a:r>
            <a:endParaRPr lang="en-US" sz="100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6DC77033-5039-BE56-1707-93BD092738F1}"/>
              </a:ext>
            </a:extLst>
          </p:cNvPr>
          <p:cNvSpPr/>
          <p:nvPr/>
        </p:nvSpPr>
        <p:spPr>
          <a:xfrm>
            <a:off x="457200" y="3886200"/>
            <a:ext cx="201168" cy="201168"/>
          </a:xfrm>
          <a:prstGeom prst="ellipse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990D409-9289-9BA6-477E-8F9F43BBF18C}"/>
              </a:ext>
            </a:extLst>
          </p:cNvPr>
          <p:cNvSpPr/>
          <p:nvPr/>
        </p:nvSpPr>
        <p:spPr>
          <a:xfrm>
            <a:off x="457200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1D26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1</a:t>
            </a:r>
            <a:endParaRPr lang="en-US" sz="90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1CA5EE6-B552-FCF0-AF4A-A448D1A40098}"/>
              </a:ext>
            </a:extLst>
          </p:cNvPr>
          <p:cNvSpPr/>
          <p:nvPr/>
        </p:nvSpPr>
        <p:spPr>
          <a:xfrm>
            <a:off x="82296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Point your assistant at the skill file</a:t>
            </a:r>
            <a:endParaRPr lang="en-US"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9FAD493-F69B-21D6-F8AD-7CFDC129EA12}"/>
              </a:ext>
            </a:extLst>
          </p:cNvPr>
          <p:cNvSpPr/>
          <p:nvPr/>
        </p:nvSpPr>
        <p:spPr>
          <a:xfrm>
            <a:off x="457200" y="4434840"/>
            <a:ext cx="201168" cy="201168"/>
          </a:xfrm>
          <a:prstGeom prst="ellipse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06A2A86D-BEAA-4DA2-478B-99B0EF691366}"/>
              </a:ext>
            </a:extLst>
          </p:cNvPr>
          <p:cNvSpPr/>
          <p:nvPr/>
        </p:nvSpPr>
        <p:spPr>
          <a:xfrm>
            <a:off x="457200" y="4434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1D26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2</a:t>
            </a:r>
            <a:endParaRPr lang="en-US" sz="9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0D0D2F5-4D2D-96E0-EB4C-7E1C5400F59A}"/>
              </a:ext>
            </a:extLst>
          </p:cNvPr>
          <p:cNvSpPr/>
          <p:nvPr/>
        </p:nvSpPr>
        <p:spPr>
          <a:xfrm>
            <a:off x="82296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Pick a module and start</a:t>
            </a:r>
            <a:endParaRPr lang="en-US" sz="140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B53561F6-DEC2-38A2-D452-F16EECFE0C83}"/>
              </a:ext>
            </a:extLst>
          </p:cNvPr>
          <p:cNvSpPr/>
          <p:nvPr/>
        </p:nvSpPr>
        <p:spPr>
          <a:xfrm>
            <a:off x="457200" y="4983480"/>
            <a:ext cx="201168" cy="201168"/>
          </a:xfrm>
          <a:prstGeom prst="ellipse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58823ED7-3433-9895-2A22-3FC91AECB3E1}"/>
              </a:ext>
            </a:extLst>
          </p:cNvPr>
          <p:cNvSpPr/>
          <p:nvPr/>
        </p:nvSpPr>
        <p:spPr>
          <a:xfrm>
            <a:off x="457200" y="4983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61D26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3</a:t>
            </a:r>
            <a:endParaRPr lang="en-US" sz="90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D1F252F0-ACC8-7CC6-CC79-52C30234C77C}"/>
              </a:ext>
            </a:extLst>
          </p:cNvPr>
          <p:cNvSpPr/>
          <p:nvPr/>
        </p:nvSpPr>
        <p:spPr>
          <a:xfrm>
            <a:off x="82296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Write code, get feedback, iterate</a:t>
            </a:r>
            <a:endParaRPr lang="en-US" sz="14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42DF408-AFB0-AB55-E52F-5782D7C3192D}"/>
              </a:ext>
            </a:extLst>
          </p:cNvPr>
          <p:cNvSpPr/>
          <p:nvPr/>
        </p:nvSpPr>
        <p:spPr>
          <a:xfrm>
            <a:off x="457200" y="5760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Works with Kiro, Claude, or any</a:t>
            </a:r>
            <a:r>
              <a:rPr lang="en-US" sz="1200"/>
              <a:t> </a:t>
            </a:r>
            <a:r>
              <a:rPr lang="en-US" sz="1200" i="1">
                <a:solidFill>
                  <a:srgbClr val="9BA4A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MCP-compatible assistant</a:t>
            </a:r>
            <a:endParaRPr lang="en-US" sz="120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A0B6DA82-7C4B-BAB1-2E12-218B6F9FA92F}"/>
              </a:ext>
            </a:extLst>
          </p:cNvPr>
          <p:cNvSpPr/>
          <p:nvPr/>
        </p:nvSpPr>
        <p:spPr>
          <a:xfrm>
            <a:off x="5349240" y="45720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4C45CEAC-0E5E-FCCE-657C-1536181ACB15}"/>
              </a:ext>
            </a:extLst>
          </p:cNvPr>
          <p:cNvSpPr/>
          <p:nvPr/>
        </p:nvSpPr>
        <p:spPr>
          <a:xfrm>
            <a:off x="5349240" y="457200"/>
            <a:ext cx="3063240" cy="54864"/>
          </a:xfrm>
          <a:prstGeom prst="rect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il_card_0.svg">
            <a:extLst>
              <a:ext uri="{FF2B5EF4-FFF2-40B4-BE49-F238E27FC236}">
                <a16:creationId xmlns:a16="http://schemas.microsoft.com/office/drawing/2014/main" id="{1077F2D8-93B2-EB49-B308-85ECF006A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3560" y="777240"/>
            <a:ext cx="457200" cy="457200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1A150384-A3A8-0EDF-0CF9-664818838DC7}"/>
              </a:ext>
            </a:extLst>
          </p:cNvPr>
          <p:cNvSpPr/>
          <p:nvPr/>
        </p:nvSpPr>
        <p:spPr>
          <a:xfrm>
            <a:off x="562356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Learn by Doing</a:t>
            </a:r>
            <a:endParaRPr lang="en-US" sz="170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BC83147B-BB6C-C4BE-F862-54835A1D8A43}"/>
              </a:ext>
            </a:extLst>
          </p:cNvPr>
          <p:cNvSpPr/>
          <p:nvPr/>
        </p:nvSpPr>
        <p:spPr>
          <a:xfrm>
            <a:off x="5623560" y="18288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The agent presents challenges and asks you to write code.</a:t>
            </a:r>
            <a:endParaRPr lang="en-US" sz="130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CA1B53A1-4FE8-6342-CC51-233D1D5A9C99}"/>
              </a:ext>
            </a:extLst>
          </p:cNvPr>
          <p:cNvSpPr/>
          <p:nvPr/>
        </p:nvSpPr>
        <p:spPr>
          <a:xfrm>
            <a:off x="8686800" y="45720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1D2D7C58-0F23-BEB2-7ACA-CC83E5188980}"/>
              </a:ext>
            </a:extLst>
          </p:cNvPr>
          <p:cNvSpPr/>
          <p:nvPr/>
        </p:nvSpPr>
        <p:spPr>
          <a:xfrm>
            <a:off x="8686800" y="457200"/>
            <a:ext cx="3063240" cy="54864"/>
          </a:xfrm>
          <a:prstGeom prst="rect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1" descr="il_card_1.svg">
            <a:extLst>
              <a:ext uri="{FF2B5EF4-FFF2-40B4-BE49-F238E27FC236}">
                <a16:creationId xmlns:a16="http://schemas.microsoft.com/office/drawing/2014/main" id="{0BD096B6-3775-E283-C53F-740860AA7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1120" y="777240"/>
            <a:ext cx="457200" cy="457200"/>
          </a:xfrm>
          <a:prstGeom prst="rect">
            <a:avLst/>
          </a:prstGeom>
        </p:spPr>
      </p:pic>
      <p:sp>
        <p:nvSpPr>
          <p:cNvPr id="30" name="Text 22">
            <a:extLst>
              <a:ext uri="{FF2B5EF4-FFF2-40B4-BE49-F238E27FC236}">
                <a16:creationId xmlns:a16="http://schemas.microsoft.com/office/drawing/2014/main" id="{581E25E6-7951-77B8-E033-CF84C7D169CA}"/>
              </a:ext>
            </a:extLst>
          </p:cNvPr>
          <p:cNvSpPr/>
          <p:nvPr/>
        </p:nvSpPr>
        <p:spPr>
          <a:xfrm>
            <a:off x="89611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Your Pace</a:t>
            </a:r>
            <a:endParaRPr lang="en-US" sz="170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D9422847-676E-3F10-CD14-6A2B3C1AB7C5}"/>
              </a:ext>
            </a:extLst>
          </p:cNvPr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Adapts to your level. Get hints when you’re stuck, skip ahead when you’re ready.</a:t>
            </a:r>
            <a:endParaRPr lang="en-US" sz="1300"/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A11CFAE7-BDA5-6476-434E-AF69DAF2F2CC}"/>
              </a:ext>
            </a:extLst>
          </p:cNvPr>
          <p:cNvSpPr/>
          <p:nvPr/>
        </p:nvSpPr>
        <p:spPr>
          <a:xfrm>
            <a:off x="5349240" y="356616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699FB38D-78E8-9DD8-3032-90DBBB0187F7}"/>
              </a:ext>
            </a:extLst>
          </p:cNvPr>
          <p:cNvSpPr/>
          <p:nvPr/>
        </p:nvSpPr>
        <p:spPr>
          <a:xfrm>
            <a:off x="5349240" y="3566160"/>
            <a:ext cx="3063240" cy="54864"/>
          </a:xfrm>
          <a:prstGeom prst="rect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il_card_2.svg">
            <a:extLst>
              <a:ext uri="{FF2B5EF4-FFF2-40B4-BE49-F238E27FC236}">
                <a16:creationId xmlns:a16="http://schemas.microsoft.com/office/drawing/2014/main" id="{C0C8B3FC-4856-6ECE-B80C-85F5C4F704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3560" y="3886200"/>
            <a:ext cx="457200" cy="457200"/>
          </a:xfrm>
          <a:prstGeom prst="rect">
            <a:avLst/>
          </a:prstGeom>
        </p:spPr>
      </p:pic>
      <p:sp>
        <p:nvSpPr>
          <p:cNvPr id="35" name="Text 26">
            <a:extLst>
              <a:ext uri="{FF2B5EF4-FFF2-40B4-BE49-F238E27FC236}">
                <a16:creationId xmlns:a16="http://schemas.microsoft.com/office/drawing/2014/main" id="{9CA5BBAF-40DA-5C25-2FDB-A1554013A0D3}"/>
              </a:ext>
            </a:extLst>
          </p:cNvPr>
          <p:cNvSpPr/>
          <p:nvPr/>
        </p:nvSpPr>
        <p:spPr>
          <a:xfrm>
            <a:off x="562356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Instant Feedback</a:t>
            </a:r>
            <a:endParaRPr lang="en-US" sz="1700"/>
          </a:p>
        </p:txBody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451F1585-7239-01E6-2BE2-42B716048A57}"/>
              </a:ext>
            </a:extLst>
          </p:cNvPr>
          <p:cNvSpPr/>
          <p:nvPr/>
        </p:nvSpPr>
        <p:spPr>
          <a:xfrm>
            <a:off x="5623560" y="4937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Run code and share output with the tutor. You’ll instantly know what worked and what didn’t.</a:t>
            </a:r>
            <a:endParaRPr lang="en-US" sz="130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3CD67D39-8E4E-CE28-D2D5-00025B230EC5}"/>
              </a:ext>
            </a:extLst>
          </p:cNvPr>
          <p:cNvSpPr/>
          <p:nvPr/>
        </p:nvSpPr>
        <p:spPr>
          <a:xfrm>
            <a:off x="8686800" y="3566160"/>
            <a:ext cx="3063240" cy="2743200"/>
          </a:xfrm>
          <a:prstGeom prst="roundRect">
            <a:avLst>
              <a:gd name="adj" fmla="val 2667"/>
            </a:avLst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3E6E6B48-2882-4283-A72F-2D9B920CD4C7}"/>
              </a:ext>
            </a:extLst>
          </p:cNvPr>
          <p:cNvSpPr/>
          <p:nvPr/>
        </p:nvSpPr>
        <p:spPr>
          <a:xfrm>
            <a:off x="8686800" y="3566160"/>
            <a:ext cx="3063240" cy="54864"/>
          </a:xfrm>
          <a:prstGeom prst="rect">
            <a:avLst/>
          </a:prstGeom>
          <a:solidFill>
            <a:srgbClr val="41B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3" descr="il_card_3.svg">
            <a:extLst>
              <a:ext uri="{FF2B5EF4-FFF2-40B4-BE49-F238E27FC236}">
                <a16:creationId xmlns:a16="http://schemas.microsoft.com/office/drawing/2014/main" id="{108279CA-8439-F13D-6BE1-0A9830BD79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1120" y="3886200"/>
            <a:ext cx="457200" cy="457200"/>
          </a:xfrm>
          <a:prstGeom prst="rect">
            <a:avLst/>
          </a:prstGeom>
        </p:spPr>
      </p:pic>
      <p:sp>
        <p:nvSpPr>
          <p:cNvPr id="64" name="Text 30">
            <a:extLst>
              <a:ext uri="{FF2B5EF4-FFF2-40B4-BE49-F238E27FC236}">
                <a16:creationId xmlns:a16="http://schemas.microsoft.com/office/drawing/2014/main" id="{151372FD-3193-DB61-3AF3-DDA8585DF4AB}"/>
              </a:ext>
            </a:extLst>
          </p:cNvPr>
          <p:cNvSpPr/>
          <p:nvPr/>
        </p:nvSpPr>
        <p:spPr>
          <a:xfrm>
            <a:off x="896112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Deeper Retention</a:t>
            </a:r>
            <a:endParaRPr lang="en-US" sz="170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37453D83-B65D-D1C8-C3DF-43A9A86974C5}"/>
              </a:ext>
            </a:extLst>
          </p:cNvPr>
          <p:cNvSpPr/>
          <p:nvPr/>
        </p:nvSpPr>
        <p:spPr>
          <a:xfrm>
            <a:off x="8961120" y="4937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D1D5DB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Active problem-solving builds understanding that sticks!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097866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5955A-B1AA-DF0F-14C9-4AFBDB98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">
            <a:extLst>
              <a:ext uri="{FF2B5EF4-FFF2-40B4-BE49-F238E27FC236}">
                <a16:creationId xmlns:a16="http://schemas.microsoft.com/office/drawing/2014/main" id="{13D9E14B-B893-D5DF-0DDE-F47C52D3E71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53E2E9FE-A222-D9B7-08D6-F2D28F6E7DD7}"/>
              </a:ext>
            </a:extLst>
          </p:cNvPr>
          <p:cNvSpPr/>
          <p:nvPr/>
        </p:nvSpPr>
        <p:spPr>
          <a:xfrm>
            <a:off x="7315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>
                <a:solidFill>
                  <a:srgbClr val="FF8500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GET STARTED</a:t>
            </a:r>
            <a:endParaRPr lang="en-US" sz="140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59BA3387-E3A4-320E-6372-8FB56072AA4B}"/>
              </a:ext>
            </a:extLst>
          </p:cNvPr>
          <p:cNvSpPr/>
          <p:nvPr/>
        </p:nvSpPr>
        <p:spPr>
          <a:xfrm>
            <a:off x="731520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2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Ready to Evaluate</a:t>
            </a:r>
            <a:endParaRPr lang="en-US" sz="4200"/>
          </a:p>
          <a:p>
            <a:pPr marL="0" indent="0">
              <a:lnSpc>
                <a:spcPts val="5400"/>
              </a:lnSpc>
              <a:buNone/>
            </a:pPr>
            <a:r>
              <a:rPr lang="en-US" sz="4200" b="1">
                <a:solidFill>
                  <a:srgbClr val="F1F3F3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Your GenAI Systems?</a:t>
            </a:r>
            <a:endParaRPr lang="en-US" sz="420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3CEB76B3-34C3-6C19-9A92-4C47C0F9784A}"/>
              </a:ext>
            </a:extLst>
          </p:cNvPr>
          <p:cNvSpPr/>
          <p:nvPr/>
        </p:nvSpPr>
        <p:spPr>
          <a:xfrm>
            <a:off x="731520" y="3017520"/>
            <a:ext cx="2286000" cy="0"/>
          </a:xfrm>
          <a:prstGeom prst="line">
            <a:avLst/>
          </a:prstGeom>
          <a:noFill/>
          <a:ln w="50800">
            <a:solidFill>
              <a:srgbClr val="FF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8F0F385-7297-2679-C564-ED46C2A37DAB}"/>
              </a:ext>
            </a:extLst>
          </p:cNvPr>
          <p:cNvSpPr/>
          <p:nvPr/>
        </p:nvSpPr>
        <p:spPr>
          <a:xfrm>
            <a:off x="731520" y="329184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Let's get started!</a:t>
            </a:r>
            <a:endParaRPr lang="en-US" sz="170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Choose the modules that fit your needs</a:t>
            </a:r>
            <a:endParaRPr lang="en-US" sz="1700">
              <a:latin typeface="Amazon Ember"/>
              <a:ea typeface="Amazon Ember"/>
              <a:cs typeface="Amazon Ember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7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Contact your AWS Solutions Architect</a:t>
            </a:r>
            <a:endParaRPr lang="en-US" sz="17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7DBB0CCD-4B58-A2FA-A8F1-509A4DEB8A30}"/>
              </a:ext>
            </a:extLst>
          </p:cNvPr>
          <p:cNvSpPr/>
          <p:nvPr/>
        </p:nvSpPr>
        <p:spPr>
          <a:xfrm>
            <a:off x="731520" y="5577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32F3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Start building confidence in your GenAI systems today.</a:t>
            </a:r>
            <a:endParaRPr lang="en-US" sz="180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EF022223-790D-345B-4C09-463CE148E048}"/>
              </a:ext>
            </a:extLst>
          </p:cNvPr>
          <p:cNvSpPr/>
          <p:nvPr/>
        </p:nvSpPr>
        <p:spPr>
          <a:xfrm>
            <a:off x="73152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32F3E"/>
                </a:solidFill>
                <a:latin typeface="Amazon Ember" pitchFamily="34" charset="0"/>
                <a:ea typeface="Amazon Ember" pitchFamily="34" charset="-122"/>
                <a:cs typeface="Amazon Ember" pitchFamily="34" charset="-120"/>
              </a:rPr>
              <a:t>aws.amazon.com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70138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669ED17-9462-D14C-B6E5-447B788E9B2B}" vid="{91E6B8BE-7767-2D49-A594-4B5A32E9F08B}"/>
    </a:ext>
  </a:extLst>
</a:theme>
</file>

<file path=ppt/theme/theme2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WS 2024">
    <a:dk1>
      <a:srgbClr val="000000"/>
    </a:dk1>
    <a:lt1>
      <a:srgbClr val="FFFFFF"/>
    </a:lt1>
    <a:dk2>
      <a:srgbClr val="161D26"/>
    </a:dk2>
    <a:lt2>
      <a:srgbClr val="F3F3F7"/>
    </a:lt2>
    <a:accent1>
      <a:srgbClr val="41B3FF"/>
    </a:accent1>
    <a:accent2>
      <a:srgbClr val="AD5CFF"/>
    </a:accent2>
    <a:accent3>
      <a:srgbClr val="00E500"/>
    </a:accent3>
    <a:accent4>
      <a:srgbClr val="FF5C85"/>
    </a:accent4>
    <a:accent5>
      <a:srgbClr val="FF693C"/>
    </a:accent5>
    <a:accent6>
      <a:srgbClr val="FBD332"/>
    </a:accent6>
    <a:hlink>
      <a:srgbClr val="41B1E8"/>
    </a:hlink>
    <a:folHlink>
      <a:srgbClr val="41B1E8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6C58BEA4EEDC4A9B115462AE929738" ma:contentTypeVersion="10" ma:contentTypeDescription="Create a new document." ma:contentTypeScope="" ma:versionID="dc85b9bec975f67540c89c3416489c1c">
  <xsd:schema xmlns:xsd="http://www.w3.org/2001/XMLSchema" xmlns:xs="http://www.w3.org/2001/XMLSchema" xmlns:p="http://schemas.microsoft.com/office/2006/metadata/properties" xmlns:ns2="41e6d7f1-ef9d-46cd-9207-8d76ebf1c158" xmlns:ns3="43110e95-cdce-409a-b1de-3b04d4106c99" targetNamespace="http://schemas.microsoft.com/office/2006/metadata/properties" ma:root="true" ma:fieldsID="65ac1a47da212fa3fa61a38dfa1c7061" ns2:_="" ns3:_="">
    <xsd:import namespace="41e6d7f1-ef9d-46cd-9207-8d76ebf1c158"/>
    <xsd:import namespace="43110e95-cdce-409a-b1de-3b04d4106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6d7f1-ef9d-46cd-9207-8d76ebf1c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7839dc8-c537-42b6-a5a9-a537040d25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110e95-cdce-409a-b1de-3b04d4106c9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10d6abb-4667-4e9a-832d-995b64f4c927}" ma:internalName="TaxCatchAll" ma:showField="CatchAllData" ma:web="43110e95-cdce-409a-b1de-3b04d4106c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07EBDE-4684-4159-A1B8-F4D056FD06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E5C775-801D-4A34-A687-1140663E2C31}">
  <ds:schemaRefs>
    <ds:schemaRef ds:uri="41e6d7f1-ef9d-46cd-9207-8d76ebf1c158"/>
    <ds:schemaRef ds:uri="43110e95-cdce-409a-b1de-3b04d4106c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20</Slides>
  <Notes>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AWS Confidential Light</vt:lpstr>
      <vt:lpstr>AWS Confidential Dark</vt:lpstr>
      <vt:lpstr>Generative AI  Evaluations Workshop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revision>1</cp:revision>
  <dcterms:created xsi:type="dcterms:W3CDTF">2022-07-18T16:28:56Z</dcterms:created>
  <dcterms:modified xsi:type="dcterms:W3CDTF">2026-05-06T21:46:11Z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2025-12-17T18:45:23Z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5cabd2f0-ed4e-459d-bb2e-dfaed84a107b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