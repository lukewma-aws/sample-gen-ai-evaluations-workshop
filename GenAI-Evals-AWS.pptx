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Override1.xml" ContentType="application/vnd.openxmlformats-officedocument.themeOverride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3"/>
    <p:sldMasterId id="2147483732" r:id="rId4"/>
  </p:sldMasterIdLst>
  <p:notesMasterIdLst>
    <p:notesMasterId r:id="rId25"/>
  </p:notesMasterIdLst>
  <p:handoutMasterIdLst>
    <p:handoutMasterId r:id="rId26"/>
  </p:handoutMasterIdLst>
  <p:sldIdLst>
    <p:sldId id="2147477749" r:id="rId5"/>
    <p:sldId id="2147477755" r:id="rId6"/>
    <p:sldId id="2147477776" r:id="rId7"/>
    <p:sldId id="2147477757" r:id="rId8"/>
    <p:sldId id="2147477760" r:id="rId9"/>
    <p:sldId id="2147477775" r:id="rId10"/>
    <p:sldId id="2147477761" r:id="rId11"/>
    <p:sldId id="2147477777" r:id="rId12"/>
    <p:sldId id="2147477778" r:id="rId13"/>
    <p:sldId id="2147477779" r:id="rId14"/>
    <p:sldId id="2147477763" r:id="rId15"/>
    <p:sldId id="2147477780" r:id="rId16"/>
    <p:sldId id="2147477765" r:id="rId17"/>
    <p:sldId id="2147477766" r:id="rId18"/>
    <p:sldId id="2147477782" r:id="rId19"/>
    <p:sldId id="2147477767" r:id="rId20"/>
    <p:sldId id="2147477768" r:id="rId21"/>
    <p:sldId id="2147477783" r:id="rId22"/>
    <p:sldId id="2147477784" r:id="rId23"/>
    <p:sldId id="2147477774" r:id="rId24"/>
  </p:sldIdLst>
  <p:sldSz cx="12192000" cy="6858000"/>
  <p:notesSz cx="6858000" cy="9144000"/>
  <p:embeddedFontLst>
    <p:embeddedFont>
      <p:font typeface="Amazon Ember" panose="020B0603020204020204" pitchFamily="34" charset="0"/>
      <p:regular r:id="rId27"/>
      <p:bold r:id="rId28"/>
      <p:italic r:id="rId29"/>
      <p:boldItalic r:id="rId30"/>
    </p:embeddedFont>
    <p:embeddedFont>
      <p:font typeface="Amazon Ember Display" panose="020B0603020204020204" pitchFamily="34" charset="0"/>
      <p:regular r:id="rId31"/>
      <p:bold r:id="rId32"/>
      <p:italic r:id="rId33"/>
      <p:boldItalic r:id="rId34"/>
    </p:embeddedFont>
    <p:embeddedFont>
      <p:font typeface="Amazon Ember Mono" panose="020B0603020204020204" pitchFamily="34" charset="0"/>
      <p:regular r:id="rId35"/>
      <p:bold r:id="rId36"/>
      <p:italic r:id="rId37"/>
      <p:boldItalic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25896864-DF69-40F5-8CB7-E9E220E900ED}">
          <p14:sldIdLst>
            <p14:sldId id="2147477749"/>
            <p14:sldId id="2147477755"/>
            <p14:sldId id="2147477776"/>
            <p14:sldId id="2147477757"/>
            <p14:sldId id="2147477760"/>
            <p14:sldId id="2147477775"/>
            <p14:sldId id="2147477761"/>
            <p14:sldId id="2147477777"/>
            <p14:sldId id="2147477778"/>
            <p14:sldId id="2147477779"/>
            <p14:sldId id="2147477763"/>
            <p14:sldId id="2147477780"/>
            <p14:sldId id="2147477765"/>
            <p14:sldId id="2147477766"/>
            <p14:sldId id="2147477782"/>
            <p14:sldId id="2147477767"/>
            <p14:sldId id="2147477768"/>
            <p14:sldId id="2147477783"/>
            <p14:sldId id="2147477784"/>
            <p14:sldId id="2147477774"/>
          </p14:sldIdLst>
        </p14:section>
        <p14:section name="Template directions" id="{9E4ACA30-D387-48B9-B60B-FCAB7867C6F7}">
          <p14:sldIdLst/>
        </p14:section>
        <p14:section name="Title slides" id="{8806E88D-7D3F-475C-A6F5-14A5B6CD3EBE}">
          <p14:sldIdLst/>
        </p14:section>
        <p14:section name="Agenda slides" id="{261E2919-5D62-5B48-9C80-10BA03F77067}">
          <p14:sldIdLst/>
        </p14:section>
        <p14:section name="Divider and Title-only slide options" id="{53D029EB-DEEC-436B-98BE-1B30026C68BA}">
          <p14:sldIdLst/>
        </p14:section>
        <p14:section name="Content slides" id="{EC17E99E-D672-4609-B42A-AE99DD1E8900}">
          <p14:sldIdLst/>
        </p14:section>
        <p14:section name="Thank you slides" id="{7E98B0BD-72E6-4477-9B70-9A023E279BCE}">
          <p14:sldIdLst/>
        </p14:section>
        <p14:section name="Examples" id="{5052AD04-C0D9-4FF6-AA6F-420659794DEE}">
          <p14:sldIdLst/>
        </p14:section>
        <p14:section name="Data Visualizations" id="{ABD1B353-9DAC-B44E-BC9C-AC4BD77DE555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296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E49B6B-219C-C0EA-8CE9-F612685B0B86}" name="Ummat, Shivi" initials="US" userId="S::shiviu@amazon.com::c9ac934f-fc13-4e5c-8ca4-2104f5fa597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32F3E"/>
    <a:srgbClr val="D9D9D9"/>
    <a:srgbClr val="41B3FF"/>
    <a:srgbClr val="1A0033"/>
    <a:srgbClr val="FCFCFD"/>
    <a:srgbClr val="7F1EE7"/>
    <a:srgbClr val="0000A3"/>
    <a:srgbClr val="B81EE7"/>
    <a:srgbClr val="5400AD"/>
    <a:srgbClr val="1D262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713343-1EE0-FF65-503C-5AD4CC842C5C}" v="58" dt="2026-05-06T16:35:34.274"/>
    <p1510:client id="{A3906423-12A9-76DE-66A9-8E0E90E271EA}" v="29" dt="2026-05-06T16:32:19.220"/>
    <p1510:client id="{AF36D620-8380-3944-8860-E2426277D789}" v="44" dt="2026-05-06T23:02:58.860"/>
    <p1510:client id="{D075BBA5-84A1-EB85-9473-B14BB32D7E89}" v="884" dt="2026-05-06T17:37:34.276"/>
    <p1510:client id="{E015EAAE-246C-1DEF-3204-B862E34FCD00}" v="68" dt="2026-05-06T21:35:07.828"/>
    <p1510:client id="{F735B6C6-45CA-8DAB-CB4B-AD482920DCD0}" v="39" dt="2026-05-06T16:21:33.724"/>
  </p1510:revLst>
</p1510:revInfo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59"/>
  </p:normalViewPr>
  <p:slideViewPr>
    <p:cSldViewPr snapToGrid="0">
      <p:cViewPr varScale="1">
        <p:scale>
          <a:sx n="110" d="100"/>
          <a:sy n="110" d="100"/>
        </p:scale>
        <p:origin x="824" y="184"/>
      </p:cViewPr>
      <p:guideLst>
        <p:guide orient="horz" pos="129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9" Type="http://schemas.openxmlformats.org/officeDocument/2006/relationships/presProps" Target="presProps.xml"/><Relationship Id="rId21" Type="http://schemas.openxmlformats.org/officeDocument/2006/relationships/slide" Target="slides/slide17.xml"/><Relationship Id="rId34" Type="http://schemas.openxmlformats.org/officeDocument/2006/relationships/font" Target="fonts/font8.fntdata"/><Relationship Id="rId42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font" Target="fonts/font3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6.fntdata"/><Relationship Id="rId37" Type="http://schemas.openxmlformats.org/officeDocument/2006/relationships/font" Target="fonts/font11.fntdata"/><Relationship Id="rId40" Type="http://schemas.openxmlformats.org/officeDocument/2006/relationships/viewProps" Target="viewProps.xml"/><Relationship Id="rId45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font" Target="fonts/font2.fntdata"/><Relationship Id="rId36" Type="http://schemas.openxmlformats.org/officeDocument/2006/relationships/font" Target="fonts/font10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5.fntdata"/><Relationship Id="rId44" Type="http://schemas.microsoft.com/office/2015/10/relationships/revisionInfo" Target="revisionInfo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font" Target="fonts/font9.fntdata"/><Relationship Id="rId43" Type="http://schemas.microsoft.com/office/2016/11/relationships/changesInfo" Target="changesInfos/changesInfo1.xml"/><Relationship Id="rId8" Type="http://schemas.openxmlformats.org/officeDocument/2006/relationships/slide" Target="slides/slide4.xml"/><Relationship Id="rId3" Type="http://schemas.openxmlformats.org/officeDocument/2006/relationships/slideMaster" Target="slideMasters/slideMaster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7.fntdata"/><Relationship Id="rId38" Type="http://schemas.openxmlformats.org/officeDocument/2006/relationships/font" Target="fonts/font12.fntdata"/><Relationship Id="rId20" Type="http://schemas.openxmlformats.org/officeDocument/2006/relationships/slide" Target="slides/slide16.xml"/><Relationship Id="rId4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mmat, Shivi" userId="S::shiviu@amazon.com::c9ac934f-fc13-4e5c-8ca4-2104f5fa597c" providerId="AD" clId="Web-{3D5DF930-DF47-B53E-171F-F8978E2AB8E4}"/>
    <pc:docChg chg="modSld">
      <pc:chgData name="Ummat, Shivi" userId="S::shiviu@amazon.com::c9ac934f-fc13-4e5c-8ca4-2104f5fa597c" providerId="AD" clId="Web-{3D5DF930-DF47-B53E-171F-F8978E2AB8E4}" dt="2026-04-30T16:12:00.533" v="211" actId="20577"/>
      <pc:docMkLst>
        <pc:docMk/>
      </pc:docMkLst>
      <pc:sldChg chg="addSp modSp">
        <pc:chgData name="Ummat, Shivi" userId="S::shiviu@amazon.com::c9ac934f-fc13-4e5c-8ca4-2104f5fa597c" providerId="AD" clId="Web-{3D5DF930-DF47-B53E-171F-F8978E2AB8E4}" dt="2026-04-30T16:12:00.533" v="211" actId="20577"/>
        <pc:sldMkLst>
          <pc:docMk/>
          <pc:sldMk cId="2066152784" sldId="2147477760"/>
        </pc:sldMkLst>
        <pc:spChg chg="add mod">
          <ac:chgData name="Ummat, Shivi" userId="S::shiviu@amazon.com::c9ac934f-fc13-4e5c-8ca4-2104f5fa597c" providerId="AD" clId="Web-{3D5DF930-DF47-B53E-171F-F8978E2AB8E4}" dt="2026-04-30T16:11:17.828" v="177" actId="1076"/>
          <ac:spMkLst>
            <pc:docMk/>
            <pc:sldMk cId="2066152784" sldId="2147477760"/>
            <ac:spMk id="3" creationId="{C9CBA87B-A325-0FC1-C78E-EB83EFA0C985}"/>
          </ac:spMkLst>
        </pc:spChg>
        <pc:spChg chg="add mod">
          <ac:chgData name="Ummat, Shivi" userId="S::shiviu@amazon.com::c9ac934f-fc13-4e5c-8ca4-2104f5fa597c" providerId="AD" clId="Web-{3D5DF930-DF47-B53E-171F-F8978E2AB8E4}" dt="2026-04-30T16:11:09.547" v="176" actId="1076"/>
          <ac:spMkLst>
            <pc:docMk/>
            <pc:sldMk cId="2066152784" sldId="2147477760"/>
            <ac:spMk id="6" creationId="{85923D99-079F-5A6C-AC27-43629E510B3E}"/>
          </ac:spMkLst>
        </pc:spChg>
        <pc:spChg chg="add mod">
          <ac:chgData name="Ummat, Shivi" userId="S::shiviu@amazon.com::c9ac934f-fc13-4e5c-8ca4-2104f5fa597c" providerId="AD" clId="Web-{3D5DF930-DF47-B53E-171F-F8978E2AB8E4}" dt="2026-04-30T16:11:41.283" v="197" actId="20577"/>
          <ac:spMkLst>
            <pc:docMk/>
            <pc:sldMk cId="2066152784" sldId="2147477760"/>
            <ac:spMk id="8" creationId="{F3829847-6857-5FFC-361D-06989889796E}"/>
          </ac:spMkLst>
        </pc:spChg>
        <pc:spChg chg="add mod">
          <ac:chgData name="Ummat, Shivi" userId="S::shiviu@amazon.com::c9ac934f-fc13-4e5c-8ca4-2104f5fa597c" providerId="AD" clId="Web-{3D5DF930-DF47-B53E-171F-F8978E2AB8E4}" dt="2026-04-30T16:12:00.533" v="211" actId="20577"/>
          <ac:spMkLst>
            <pc:docMk/>
            <pc:sldMk cId="2066152784" sldId="2147477760"/>
            <ac:spMk id="9" creationId="{BCF8B8D1-FCC4-D971-17F1-34D0865FA46E}"/>
          </ac:spMkLst>
        </pc:spChg>
        <pc:spChg chg="mod">
          <ac:chgData name="Ummat, Shivi" userId="S::shiviu@amazon.com::c9ac934f-fc13-4e5c-8ca4-2104f5fa597c" providerId="AD" clId="Web-{3D5DF930-DF47-B53E-171F-F8978E2AB8E4}" dt="2026-04-30T16:08:23.046" v="4" actId="20577"/>
          <ac:spMkLst>
            <pc:docMk/>
            <pc:sldMk cId="2066152784" sldId="2147477760"/>
            <ac:spMk id="25" creationId="{88943401-F18A-B555-4220-DCB85D5C8406}"/>
          </ac:spMkLst>
        </pc:spChg>
        <pc:picChg chg="mod">
          <ac:chgData name="Ummat, Shivi" userId="S::shiviu@amazon.com::c9ac934f-fc13-4e5c-8ca4-2104f5fa597c" providerId="AD" clId="Web-{3D5DF930-DF47-B53E-171F-F8978E2AB8E4}" dt="2026-04-30T16:10:59" v="174" actId="1076"/>
          <ac:picMkLst>
            <pc:docMk/>
            <pc:sldMk cId="2066152784" sldId="2147477760"/>
            <ac:picMk id="34" creationId="{5E2C65A3-4641-74CA-31CA-56C231140F92}"/>
          </ac:picMkLst>
        </pc:picChg>
      </pc:sldChg>
    </pc:docChg>
  </pc:docChgLst>
  <pc:docChgLst>
    <pc:chgData name="Ummat, Shivi" userId="S::shiviu@amazon.com::c9ac934f-fc13-4e5c-8ca4-2104f5fa597c" providerId="AD" clId="Web-{F735B6C6-45CA-8DAB-CB4B-AD482920DCD0}"/>
    <pc:docChg chg="addSld delSld modSld modSection">
      <pc:chgData name="Ummat, Shivi" userId="S::shiviu@amazon.com::c9ac934f-fc13-4e5c-8ca4-2104f5fa597c" providerId="AD" clId="Web-{F735B6C6-45CA-8DAB-CB4B-AD482920DCD0}" dt="2026-05-06T16:21:33.724" v="38" actId="1076"/>
      <pc:docMkLst>
        <pc:docMk/>
      </pc:docMkLst>
      <pc:sldChg chg="modSp">
        <pc:chgData name="Ummat, Shivi" userId="S::shiviu@amazon.com::c9ac934f-fc13-4e5c-8ca4-2104f5fa597c" providerId="AD" clId="Web-{F735B6C6-45CA-8DAB-CB4B-AD482920DCD0}" dt="2026-05-06T16:21:33.724" v="38" actId="1076"/>
        <pc:sldMkLst>
          <pc:docMk/>
          <pc:sldMk cId="2066152784" sldId="2147477760"/>
        </pc:sldMkLst>
        <pc:spChg chg="mod">
          <ac:chgData name="Ummat, Shivi" userId="S::shiviu@amazon.com::c9ac934f-fc13-4e5c-8ca4-2104f5fa597c" providerId="AD" clId="Web-{F735B6C6-45CA-8DAB-CB4B-AD482920DCD0}" dt="2026-05-06T16:20:45.598" v="14" actId="20577"/>
          <ac:spMkLst>
            <pc:docMk/>
            <pc:sldMk cId="2066152784" sldId="2147477760"/>
            <ac:spMk id="3" creationId="{C9CBA87B-A325-0FC1-C78E-EB83EFA0C985}"/>
          </ac:spMkLst>
        </pc:spChg>
        <pc:spChg chg="mod">
          <ac:chgData name="Ummat, Shivi" userId="S::shiviu@amazon.com::c9ac934f-fc13-4e5c-8ca4-2104f5fa597c" providerId="AD" clId="Web-{F735B6C6-45CA-8DAB-CB4B-AD482920DCD0}" dt="2026-05-06T16:21:33.724" v="38" actId="1076"/>
          <ac:spMkLst>
            <pc:docMk/>
            <pc:sldMk cId="2066152784" sldId="2147477760"/>
            <ac:spMk id="6" creationId="{85923D99-079F-5A6C-AC27-43629E510B3E}"/>
          </ac:spMkLst>
        </pc:spChg>
      </pc:sldChg>
      <pc:sldChg chg="del">
        <pc:chgData name="Ummat, Shivi" userId="S::shiviu@amazon.com::c9ac934f-fc13-4e5c-8ca4-2104f5fa597c" providerId="AD" clId="Web-{F735B6C6-45CA-8DAB-CB4B-AD482920DCD0}" dt="2026-05-06T16:18:51.564" v="2"/>
        <pc:sldMkLst>
          <pc:docMk/>
          <pc:sldMk cId="613712510" sldId="2147477770"/>
        </pc:sldMkLst>
      </pc:sldChg>
      <pc:sldChg chg="del">
        <pc:chgData name="Ummat, Shivi" userId="S::shiviu@amazon.com::c9ac934f-fc13-4e5c-8ca4-2104f5fa597c" providerId="AD" clId="Web-{F735B6C6-45CA-8DAB-CB4B-AD482920DCD0}" dt="2026-05-06T16:18:51.564" v="0"/>
        <pc:sldMkLst>
          <pc:docMk/>
          <pc:sldMk cId="1865279650" sldId="2147477771"/>
        </pc:sldMkLst>
      </pc:sldChg>
      <pc:sldChg chg="del">
        <pc:chgData name="Ummat, Shivi" userId="S::shiviu@amazon.com::c9ac934f-fc13-4e5c-8ca4-2104f5fa597c" providerId="AD" clId="Web-{F735B6C6-45CA-8DAB-CB4B-AD482920DCD0}" dt="2026-05-06T16:18:51.564" v="1"/>
        <pc:sldMkLst>
          <pc:docMk/>
          <pc:sldMk cId="886281557" sldId="2147477772"/>
        </pc:sldMkLst>
      </pc:sldChg>
      <pc:sldChg chg="add del">
        <pc:chgData name="Ummat, Shivi" userId="S::shiviu@amazon.com::c9ac934f-fc13-4e5c-8ca4-2104f5fa597c" providerId="AD" clId="Web-{F735B6C6-45CA-8DAB-CB4B-AD482920DCD0}" dt="2026-05-06T16:19:14.549" v="9"/>
        <pc:sldMkLst>
          <pc:docMk/>
          <pc:sldMk cId="613712510" sldId="2147477777"/>
        </pc:sldMkLst>
      </pc:sldChg>
      <pc:sldChg chg="add del">
        <pc:chgData name="Ummat, Shivi" userId="S::shiviu@amazon.com::c9ac934f-fc13-4e5c-8ca4-2104f5fa597c" providerId="AD" clId="Web-{F735B6C6-45CA-8DAB-CB4B-AD482920DCD0}" dt="2026-05-06T16:19:14.658" v="10"/>
        <pc:sldMkLst>
          <pc:docMk/>
          <pc:sldMk cId="886281557" sldId="2147477778"/>
        </pc:sldMkLst>
      </pc:sldChg>
      <pc:sldChg chg="add del">
        <pc:chgData name="Ummat, Shivi" userId="S::shiviu@amazon.com::c9ac934f-fc13-4e5c-8ca4-2104f5fa597c" providerId="AD" clId="Web-{F735B6C6-45CA-8DAB-CB4B-AD482920DCD0}" dt="2026-05-06T16:19:14.767" v="11"/>
        <pc:sldMkLst>
          <pc:docMk/>
          <pc:sldMk cId="1865279650" sldId="2147477779"/>
        </pc:sldMkLst>
      </pc:sldChg>
    </pc:docChg>
  </pc:docChgLst>
  <pc:docChgLst>
    <pc:chgData name="Ummat, Shivi" userId="S::shiviu@amazon.com::c9ac934f-fc13-4e5c-8ca4-2104f5fa597c" providerId="AD" clId="Web-{A3906423-12A9-76DE-66A9-8E0E90E271EA}"/>
    <pc:docChg chg="modSld">
      <pc:chgData name="Ummat, Shivi" userId="S::shiviu@amazon.com::c9ac934f-fc13-4e5c-8ca4-2104f5fa597c" providerId="AD" clId="Web-{A3906423-12A9-76DE-66A9-8E0E90E271EA}" dt="2026-05-06T16:32:19.220" v="27" actId="1076"/>
      <pc:docMkLst>
        <pc:docMk/>
      </pc:docMkLst>
      <pc:sldChg chg="modSp">
        <pc:chgData name="Ummat, Shivi" userId="S::shiviu@amazon.com::c9ac934f-fc13-4e5c-8ca4-2104f5fa597c" providerId="AD" clId="Web-{A3906423-12A9-76DE-66A9-8E0E90E271EA}" dt="2026-05-06T16:30:51.501" v="26" actId="1076"/>
        <pc:sldMkLst>
          <pc:docMk/>
          <pc:sldMk cId="2066152784" sldId="2147477760"/>
        </pc:sldMkLst>
        <pc:spChg chg="mod">
          <ac:chgData name="Ummat, Shivi" userId="S::shiviu@amazon.com::c9ac934f-fc13-4e5c-8ca4-2104f5fa597c" providerId="AD" clId="Web-{A3906423-12A9-76DE-66A9-8E0E90E271EA}" dt="2026-05-06T16:30:51.501" v="26" actId="1076"/>
          <ac:spMkLst>
            <pc:docMk/>
            <pc:sldMk cId="2066152784" sldId="2147477760"/>
            <ac:spMk id="2" creationId="{1D28A026-64CD-5022-533B-0A5E2C1A89AB}"/>
          </ac:spMkLst>
        </pc:spChg>
        <pc:spChg chg="mod">
          <ac:chgData name="Ummat, Shivi" userId="S::shiviu@amazon.com::c9ac934f-fc13-4e5c-8ca4-2104f5fa597c" providerId="AD" clId="Web-{A3906423-12A9-76DE-66A9-8E0E90E271EA}" dt="2026-05-06T16:30:47.595" v="25" actId="1076"/>
          <ac:spMkLst>
            <pc:docMk/>
            <pc:sldMk cId="2066152784" sldId="2147477760"/>
            <ac:spMk id="6" creationId="{85923D99-079F-5A6C-AC27-43629E510B3E}"/>
          </ac:spMkLst>
        </pc:spChg>
      </pc:sldChg>
      <pc:sldChg chg="modSp">
        <pc:chgData name="Ummat, Shivi" userId="S::shiviu@amazon.com::c9ac934f-fc13-4e5c-8ca4-2104f5fa597c" providerId="AD" clId="Web-{A3906423-12A9-76DE-66A9-8E0E90E271EA}" dt="2026-05-06T16:32:19.220" v="27" actId="1076"/>
        <pc:sldMkLst>
          <pc:docMk/>
          <pc:sldMk cId="238025349" sldId="2147477769"/>
        </pc:sldMkLst>
        <pc:spChg chg="mod">
          <ac:chgData name="Ummat, Shivi" userId="S::shiviu@amazon.com::c9ac934f-fc13-4e5c-8ca4-2104f5fa597c" providerId="AD" clId="Web-{A3906423-12A9-76DE-66A9-8E0E90E271EA}" dt="2026-05-06T16:32:19.220" v="27" actId="1076"/>
          <ac:spMkLst>
            <pc:docMk/>
            <pc:sldMk cId="238025349" sldId="2147477769"/>
            <ac:spMk id="26" creationId="{4555EE54-3B11-8D63-A612-63B52AF90728}"/>
          </ac:spMkLst>
        </pc:spChg>
      </pc:sldChg>
    </pc:docChg>
  </pc:docChgLst>
  <pc:docChgLst>
    <pc:chgData name="Ummat, Shivi" userId="S::shiviu@amazon.com::c9ac934f-fc13-4e5c-8ca4-2104f5fa597c" providerId="AD" clId="Web-{1E0EE033-7B4D-DA95-6F3B-E1D6FECCF6B9}"/>
    <pc:docChg chg="mod addSld modSld sldOrd modSection">
      <pc:chgData name="Ummat, Shivi" userId="S::shiviu@amazon.com::c9ac934f-fc13-4e5c-8ca4-2104f5fa597c" providerId="AD" clId="Web-{1E0EE033-7B4D-DA95-6F3B-E1D6FECCF6B9}" dt="2026-04-27T16:27:21.139" v="150" actId="20577"/>
      <pc:docMkLst>
        <pc:docMk/>
      </pc:docMkLst>
      <pc:sldChg chg="modSp">
        <pc:chgData name="Ummat, Shivi" userId="S::shiviu@amazon.com::c9ac934f-fc13-4e5c-8ca4-2104f5fa597c" providerId="AD" clId="Web-{1E0EE033-7B4D-DA95-6F3B-E1D6FECCF6B9}" dt="2026-04-27T16:27:21.139" v="150" actId="20577"/>
        <pc:sldMkLst>
          <pc:docMk/>
          <pc:sldMk cId="2857778863" sldId="2147477761"/>
        </pc:sldMkLst>
        <pc:spChg chg="mod">
          <ac:chgData name="Ummat, Shivi" userId="S::shiviu@amazon.com::c9ac934f-fc13-4e5c-8ca4-2104f5fa597c" providerId="AD" clId="Web-{1E0EE033-7B4D-DA95-6F3B-E1D6FECCF6B9}" dt="2026-04-27T16:24:28.936" v="117" actId="20577"/>
          <ac:spMkLst>
            <pc:docMk/>
            <pc:sldMk cId="2857778863" sldId="2147477761"/>
            <ac:spMk id="27" creationId="{EAD2D9D3-E1CD-7FAB-6552-5D2A1053B76A}"/>
          </ac:spMkLst>
        </pc:spChg>
        <pc:spChg chg="mod">
          <ac:chgData name="Ummat, Shivi" userId="S::shiviu@amazon.com::c9ac934f-fc13-4e5c-8ca4-2104f5fa597c" providerId="AD" clId="Web-{1E0EE033-7B4D-DA95-6F3B-E1D6FECCF6B9}" dt="2026-04-27T16:27:00.639" v="132" actId="20577"/>
          <ac:spMkLst>
            <pc:docMk/>
            <pc:sldMk cId="2857778863" sldId="2147477761"/>
            <ac:spMk id="38" creationId="{2652AFBC-2F81-9C4D-46FD-D00D89C68DA3}"/>
          </ac:spMkLst>
        </pc:spChg>
        <pc:spChg chg="mod">
          <ac:chgData name="Ummat, Shivi" userId="S::shiviu@amazon.com::c9ac934f-fc13-4e5c-8ca4-2104f5fa597c" providerId="AD" clId="Web-{1E0EE033-7B4D-DA95-6F3B-E1D6FECCF6B9}" dt="2026-04-27T16:27:04.608" v="137" actId="20577"/>
          <ac:spMkLst>
            <pc:docMk/>
            <pc:sldMk cId="2857778863" sldId="2147477761"/>
            <ac:spMk id="42" creationId="{851097FD-569F-455C-5DA7-D2AD846EDE88}"/>
          </ac:spMkLst>
        </pc:spChg>
        <pc:spChg chg="mod">
          <ac:chgData name="Ummat, Shivi" userId="S::shiviu@amazon.com::c9ac934f-fc13-4e5c-8ca4-2104f5fa597c" providerId="AD" clId="Web-{1E0EE033-7B4D-DA95-6F3B-E1D6FECCF6B9}" dt="2026-04-27T16:27:21.139" v="150" actId="20577"/>
          <ac:spMkLst>
            <pc:docMk/>
            <pc:sldMk cId="2857778863" sldId="2147477761"/>
            <ac:spMk id="43" creationId="{9DF1C561-21D9-2C21-F3AE-B0989295526E}"/>
          </ac:spMkLst>
        </pc:spChg>
      </pc:sldChg>
      <pc:sldChg chg="modSp">
        <pc:chgData name="Ummat, Shivi" userId="S::shiviu@amazon.com::c9ac934f-fc13-4e5c-8ca4-2104f5fa597c" providerId="AD" clId="Web-{1E0EE033-7B4D-DA95-6F3B-E1D6FECCF6B9}" dt="2026-04-27T07:19:32.948" v="1" actId="14100"/>
        <pc:sldMkLst>
          <pc:docMk/>
          <pc:sldMk cId="2067823766" sldId="2147477765"/>
        </pc:sldMkLst>
      </pc:sldChg>
      <pc:sldChg chg="addSp delSp modSp">
        <pc:chgData name="Ummat, Shivi" userId="S::shiviu@amazon.com::c9ac934f-fc13-4e5c-8ca4-2104f5fa597c" providerId="AD" clId="Web-{1E0EE033-7B4D-DA95-6F3B-E1D6FECCF6B9}" dt="2026-04-27T07:19:56.245" v="5" actId="14100"/>
        <pc:sldMkLst>
          <pc:docMk/>
          <pc:sldMk cId="3985441561" sldId="2147477766"/>
        </pc:sldMkLst>
      </pc:sldChg>
      <pc:sldChg chg="addSp delSp modSp">
        <pc:chgData name="Ummat, Shivi" userId="S::shiviu@amazon.com::c9ac934f-fc13-4e5c-8ca4-2104f5fa597c" providerId="AD" clId="Web-{1E0EE033-7B4D-DA95-6F3B-E1D6FECCF6B9}" dt="2026-04-27T07:20:15.620" v="9" actId="14100"/>
        <pc:sldMkLst>
          <pc:docMk/>
          <pc:sldMk cId="781084153" sldId="2147477767"/>
        </pc:sldMkLst>
      </pc:sldChg>
      <pc:sldChg chg="modSp">
        <pc:chgData name="Ummat, Shivi" userId="S::shiviu@amazon.com::c9ac934f-fc13-4e5c-8ca4-2104f5fa597c" providerId="AD" clId="Web-{1E0EE033-7B4D-DA95-6F3B-E1D6FECCF6B9}" dt="2026-04-27T07:20:39.042" v="19" actId="20577"/>
        <pc:sldMkLst>
          <pc:docMk/>
          <pc:sldMk cId="394130933" sldId="2147477768"/>
        </pc:sldMkLst>
      </pc:sldChg>
      <pc:sldChg chg="delSp modSp">
        <pc:chgData name="Ummat, Shivi" userId="S::shiviu@amazon.com::c9ac934f-fc13-4e5c-8ca4-2104f5fa597c" providerId="AD" clId="Web-{1E0EE033-7B4D-DA95-6F3B-E1D6FECCF6B9}" dt="2026-04-27T07:22:55.668" v="96"/>
        <pc:sldMkLst>
          <pc:docMk/>
          <pc:sldMk cId="3170138857" sldId="2147477774"/>
        </pc:sldMkLst>
        <pc:spChg chg="mod">
          <ac:chgData name="Ummat, Shivi" userId="S::shiviu@amazon.com::c9ac934f-fc13-4e5c-8ca4-2104f5fa597c" providerId="AD" clId="Web-{1E0EE033-7B4D-DA95-6F3B-E1D6FECCF6B9}" dt="2026-04-27T07:22:51.637" v="95" actId="20577"/>
          <ac:spMkLst>
            <pc:docMk/>
            <pc:sldMk cId="3170138857" sldId="2147477774"/>
            <ac:spMk id="29" creationId="{E8F0F385-7297-2679-C564-ED46C2A37DAB}"/>
          </ac:spMkLst>
        </pc:spChg>
      </pc:sldChg>
      <pc:sldChg chg="add replId">
        <pc:chgData name="Ummat, Shivi" userId="S::shiviu@amazon.com::c9ac934f-fc13-4e5c-8ca4-2104f5fa597c" providerId="AD" clId="Web-{1E0EE033-7B4D-DA95-6F3B-E1D6FECCF6B9}" dt="2026-04-27T16:13:56.388" v="98"/>
        <pc:sldMkLst>
          <pc:docMk/>
          <pc:sldMk cId="742361211" sldId="2147477775"/>
        </pc:sldMkLst>
      </pc:sldChg>
    </pc:docChg>
  </pc:docChgLst>
  <pc:docChgLst>
    <pc:chgData name="Ummat, Shivi" userId="S::shiviu@amazon.com::c9ac934f-fc13-4e5c-8ca4-2104f5fa597c" providerId="AD" clId="Web-{E015EAAE-246C-1DEF-3204-B862E34FCD00}"/>
    <pc:docChg chg="modSld">
      <pc:chgData name="Ummat, Shivi" userId="S::shiviu@amazon.com::c9ac934f-fc13-4e5c-8ca4-2104f5fa597c" providerId="AD" clId="Web-{E015EAAE-246C-1DEF-3204-B862E34FCD00}" dt="2026-05-06T21:40:00.676" v="132"/>
      <pc:docMkLst>
        <pc:docMk/>
      </pc:docMkLst>
      <pc:sldChg chg="modNotes">
        <pc:chgData name="Ummat, Shivi" userId="S::shiviu@amazon.com::c9ac934f-fc13-4e5c-8ca4-2104f5fa597c" providerId="AD" clId="Web-{E015EAAE-246C-1DEF-3204-B862E34FCD00}" dt="2026-05-06T21:35:36.222" v="63"/>
        <pc:sldMkLst>
          <pc:docMk/>
          <pc:sldMk cId="2857778863" sldId="2147477761"/>
        </pc:sldMkLst>
      </pc:sldChg>
      <pc:sldChg chg="modSp">
        <pc:chgData name="Ummat, Shivi" userId="S::shiviu@amazon.com::c9ac934f-fc13-4e5c-8ca4-2104f5fa597c" providerId="AD" clId="Web-{E015EAAE-246C-1DEF-3204-B862E34FCD00}" dt="2026-05-06T21:34:25.280" v="16" actId="20577"/>
        <pc:sldMkLst>
          <pc:docMk/>
          <pc:sldMk cId="394130933" sldId="2147477768"/>
        </pc:sldMkLst>
        <pc:spChg chg="mod">
          <ac:chgData name="Ummat, Shivi" userId="S::shiviu@amazon.com::c9ac934f-fc13-4e5c-8ca4-2104f5fa597c" providerId="AD" clId="Web-{E015EAAE-246C-1DEF-3204-B862E34FCD00}" dt="2026-05-06T21:34:25.280" v="16" actId="20577"/>
          <ac:spMkLst>
            <pc:docMk/>
            <pc:sldMk cId="394130933" sldId="2147477768"/>
            <ac:spMk id="3" creationId="{F16A63C9-B887-04B4-E97B-785E8868D078}"/>
          </ac:spMkLst>
        </pc:spChg>
      </pc:sldChg>
      <pc:sldChg chg="modNotes">
        <pc:chgData name="Ummat, Shivi" userId="S::shiviu@amazon.com::c9ac934f-fc13-4e5c-8ca4-2104f5fa597c" providerId="AD" clId="Web-{E015EAAE-246C-1DEF-3204-B862E34FCD00}" dt="2026-05-06T21:40:00.676" v="132"/>
        <pc:sldMkLst>
          <pc:docMk/>
          <pc:sldMk cId="3846134347" sldId="2147477776"/>
        </pc:sldMkLst>
      </pc:sldChg>
      <pc:sldChg chg="modSp">
        <pc:chgData name="Ummat, Shivi" userId="S::shiviu@amazon.com::c9ac934f-fc13-4e5c-8ca4-2104f5fa597c" providerId="AD" clId="Web-{E015EAAE-246C-1DEF-3204-B862E34FCD00}" dt="2026-05-06T21:35:06.516" v="40" actId="20577"/>
        <pc:sldMkLst>
          <pc:docMk/>
          <pc:sldMk cId="4179672200" sldId="2147477782"/>
        </pc:sldMkLst>
        <pc:spChg chg="mod">
          <ac:chgData name="Ummat, Shivi" userId="S::shiviu@amazon.com::c9ac934f-fc13-4e5c-8ca4-2104f5fa597c" providerId="AD" clId="Web-{E015EAAE-246C-1DEF-3204-B862E34FCD00}" dt="2026-05-06T21:35:06.516" v="40" actId="20577"/>
          <ac:spMkLst>
            <pc:docMk/>
            <pc:sldMk cId="4179672200" sldId="2147477782"/>
            <ac:spMk id="17" creationId="{5B161D6C-0630-60F8-9816-B196ADFA5F11}"/>
          </ac:spMkLst>
        </pc:spChg>
      </pc:sldChg>
      <pc:sldChg chg="modSp">
        <pc:chgData name="Ummat, Shivi" userId="S::shiviu@amazon.com::c9ac934f-fc13-4e5c-8ca4-2104f5fa597c" providerId="AD" clId="Web-{E015EAAE-246C-1DEF-3204-B862E34FCD00}" dt="2026-05-06T21:34:20.217" v="9" actId="20577"/>
        <pc:sldMkLst>
          <pc:docMk/>
          <pc:sldMk cId="612315252" sldId="2147477783"/>
        </pc:sldMkLst>
        <pc:spChg chg="mod">
          <ac:chgData name="Ummat, Shivi" userId="S::shiviu@amazon.com::c9ac934f-fc13-4e5c-8ca4-2104f5fa597c" providerId="AD" clId="Web-{E015EAAE-246C-1DEF-3204-B862E34FCD00}" dt="2026-05-06T21:34:20.217" v="9" actId="20577"/>
          <ac:spMkLst>
            <pc:docMk/>
            <pc:sldMk cId="612315252" sldId="2147477783"/>
            <ac:spMk id="3" creationId="{FDDA2BC4-64B4-C471-F888-2968236E02D2}"/>
          </ac:spMkLst>
        </pc:spChg>
      </pc:sldChg>
    </pc:docChg>
  </pc:docChgLst>
  <pc:docChgLst>
    <pc:chgData name="Ummat, Shivi" userId="S::shiviu@amazon.com::c9ac934f-fc13-4e5c-8ca4-2104f5fa597c" providerId="AD" clId="Web-{4E713343-1EE0-FF65-503C-5AD4CC842C5C}"/>
    <pc:docChg chg="addSld modSld modSection">
      <pc:chgData name="Ummat, Shivi" userId="S::shiviu@amazon.com::c9ac934f-fc13-4e5c-8ca4-2104f5fa597c" providerId="AD" clId="Web-{4E713343-1EE0-FF65-503C-5AD4CC842C5C}" dt="2026-05-06T16:35:34.274" v="57" actId="1076"/>
      <pc:docMkLst>
        <pc:docMk/>
      </pc:docMkLst>
      <pc:sldChg chg="modSp">
        <pc:chgData name="Ummat, Shivi" userId="S::shiviu@amazon.com::c9ac934f-fc13-4e5c-8ca4-2104f5fa597c" providerId="AD" clId="Web-{4E713343-1EE0-FF65-503C-5AD4CC842C5C}" dt="2026-05-06T16:34:18.680" v="0" actId="20577"/>
        <pc:sldMkLst>
          <pc:docMk/>
          <pc:sldMk cId="3652344378" sldId="2147477758"/>
        </pc:sldMkLst>
        <pc:spChg chg="mod">
          <ac:chgData name="Ummat, Shivi" userId="S::shiviu@amazon.com::c9ac934f-fc13-4e5c-8ca4-2104f5fa597c" providerId="AD" clId="Web-{4E713343-1EE0-FF65-503C-5AD4CC842C5C}" dt="2026-05-06T16:34:18.680" v="0" actId="20577"/>
          <ac:spMkLst>
            <pc:docMk/>
            <pc:sldMk cId="3652344378" sldId="2147477758"/>
            <ac:spMk id="30" creationId="{3B0A1080-D489-C9D1-C2B3-ED894C8BA292}"/>
          </ac:spMkLst>
        </pc:spChg>
      </pc:sldChg>
      <pc:sldChg chg="addSp delSp modSp">
        <pc:chgData name="Ummat, Shivi" userId="S::shiviu@amazon.com::c9ac934f-fc13-4e5c-8ca4-2104f5fa597c" providerId="AD" clId="Web-{4E713343-1EE0-FF65-503C-5AD4CC842C5C}" dt="2026-05-06T16:35:34.274" v="57" actId="1076"/>
        <pc:sldMkLst>
          <pc:docMk/>
          <pc:sldMk cId="1896048833" sldId="2147477764"/>
        </pc:sldMkLst>
        <pc:spChg chg="del">
          <ac:chgData name="Ummat, Shivi" userId="S::shiviu@amazon.com::c9ac934f-fc13-4e5c-8ca4-2104f5fa597c" providerId="AD" clId="Web-{4E713343-1EE0-FF65-503C-5AD4CC842C5C}" dt="2026-05-06T16:35:15.587" v="51"/>
          <ac:spMkLst>
            <pc:docMk/>
            <pc:sldMk cId="1896048833" sldId="2147477764"/>
            <ac:spMk id="2" creationId="{FB59AE38-27D7-4B99-3F46-4322323B9583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50"/>
          <ac:spMkLst>
            <pc:docMk/>
            <pc:sldMk cId="1896048833" sldId="2147477764"/>
            <ac:spMk id="3" creationId="{86902F84-1AED-7C0E-B7BC-3635F1A47E12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49"/>
          <ac:spMkLst>
            <pc:docMk/>
            <pc:sldMk cId="1896048833" sldId="2147477764"/>
            <ac:spMk id="4" creationId="{E0F7A007-53F0-166F-E6EC-E1D36EF81207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48"/>
          <ac:spMkLst>
            <pc:docMk/>
            <pc:sldMk cId="1896048833" sldId="2147477764"/>
            <ac:spMk id="5" creationId="{9A9ECB20-C8EB-26CC-43E8-AB478B948584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47"/>
          <ac:spMkLst>
            <pc:docMk/>
            <pc:sldMk cId="1896048833" sldId="2147477764"/>
            <ac:spMk id="6" creationId="{49E97BC6-BCE9-1DAD-8BCC-078B77AAAF24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46"/>
          <ac:spMkLst>
            <pc:docMk/>
            <pc:sldMk cId="1896048833" sldId="2147477764"/>
            <ac:spMk id="7" creationId="{AC87849A-A701-FBE5-EEAA-58970A3266E6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44"/>
          <ac:spMkLst>
            <pc:docMk/>
            <pc:sldMk cId="1896048833" sldId="2147477764"/>
            <ac:spMk id="9" creationId="{9399BC79-CE70-2D49-74A0-E7D17FA4C114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43"/>
          <ac:spMkLst>
            <pc:docMk/>
            <pc:sldMk cId="1896048833" sldId="2147477764"/>
            <ac:spMk id="10" creationId="{029AEEA1-8691-1570-2C7C-9E7A747E1821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42"/>
          <ac:spMkLst>
            <pc:docMk/>
            <pc:sldMk cId="1896048833" sldId="2147477764"/>
            <ac:spMk id="11" creationId="{2FE1A469-D40A-7288-5942-F4B5B93D0528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40"/>
          <ac:spMkLst>
            <pc:docMk/>
            <pc:sldMk cId="1896048833" sldId="2147477764"/>
            <ac:spMk id="13" creationId="{160B398C-32FC-2449-4803-18A725E05039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39"/>
          <ac:spMkLst>
            <pc:docMk/>
            <pc:sldMk cId="1896048833" sldId="2147477764"/>
            <ac:spMk id="14" creationId="{5A286F6D-3670-BD41-C211-64B9A3A6F8FF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38"/>
          <ac:spMkLst>
            <pc:docMk/>
            <pc:sldMk cId="1896048833" sldId="2147477764"/>
            <ac:spMk id="15" creationId="{EC4E36A1-9414-6917-60ED-FA4F892E19AF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36"/>
          <ac:spMkLst>
            <pc:docMk/>
            <pc:sldMk cId="1896048833" sldId="2147477764"/>
            <ac:spMk id="17" creationId="{8A6DE10F-9DB9-B765-B85B-D5435910EE05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35"/>
          <ac:spMkLst>
            <pc:docMk/>
            <pc:sldMk cId="1896048833" sldId="2147477764"/>
            <ac:spMk id="18" creationId="{5F8AF6CC-5692-3CFB-C1AF-43C702FA00B8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34"/>
          <ac:spMkLst>
            <pc:docMk/>
            <pc:sldMk cId="1896048833" sldId="2147477764"/>
            <ac:spMk id="19" creationId="{225C0A14-5775-C0FA-749E-A83D4A1639D9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33"/>
          <ac:spMkLst>
            <pc:docMk/>
            <pc:sldMk cId="1896048833" sldId="2147477764"/>
            <ac:spMk id="20" creationId="{1A4A321D-011D-90B9-8782-F434935F7F59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32"/>
          <ac:spMkLst>
            <pc:docMk/>
            <pc:sldMk cId="1896048833" sldId="2147477764"/>
            <ac:spMk id="21" creationId="{20A3167B-EFDA-8EE9-AE8E-B2625BEAF0E6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31"/>
          <ac:spMkLst>
            <pc:docMk/>
            <pc:sldMk cId="1896048833" sldId="2147477764"/>
            <ac:spMk id="22" creationId="{E3EDD368-5B17-B88B-79C3-38FD0A6D472A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30"/>
          <ac:spMkLst>
            <pc:docMk/>
            <pc:sldMk cId="1896048833" sldId="2147477764"/>
            <ac:spMk id="23" creationId="{FD106CB1-1B76-DA23-D90C-53D6215E62A4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29"/>
          <ac:spMkLst>
            <pc:docMk/>
            <pc:sldMk cId="1896048833" sldId="2147477764"/>
            <ac:spMk id="24" creationId="{8D4897E6-A97D-3115-FAEE-946D76F4C9BB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28"/>
          <ac:spMkLst>
            <pc:docMk/>
            <pc:sldMk cId="1896048833" sldId="2147477764"/>
            <ac:spMk id="25" creationId="{74B38D27-74CC-6B97-B8E3-DE8EBF65F892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27"/>
          <ac:spMkLst>
            <pc:docMk/>
            <pc:sldMk cId="1896048833" sldId="2147477764"/>
            <ac:spMk id="26" creationId="{0CE5E59E-7A86-5EAA-31E6-4D754B7A8430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26"/>
          <ac:spMkLst>
            <pc:docMk/>
            <pc:sldMk cId="1896048833" sldId="2147477764"/>
            <ac:spMk id="27" creationId="{E68FC59D-0C77-CA71-9927-5C6239F33502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25"/>
          <ac:spMkLst>
            <pc:docMk/>
            <pc:sldMk cId="1896048833" sldId="2147477764"/>
            <ac:spMk id="28" creationId="{49FC57CA-3163-54C2-940A-E9319DD8D875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24"/>
          <ac:spMkLst>
            <pc:docMk/>
            <pc:sldMk cId="1896048833" sldId="2147477764"/>
            <ac:spMk id="29" creationId="{976D76D1-D578-EFB6-561D-000730A673FE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23"/>
          <ac:spMkLst>
            <pc:docMk/>
            <pc:sldMk cId="1896048833" sldId="2147477764"/>
            <ac:spMk id="30" creationId="{DF30F8F6-A4E0-0B78-8F62-319EF7B8F068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22"/>
          <ac:spMkLst>
            <pc:docMk/>
            <pc:sldMk cId="1896048833" sldId="2147477764"/>
            <ac:spMk id="31" creationId="{13AB8E66-341F-01E9-B013-045712EE022E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21"/>
          <ac:spMkLst>
            <pc:docMk/>
            <pc:sldMk cId="1896048833" sldId="2147477764"/>
            <ac:spMk id="32" creationId="{D813528F-AC87-F6EA-7C40-5B087A93CC80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20"/>
          <ac:spMkLst>
            <pc:docMk/>
            <pc:sldMk cId="1896048833" sldId="2147477764"/>
            <ac:spMk id="33" creationId="{F134F0AD-E6B6-D22A-2E8A-068C576A8FC8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19"/>
          <ac:spMkLst>
            <pc:docMk/>
            <pc:sldMk cId="1896048833" sldId="2147477764"/>
            <ac:spMk id="34" creationId="{405F17BA-038F-60DB-4113-84D7DB6D7E66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18"/>
          <ac:spMkLst>
            <pc:docMk/>
            <pc:sldMk cId="1896048833" sldId="2147477764"/>
            <ac:spMk id="35" creationId="{A4FFCB93-B368-08F4-DFD7-8F47AAE78863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17"/>
          <ac:spMkLst>
            <pc:docMk/>
            <pc:sldMk cId="1896048833" sldId="2147477764"/>
            <ac:spMk id="36" creationId="{BFE9BA4A-4E1C-4491-A037-F53578432A4E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16"/>
          <ac:spMkLst>
            <pc:docMk/>
            <pc:sldMk cId="1896048833" sldId="2147477764"/>
            <ac:spMk id="37" creationId="{C7841E30-02A0-56FC-EACD-450F3D2F9BD2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15"/>
          <ac:spMkLst>
            <pc:docMk/>
            <pc:sldMk cId="1896048833" sldId="2147477764"/>
            <ac:spMk id="38" creationId="{1E19A9AC-F86D-6E4B-D41B-6B2DFE821032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14"/>
          <ac:spMkLst>
            <pc:docMk/>
            <pc:sldMk cId="1896048833" sldId="2147477764"/>
            <ac:spMk id="39" creationId="{D628685A-934D-5467-5DBA-11D1776C4A0B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13"/>
          <ac:spMkLst>
            <pc:docMk/>
            <pc:sldMk cId="1896048833" sldId="2147477764"/>
            <ac:spMk id="40" creationId="{88DABD05-70F0-A926-E191-3201E8AC04E3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12"/>
          <ac:spMkLst>
            <pc:docMk/>
            <pc:sldMk cId="1896048833" sldId="2147477764"/>
            <ac:spMk id="41" creationId="{E9C60E59-2AE0-26E6-C4BC-E3CA7D6F6C20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11"/>
          <ac:spMkLst>
            <pc:docMk/>
            <pc:sldMk cId="1896048833" sldId="2147477764"/>
            <ac:spMk id="42" creationId="{12A8E488-A5EB-11DC-37F5-66F1F8C97DCE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10"/>
          <ac:spMkLst>
            <pc:docMk/>
            <pc:sldMk cId="1896048833" sldId="2147477764"/>
            <ac:spMk id="43" creationId="{C26C5E6C-89A5-D438-F9F4-155838DBBBB7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9"/>
          <ac:spMkLst>
            <pc:docMk/>
            <pc:sldMk cId="1896048833" sldId="2147477764"/>
            <ac:spMk id="44" creationId="{EFFEE2AE-A69C-C67F-7C54-89B6A1ECC4BE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8"/>
          <ac:spMkLst>
            <pc:docMk/>
            <pc:sldMk cId="1896048833" sldId="2147477764"/>
            <ac:spMk id="45" creationId="{3CE5D806-E538-51B3-F4A1-8096C8576426}"/>
          </ac:spMkLst>
        </pc:spChg>
        <pc:spChg chg="del">
          <ac:chgData name="Ummat, Shivi" userId="S::shiviu@amazon.com::c9ac934f-fc13-4e5c-8ca4-2104f5fa597c" providerId="AD" clId="Web-{4E713343-1EE0-FF65-503C-5AD4CC842C5C}" dt="2026-05-06T16:35:15.571" v="7"/>
          <ac:spMkLst>
            <pc:docMk/>
            <pc:sldMk cId="1896048833" sldId="2147477764"/>
            <ac:spMk id="46" creationId="{0F420F93-1302-D276-6E01-E0311A6A07AC}"/>
          </ac:spMkLst>
        </pc:spChg>
        <pc:spChg chg="del">
          <ac:chgData name="Ummat, Shivi" userId="S::shiviu@amazon.com::c9ac934f-fc13-4e5c-8ca4-2104f5fa597c" providerId="AD" clId="Web-{4E713343-1EE0-FF65-503C-5AD4CC842C5C}" dt="2026-05-06T16:35:15.556" v="6"/>
          <ac:spMkLst>
            <pc:docMk/>
            <pc:sldMk cId="1896048833" sldId="2147477764"/>
            <ac:spMk id="47" creationId="{8532A4D9-0273-EB6A-66F9-189E8892C7E9}"/>
          </ac:spMkLst>
        </pc:spChg>
        <pc:spChg chg="del">
          <ac:chgData name="Ummat, Shivi" userId="S::shiviu@amazon.com::c9ac934f-fc13-4e5c-8ca4-2104f5fa597c" providerId="AD" clId="Web-{4E713343-1EE0-FF65-503C-5AD4CC842C5C}" dt="2026-05-06T16:35:15.556" v="5"/>
          <ac:spMkLst>
            <pc:docMk/>
            <pc:sldMk cId="1896048833" sldId="2147477764"/>
            <ac:spMk id="48" creationId="{A4925243-BC02-8D90-2720-A43FEFC86A83}"/>
          </ac:spMkLst>
        </pc:spChg>
        <pc:spChg chg="del">
          <ac:chgData name="Ummat, Shivi" userId="S::shiviu@amazon.com::c9ac934f-fc13-4e5c-8ca4-2104f5fa597c" providerId="AD" clId="Web-{4E713343-1EE0-FF65-503C-5AD4CC842C5C}" dt="2026-05-06T16:35:15.556" v="4"/>
          <ac:spMkLst>
            <pc:docMk/>
            <pc:sldMk cId="1896048833" sldId="2147477764"/>
            <ac:spMk id="49" creationId="{B6613680-A460-E532-50D4-B0F1E0E8A226}"/>
          </ac:spMkLst>
        </pc:spChg>
        <pc:spChg chg="del">
          <ac:chgData name="Ummat, Shivi" userId="S::shiviu@amazon.com::c9ac934f-fc13-4e5c-8ca4-2104f5fa597c" providerId="AD" clId="Web-{4E713343-1EE0-FF65-503C-5AD4CC842C5C}" dt="2026-05-06T16:35:15.556" v="3"/>
          <ac:spMkLst>
            <pc:docMk/>
            <pc:sldMk cId="1896048833" sldId="2147477764"/>
            <ac:spMk id="50" creationId="{32C96269-A987-0B58-453C-C14EBBBEEC18}"/>
          </ac:spMkLst>
        </pc:spChg>
        <pc:spChg chg="del">
          <ac:chgData name="Ummat, Shivi" userId="S::shiviu@amazon.com::c9ac934f-fc13-4e5c-8ca4-2104f5fa597c" providerId="AD" clId="Web-{4E713343-1EE0-FF65-503C-5AD4CC842C5C}" dt="2026-05-06T16:35:15.556" v="2"/>
          <ac:spMkLst>
            <pc:docMk/>
            <pc:sldMk cId="1896048833" sldId="2147477764"/>
            <ac:spMk id="51" creationId="{9B2B4E81-104C-37F0-7258-92C73390B3FA}"/>
          </ac:spMkLst>
        </pc:spChg>
        <pc:picChg chg="del">
          <ac:chgData name="Ummat, Shivi" userId="S::shiviu@amazon.com::c9ac934f-fc13-4e5c-8ca4-2104f5fa597c" providerId="AD" clId="Web-{4E713343-1EE0-FF65-503C-5AD4CC842C5C}" dt="2026-05-06T16:35:15.571" v="45"/>
          <ac:picMkLst>
            <pc:docMk/>
            <pc:sldMk cId="1896048833" sldId="2147477764"/>
            <ac:picMk id="8" creationId="{7CFC64D9-DD74-75A4-E034-8DFF104CC7B8}"/>
          </ac:picMkLst>
        </pc:picChg>
        <pc:picChg chg="del">
          <ac:chgData name="Ummat, Shivi" userId="S::shiviu@amazon.com::c9ac934f-fc13-4e5c-8ca4-2104f5fa597c" providerId="AD" clId="Web-{4E713343-1EE0-FF65-503C-5AD4CC842C5C}" dt="2026-05-06T16:35:15.571" v="41"/>
          <ac:picMkLst>
            <pc:docMk/>
            <pc:sldMk cId="1896048833" sldId="2147477764"/>
            <ac:picMk id="12" creationId="{DB4B785F-FBA1-16BB-919C-0CBB67E65EAB}"/>
          </ac:picMkLst>
        </pc:picChg>
        <pc:picChg chg="del">
          <ac:chgData name="Ummat, Shivi" userId="S::shiviu@amazon.com::c9ac934f-fc13-4e5c-8ca4-2104f5fa597c" providerId="AD" clId="Web-{4E713343-1EE0-FF65-503C-5AD4CC842C5C}" dt="2026-05-06T16:35:15.571" v="37"/>
          <ac:picMkLst>
            <pc:docMk/>
            <pc:sldMk cId="1896048833" sldId="2147477764"/>
            <ac:picMk id="16" creationId="{93BE4835-CA22-9B66-A5D8-7FC22D3907BF}"/>
          </ac:picMkLst>
        </pc:picChg>
        <pc:picChg chg="add mod">
          <ac:chgData name="Ummat, Shivi" userId="S::shiviu@amazon.com::c9ac934f-fc13-4e5c-8ca4-2104f5fa597c" providerId="AD" clId="Web-{4E713343-1EE0-FF65-503C-5AD4CC842C5C}" dt="2026-05-06T16:35:34.274" v="57" actId="1076"/>
          <ac:picMkLst>
            <pc:docMk/>
            <pc:sldMk cId="1896048833" sldId="2147477764"/>
            <ac:picMk id="52" creationId="{519EFEAA-492D-9D72-1ACB-85986FEB0E2D}"/>
          </ac:picMkLst>
        </pc:picChg>
      </pc:sldChg>
      <pc:sldChg chg="add replId">
        <pc:chgData name="Ummat, Shivi" userId="S::shiviu@amazon.com::c9ac934f-fc13-4e5c-8ca4-2104f5fa597c" providerId="AD" clId="Web-{4E713343-1EE0-FF65-503C-5AD4CC842C5C}" dt="2026-05-06T16:35:08.681" v="1"/>
        <pc:sldMkLst>
          <pc:docMk/>
          <pc:sldMk cId="3531227146" sldId="2147477780"/>
        </pc:sldMkLst>
      </pc:sldChg>
    </pc:docChg>
  </pc:docChgLst>
  <pc:docChgLst>
    <pc:chgData name="Ummat, Shivi" userId="c9ac934f-fc13-4e5c-8ca4-2104f5fa597c" providerId="ADAL" clId="{13547488-DEA3-5A63-B5CE-F08934EB9119}"/>
    <pc:docChg chg="undo custSel addSld delSld modSld sldOrd modSection">
      <pc:chgData name="Ummat, Shivi" userId="c9ac934f-fc13-4e5c-8ca4-2104f5fa597c" providerId="ADAL" clId="{13547488-DEA3-5A63-B5CE-F08934EB9119}" dt="2026-05-06T23:03:27.038" v="2862" actId="478"/>
      <pc:docMkLst>
        <pc:docMk/>
      </pc:docMkLst>
      <pc:sldChg chg="addSp delSp modSp mod">
        <pc:chgData name="Ummat, Shivi" userId="c9ac934f-fc13-4e5c-8ca4-2104f5fa597c" providerId="ADAL" clId="{13547488-DEA3-5A63-B5CE-F08934EB9119}" dt="2026-05-06T23:03:27.038" v="2862" actId="478"/>
        <pc:sldMkLst>
          <pc:docMk/>
          <pc:sldMk cId="4013785700" sldId="2147477749"/>
        </pc:sldMkLst>
        <pc:spChg chg="mod">
          <ac:chgData name="Ummat, Shivi" userId="c9ac934f-fc13-4e5c-8ca4-2104f5fa597c" providerId="ADAL" clId="{13547488-DEA3-5A63-B5CE-F08934EB9119}" dt="2026-04-24T06:13:24.795" v="111" actId="113"/>
          <ac:spMkLst>
            <pc:docMk/>
            <pc:sldMk cId="4013785700" sldId="2147477749"/>
            <ac:spMk id="2" creationId="{F326A66A-8EE8-206E-1901-AF0A51F7018D}"/>
          </ac:spMkLst>
        </pc:spChg>
        <pc:spChg chg="add del mod">
          <ac:chgData name="Ummat, Shivi" userId="c9ac934f-fc13-4e5c-8ca4-2104f5fa597c" providerId="ADAL" clId="{13547488-DEA3-5A63-B5CE-F08934EB9119}" dt="2026-05-06T22:51:07.018" v="2818"/>
          <ac:spMkLst>
            <pc:docMk/>
            <pc:sldMk cId="4013785700" sldId="2147477749"/>
            <ac:spMk id="3" creationId="{F8EBF349-5C40-AC88-2F11-F8F7147A0111}"/>
          </ac:spMkLst>
        </pc:spChg>
        <pc:spChg chg="add del mod">
          <ac:chgData name="Ummat, Shivi" userId="c9ac934f-fc13-4e5c-8ca4-2104f5fa597c" providerId="ADAL" clId="{13547488-DEA3-5A63-B5CE-F08934EB9119}" dt="2026-05-06T22:51:24.677" v="2819" actId="478"/>
          <ac:spMkLst>
            <pc:docMk/>
            <pc:sldMk cId="4013785700" sldId="2147477749"/>
            <ac:spMk id="4" creationId="{5F7A0DEE-21B0-B20E-9DA5-390DF9B99CD4}"/>
          </ac:spMkLst>
        </pc:spChg>
        <pc:spChg chg="add del mod">
          <ac:chgData name="Ummat, Shivi" userId="c9ac934f-fc13-4e5c-8ca4-2104f5fa597c" providerId="ADAL" clId="{13547488-DEA3-5A63-B5CE-F08934EB9119}" dt="2026-05-06T23:03:27.038" v="2862" actId="478"/>
          <ac:spMkLst>
            <pc:docMk/>
            <pc:sldMk cId="4013785700" sldId="2147477749"/>
            <ac:spMk id="4" creationId="{8A3522A7-BD8D-8E9A-B216-5DE50EE1DE17}"/>
          </ac:spMkLst>
        </pc:spChg>
      </pc:sldChg>
      <pc:sldChg chg="addSp delSp modSp mod">
        <pc:chgData name="Ummat, Shivi" userId="c9ac934f-fc13-4e5c-8ca4-2104f5fa597c" providerId="ADAL" clId="{13547488-DEA3-5A63-B5CE-F08934EB9119}" dt="2026-04-24T06:14:10.016" v="145" actId="20577"/>
        <pc:sldMkLst>
          <pc:docMk/>
          <pc:sldMk cId="555274887" sldId="2147477755"/>
        </pc:sldMkLst>
        <pc:spChg chg="add mod">
          <ac:chgData name="Ummat, Shivi" userId="c9ac934f-fc13-4e5c-8ca4-2104f5fa597c" providerId="ADAL" clId="{13547488-DEA3-5A63-B5CE-F08934EB9119}" dt="2026-04-24T06:13:19.475" v="110"/>
          <ac:spMkLst>
            <pc:docMk/>
            <pc:sldMk cId="555274887" sldId="2147477755"/>
            <ac:spMk id="59" creationId="{CDEFAA10-9F34-4732-F942-50A6E47387E8}"/>
          </ac:spMkLst>
        </pc:spChg>
        <pc:spChg chg="add mod">
          <ac:chgData name="Ummat, Shivi" userId="c9ac934f-fc13-4e5c-8ca4-2104f5fa597c" providerId="ADAL" clId="{13547488-DEA3-5A63-B5CE-F08934EB9119}" dt="2026-04-24T06:14:04.615" v="129" actId="20577"/>
          <ac:spMkLst>
            <pc:docMk/>
            <pc:sldMk cId="555274887" sldId="2147477755"/>
            <ac:spMk id="60" creationId="{8DF60546-6F09-416A-F83A-2C4649462AE3}"/>
          </ac:spMkLst>
        </pc:spChg>
        <pc:spChg chg="mod">
          <ac:chgData name="Ummat, Shivi" userId="c9ac934f-fc13-4e5c-8ca4-2104f5fa597c" providerId="ADAL" clId="{13547488-DEA3-5A63-B5CE-F08934EB9119}" dt="2026-04-24T06:14:10.016" v="145" actId="20577"/>
          <ac:spMkLst>
            <pc:docMk/>
            <pc:sldMk cId="555274887" sldId="2147477755"/>
            <ac:spMk id="61" creationId="{5F339473-4A6A-0D68-B25D-FCA018481BE5}"/>
          </ac:spMkLst>
        </pc:spChg>
        <pc:spChg chg="add mod">
          <ac:chgData name="Ummat, Shivi" userId="c9ac934f-fc13-4e5c-8ca4-2104f5fa597c" providerId="ADAL" clId="{13547488-DEA3-5A63-B5CE-F08934EB9119}" dt="2026-04-24T06:13:19.475" v="110"/>
          <ac:spMkLst>
            <pc:docMk/>
            <pc:sldMk cId="555274887" sldId="2147477755"/>
            <ac:spMk id="63" creationId="{3C78CA03-610B-7388-7F29-2D342D215879}"/>
          </ac:spMkLst>
        </pc:spChg>
        <pc:spChg chg="add mod">
          <ac:chgData name="Ummat, Shivi" userId="c9ac934f-fc13-4e5c-8ca4-2104f5fa597c" providerId="ADAL" clId="{13547488-DEA3-5A63-B5CE-F08934EB9119}" dt="2026-04-24T06:13:19.475" v="110"/>
          <ac:spMkLst>
            <pc:docMk/>
            <pc:sldMk cId="555274887" sldId="2147477755"/>
            <ac:spMk id="65" creationId="{C6C7631E-0ADC-0D2F-C73A-FA39670CC286}"/>
          </ac:spMkLst>
        </pc:spChg>
        <pc:spChg chg="add mod">
          <ac:chgData name="Ummat, Shivi" userId="c9ac934f-fc13-4e5c-8ca4-2104f5fa597c" providerId="ADAL" clId="{13547488-DEA3-5A63-B5CE-F08934EB9119}" dt="2026-04-24T06:13:19.475" v="110"/>
          <ac:spMkLst>
            <pc:docMk/>
            <pc:sldMk cId="555274887" sldId="2147477755"/>
            <ac:spMk id="66" creationId="{05E11641-9F98-8820-1743-78412EACA719}"/>
          </ac:spMkLst>
        </pc:spChg>
        <pc:spChg chg="add mod">
          <ac:chgData name="Ummat, Shivi" userId="c9ac934f-fc13-4e5c-8ca4-2104f5fa597c" providerId="ADAL" clId="{13547488-DEA3-5A63-B5CE-F08934EB9119}" dt="2026-04-24T06:13:19.475" v="110"/>
          <ac:spMkLst>
            <pc:docMk/>
            <pc:sldMk cId="555274887" sldId="2147477755"/>
            <ac:spMk id="68" creationId="{B7C31831-3A7C-95E3-1E82-5413154DF567}"/>
          </ac:spMkLst>
        </pc:spChg>
        <pc:spChg chg="add mod">
          <ac:chgData name="Ummat, Shivi" userId="c9ac934f-fc13-4e5c-8ca4-2104f5fa597c" providerId="ADAL" clId="{13547488-DEA3-5A63-B5CE-F08934EB9119}" dt="2026-04-24T06:13:19.475" v="110"/>
          <ac:spMkLst>
            <pc:docMk/>
            <pc:sldMk cId="555274887" sldId="2147477755"/>
            <ac:spMk id="70" creationId="{C28E30A2-3718-B10E-2743-E102ADC291A6}"/>
          </ac:spMkLst>
        </pc:spChg>
        <pc:spChg chg="add mod">
          <ac:chgData name="Ummat, Shivi" userId="c9ac934f-fc13-4e5c-8ca4-2104f5fa597c" providerId="ADAL" clId="{13547488-DEA3-5A63-B5CE-F08934EB9119}" dt="2026-04-24T06:13:19.475" v="110"/>
          <ac:spMkLst>
            <pc:docMk/>
            <pc:sldMk cId="555274887" sldId="2147477755"/>
            <ac:spMk id="71" creationId="{CF75F550-434C-2BFE-4045-57A1FEBD0382}"/>
          </ac:spMkLst>
        </pc:spChg>
        <pc:spChg chg="add mod">
          <ac:chgData name="Ummat, Shivi" userId="c9ac934f-fc13-4e5c-8ca4-2104f5fa597c" providerId="ADAL" clId="{13547488-DEA3-5A63-B5CE-F08934EB9119}" dt="2026-04-24T06:13:19.475" v="110"/>
          <ac:spMkLst>
            <pc:docMk/>
            <pc:sldMk cId="555274887" sldId="2147477755"/>
            <ac:spMk id="72" creationId="{D5369912-FFD4-8579-0214-7A439A4397F0}"/>
          </ac:spMkLst>
        </pc:spChg>
        <pc:spChg chg="add mod">
          <ac:chgData name="Ummat, Shivi" userId="c9ac934f-fc13-4e5c-8ca4-2104f5fa597c" providerId="ADAL" clId="{13547488-DEA3-5A63-B5CE-F08934EB9119}" dt="2026-04-24T06:13:19.475" v="110"/>
          <ac:spMkLst>
            <pc:docMk/>
            <pc:sldMk cId="555274887" sldId="2147477755"/>
            <ac:spMk id="73" creationId="{91AFD7BF-91C3-2B0E-7D4B-C8B059285C67}"/>
          </ac:spMkLst>
        </pc:spChg>
      </pc:sldChg>
      <pc:sldChg chg="modSp add mod">
        <pc:chgData name="Ummat, Shivi" userId="c9ac934f-fc13-4e5c-8ca4-2104f5fa597c" providerId="ADAL" clId="{13547488-DEA3-5A63-B5CE-F08934EB9119}" dt="2026-04-27T07:06:04.985" v="210" actId="113"/>
        <pc:sldMkLst>
          <pc:docMk/>
          <pc:sldMk cId="3178036942" sldId="2147477757"/>
        </pc:sldMkLst>
        <pc:spChg chg="mod">
          <ac:chgData name="Ummat, Shivi" userId="c9ac934f-fc13-4e5c-8ca4-2104f5fa597c" providerId="ADAL" clId="{13547488-DEA3-5A63-B5CE-F08934EB9119}" dt="2026-04-27T07:06:04.985" v="210" actId="113"/>
          <ac:spMkLst>
            <pc:docMk/>
            <pc:sldMk cId="3178036942" sldId="2147477757"/>
            <ac:spMk id="42" creationId="{E70B8F98-AF5B-DD5E-4E3F-590DFBC119F3}"/>
          </ac:spMkLst>
        </pc:spChg>
      </pc:sldChg>
      <pc:sldChg chg="addSp delSp modSp add mod">
        <pc:chgData name="Ummat, Shivi" userId="c9ac934f-fc13-4e5c-8ca4-2104f5fa597c" providerId="ADAL" clId="{13547488-DEA3-5A63-B5CE-F08934EB9119}" dt="2026-05-02T00:21:44.666" v="1487" actId="1076"/>
        <pc:sldMkLst>
          <pc:docMk/>
          <pc:sldMk cId="2066152784" sldId="2147477760"/>
        </pc:sldMkLst>
        <pc:spChg chg="add mod">
          <ac:chgData name="Ummat, Shivi" userId="c9ac934f-fc13-4e5c-8ca4-2104f5fa597c" providerId="ADAL" clId="{13547488-DEA3-5A63-B5CE-F08934EB9119}" dt="2026-05-02T00:21:35.131" v="1486" actId="1076"/>
          <ac:spMkLst>
            <pc:docMk/>
            <pc:sldMk cId="2066152784" sldId="2147477760"/>
            <ac:spMk id="2" creationId="{1D28A026-64CD-5022-533B-0A5E2C1A89AB}"/>
          </ac:spMkLst>
        </pc:spChg>
        <pc:spChg chg="mod">
          <ac:chgData name="Ummat, Shivi" userId="c9ac934f-fc13-4e5c-8ca4-2104f5fa597c" providerId="ADAL" clId="{13547488-DEA3-5A63-B5CE-F08934EB9119}" dt="2026-05-02T00:21:44.666" v="1487" actId="1076"/>
          <ac:spMkLst>
            <pc:docMk/>
            <pc:sldMk cId="2066152784" sldId="2147477760"/>
            <ac:spMk id="3" creationId="{C9CBA87B-A325-0FC1-C78E-EB83EFA0C985}"/>
          </ac:spMkLst>
        </pc:spChg>
        <pc:spChg chg="add mod">
          <ac:chgData name="Ummat, Shivi" userId="c9ac934f-fc13-4e5c-8ca4-2104f5fa597c" providerId="ADAL" clId="{13547488-DEA3-5A63-B5CE-F08934EB9119}" dt="2026-04-27T07:01:54.759" v="174"/>
          <ac:spMkLst>
            <pc:docMk/>
            <pc:sldMk cId="2066152784" sldId="2147477760"/>
            <ac:spMk id="5" creationId="{EC4E18D2-138D-BA31-3364-BAFD6D1AA9BA}"/>
          </ac:spMkLst>
        </pc:spChg>
        <pc:spChg chg="mod">
          <ac:chgData name="Ummat, Shivi" userId="c9ac934f-fc13-4e5c-8ca4-2104f5fa597c" providerId="ADAL" clId="{13547488-DEA3-5A63-B5CE-F08934EB9119}" dt="2026-05-02T00:21:05.730" v="1448" actId="1076"/>
          <ac:spMkLst>
            <pc:docMk/>
            <pc:sldMk cId="2066152784" sldId="2147477760"/>
            <ac:spMk id="6" creationId="{85923D99-079F-5A6C-AC27-43629E510B3E}"/>
          </ac:spMkLst>
        </pc:spChg>
        <pc:spChg chg="mod">
          <ac:chgData name="Ummat, Shivi" userId="c9ac934f-fc13-4e5c-8ca4-2104f5fa597c" providerId="ADAL" clId="{13547488-DEA3-5A63-B5CE-F08934EB9119}" dt="2026-05-02T00:08:20.149" v="500" actId="20577"/>
          <ac:spMkLst>
            <pc:docMk/>
            <pc:sldMk cId="2066152784" sldId="2147477760"/>
            <ac:spMk id="9" creationId="{BCF8B8D1-FCC4-D971-17F1-34D0865FA46E}"/>
          </ac:spMkLst>
        </pc:spChg>
        <pc:spChg chg="add mod">
          <ac:chgData name="Ummat, Shivi" userId="c9ac934f-fc13-4e5c-8ca4-2104f5fa597c" providerId="ADAL" clId="{13547488-DEA3-5A63-B5CE-F08934EB9119}" dt="2026-04-29T19:06:41.241" v="443" actId="20577"/>
          <ac:spMkLst>
            <pc:docMk/>
            <pc:sldMk cId="2066152784" sldId="2147477760"/>
            <ac:spMk id="25" creationId="{88943401-F18A-B555-4220-DCB85D5C8406}"/>
          </ac:spMkLst>
        </pc:spChg>
        <pc:spChg chg="add mod">
          <ac:chgData name="Ummat, Shivi" userId="c9ac934f-fc13-4e5c-8ca4-2104f5fa597c" providerId="ADAL" clId="{13547488-DEA3-5A63-B5CE-F08934EB9119}" dt="2026-05-02T00:19:40.033" v="1426" actId="1076"/>
          <ac:spMkLst>
            <pc:docMk/>
            <pc:sldMk cId="2066152784" sldId="2147477760"/>
            <ac:spMk id="27" creationId="{6B63EDCF-14F1-5CC2-F029-057F80E39EFF}"/>
          </ac:spMkLst>
        </pc:spChg>
        <pc:spChg chg="add mod">
          <ac:chgData name="Ummat, Shivi" userId="c9ac934f-fc13-4e5c-8ca4-2104f5fa597c" providerId="ADAL" clId="{13547488-DEA3-5A63-B5CE-F08934EB9119}" dt="2026-05-02T00:19:40.033" v="1426" actId="1076"/>
          <ac:spMkLst>
            <pc:docMk/>
            <pc:sldMk cId="2066152784" sldId="2147477760"/>
            <ac:spMk id="28" creationId="{262E269E-A437-85A5-BC18-91F632B1577D}"/>
          </ac:spMkLst>
        </pc:spChg>
        <pc:spChg chg="mod">
          <ac:chgData name="Ummat, Shivi" userId="c9ac934f-fc13-4e5c-8ca4-2104f5fa597c" providerId="ADAL" clId="{13547488-DEA3-5A63-B5CE-F08934EB9119}" dt="2026-05-02T00:19:40.033" v="1426" actId="1076"/>
          <ac:spMkLst>
            <pc:docMk/>
            <pc:sldMk cId="2066152784" sldId="2147477760"/>
            <ac:spMk id="30" creationId="{D0E6A62A-6D97-0FB4-3030-AC89FF0CDFB7}"/>
          </ac:spMkLst>
        </pc:spChg>
        <pc:spChg chg="add mod">
          <ac:chgData name="Ummat, Shivi" userId="c9ac934f-fc13-4e5c-8ca4-2104f5fa597c" providerId="ADAL" clId="{13547488-DEA3-5A63-B5CE-F08934EB9119}" dt="2026-05-02T00:19:40.033" v="1426" actId="1076"/>
          <ac:spMkLst>
            <pc:docMk/>
            <pc:sldMk cId="2066152784" sldId="2147477760"/>
            <ac:spMk id="31" creationId="{79B5DBE1-0B19-D7A2-E73D-31DBA1C0106E}"/>
          </ac:spMkLst>
        </pc:spChg>
        <pc:spChg chg="add mod">
          <ac:chgData name="Ummat, Shivi" userId="c9ac934f-fc13-4e5c-8ca4-2104f5fa597c" providerId="ADAL" clId="{13547488-DEA3-5A63-B5CE-F08934EB9119}" dt="2026-05-02T00:19:40.033" v="1426" actId="1076"/>
          <ac:spMkLst>
            <pc:docMk/>
            <pc:sldMk cId="2066152784" sldId="2147477760"/>
            <ac:spMk id="33" creationId="{099717A2-8254-A997-C080-CB080DE518BA}"/>
          </ac:spMkLst>
        </pc:spChg>
        <pc:spChg chg="add mod">
          <ac:chgData name="Ummat, Shivi" userId="c9ac934f-fc13-4e5c-8ca4-2104f5fa597c" providerId="ADAL" clId="{13547488-DEA3-5A63-B5CE-F08934EB9119}" dt="2026-05-02T00:19:40.033" v="1426" actId="1076"/>
          <ac:spMkLst>
            <pc:docMk/>
            <pc:sldMk cId="2066152784" sldId="2147477760"/>
            <ac:spMk id="35" creationId="{A89BC916-77E7-E3FD-2C86-3749D683E545}"/>
          </ac:spMkLst>
        </pc:spChg>
        <pc:spChg chg="add mod">
          <ac:chgData name="Ummat, Shivi" userId="c9ac934f-fc13-4e5c-8ca4-2104f5fa597c" providerId="ADAL" clId="{13547488-DEA3-5A63-B5CE-F08934EB9119}" dt="2026-05-02T00:19:40.033" v="1426" actId="1076"/>
          <ac:spMkLst>
            <pc:docMk/>
            <pc:sldMk cId="2066152784" sldId="2147477760"/>
            <ac:spMk id="36" creationId="{63BB225B-EB33-1003-253E-48120CB2EBDD}"/>
          </ac:spMkLst>
        </pc:spChg>
        <pc:spChg chg="add mod">
          <ac:chgData name="Ummat, Shivi" userId="c9ac934f-fc13-4e5c-8ca4-2104f5fa597c" providerId="ADAL" clId="{13547488-DEA3-5A63-B5CE-F08934EB9119}" dt="2026-05-02T00:19:40.033" v="1426" actId="1076"/>
          <ac:spMkLst>
            <pc:docMk/>
            <pc:sldMk cId="2066152784" sldId="2147477760"/>
            <ac:spMk id="38" creationId="{CE0A4817-A35D-C5AE-96F9-A47C5DAD6B76}"/>
          </ac:spMkLst>
        </pc:spChg>
        <pc:spChg chg="mod">
          <ac:chgData name="Ummat, Shivi" userId="c9ac934f-fc13-4e5c-8ca4-2104f5fa597c" providerId="ADAL" clId="{13547488-DEA3-5A63-B5CE-F08934EB9119}" dt="2026-05-02T00:19:40.033" v="1426" actId="1076"/>
          <ac:spMkLst>
            <pc:docMk/>
            <pc:sldMk cId="2066152784" sldId="2147477760"/>
            <ac:spMk id="40" creationId="{D9CDA13D-9802-7F86-281E-5011DBF0A12E}"/>
          </ac:spMkLst>
        </pc:spChg>
        <pc:spChg chg="mod">
          <ac:chgData name="Ummat, Shivi" userId="c9ac934f-fc13-4e5c-8ca4-2104f5fa597c" providerId="ADAL" clId="{13547488-DEA3-5A63-B5CE-F08934EB9119}" dt="2026-05-02T00:19:40.033" v="1426" actId="1076"/>
          <ac:spMkLst>
            <pc:docMk/>
            <pc:sldMk cId="2066152784" sldId="2147477760"/>
            <ac:spMk id="41" creationId="{024E1C85-6E75-3470-8665-89E65BA80663}"/>
          </ac:spMkLst>
        </pc:spChg>
      </pc:sldChg>
      <pc:sldChg chg="addSp delSp modSp add mod">
        <pc:chgData name="Ummat, Shivi" userId="c9ac934f-fc13-4e5c-8ca4-2104f5fa597c" providerId="ADAL" clId="{13547488-DEA3-5A63-B5CE-F08934EB9119}" dt="2026-04-29T19:06:12.425" v="434" actId="1076"/>
        <pc:sldMkLst>
          <pc:docMk/>
          <pc:sldMk cId="2857778863" sldId="2147477761"/>
        </pc:sldMkLst>
        <pc:spChg chg="mod">
          <ac:chgData name="Ummat, Shivi" userId="c9ac934f-fc13-4e5c-8ca4-2104f5fa597c" providerId="ADAL" clId="{13547488-DEA3-5A63-B5CE-F08934EB9119}" dt="2026-04-29T17:33:55.043" v="386" actId="1076"/>
          <ac:spMkLst>
            <pc:docMk/>
            <pc:sldMk cId="2857778863" sldId="2147477761"/>
            <ac:spMk id="5" creationId="{4CA05250-F094-7225-F014-1BABE251014D}"/>
          </ac:spMkLst>
        </pc:spChg>
        <pc:spChg chg="add mod">
          <ac:chgData name="Ummat, Shivi" userId="c9ac934f-fc13-4e5c-8ca4-2104f5fa597c" providerId="ADAL" clId="{13547488-DEA3-5A63-B5CE-F08934EB9119}" dt="2026-04-27T07:02:08.809" v="176"/>
          <ac:spMkLst>
            <pc:docMk/>
            <pc:sldMk cId="2857778863" sldId="2147477761"/>
            <ac:spMk id="26" creationId="{4BDDD859-8F5B-9F6E-B44E-5344B842B7D5}"/>
          </ac:spMkLst>
        </pc:spChg>
        <pc:spChg chg="add mod">
          <ac:chgData name="Ummat, Shivi" userId="c9ac934f-fc13-4e5c-8ca4-2104f5fa597c" providerId="ADAL" clId="{13547488-DEA3-5A63-B5CE-F08934EB9119}" dt="2026-04-27T07:02:08.809" v="176"/>
          <ac:spMkLst>
            <pc:docMk/>
            <pc:sldMk cId="2857778863" sldId="2147477761"/>
            <ac:spMk id="27" creationId="{EAD2D9D3-E1CD-7FAB-6552-5D2A1053B76A}"/>
          </ac:spMkLst>
        </pc:spChg>
        <pc:spChg chg="add mod">
          <ac:chgData name="Ummat, Shivi" userId="c9ac934f-fc13-4e5c-8ca4-2104f5fa597c" providerId="ADAL" clId="{13547488-DEA3-5A63-B5CE-F08934EB9119}" dt="2026-04-27T07:09:51.242" v="241" actId="20577"/>
          <ac:spMkLst>
            <pc:docMk/>
            <pc:sldMk cId="2857778863" sldId="2147477761"/>
            <ac:spMk id="28" creationId="{9FE91323-D3BD-D6E7-414C-03CE857CCC79}"/>
          </ac:spMkLst>
        </pc:spChg>
        <pc:spChg chg="mod">
          <ac:chgData name="Ummat, Shivi" userId="c9ac934f-fc13-4e5c-8ca4-2104f5fa597c" providerId="ADAL" clId="{13547488-DEA3-5A63-B5CE-F08934EB9119}" dt="2026-04-29T19:06:08.270" v="433" actId="20577"/>
          <ac:spMkLst>
            <pc:docMk/>
            <pc:sldMk cId="2857778863" sldId="2147477761"/>
            <ac:spMk id="29" creationId="{5DD99EA8-EF97-6213-EBF3-BE57B3174072}"/>
          </ac:spMkLst>
        </pc:spChg>
        <pc:spChg chg="mod">
          <ac:chgData name="Ummat, Shivi" userId="c9ac934f-fc13-4e5c-8ca4-2104f5fa597c" providerId="ADAL" clId="{13547488-DEA3-5A63-B5CE-F08934EB9119}" dt="2026-04-29T19:06:12.425" v="434" actId="1076"/>
          <ac:spMkLst>
            <pc:docMk/>
            <pc:sldMk cId="2857778863" sldId="2147477761"/>
            <ac:spMk id="30" creationId="{2F9D8301-7384-6220-61B0-48ADE231A3BA}"/>
          </ac:spMkLst>
        </pc:spChg>
        <pc:spChg chg="add mod">
          <ac:chgData name="Ummat, Shivi" userId="c9ac934f-fc13-4e5c-8ca4-2104f5fa597c" providerId="ADAL" clId="{13547488-DEA3-5A63-B5CE-F08934EB9119}" dt="2026-04-27T07:02:08.809" v="176"/>
          <ac:spMkLst>
            <pc:docMk/>
            <pc:sldMk cId="2857778863" sldId="2147477761"/>
            <ac:spMk id="33" creationId="{6372D2A5-30A4-7B6F-0E9C-05437D4003BE}"/>
          </ac:spMkLst>
        </pc:spChg>
        <pc:spChg chg="add mod">
          <ac:chgData name="Ummat, Shivi" userId="c9ac934f-fc13-4e5c-8ca4-2104f5fa597c" providerId="ADAL" clId="{13547488-DEA3-5A63-B5CE-F08934EB9119}" dt="2026-04-27T07:02:08.809" v="176"/>
          <ac:spMkLst>
            <pc:docMk/>
            <pc:sldMk cId="2857778863" sldId="2147477761"/>
            <ac:spMk id="34" creationId="{7DDB8729-C27C-233B-AB0D-0E02762D1529}"/>
          </ac:spMkLst>
        </pc:spChg>
        <pc:spChg chg="add mod">
          <ac:chgData name="Ummat, Shivi" userId="c9ac934f-fc13-4e5c-8ca4-2104f5fa597c" providerId="ADAL" clId="{13547488-DEA3-5A63-B5CE-F08934EB9119}" dt="2026-04-27T07:02:08.809" v="176"/>
          <ac:spMkLst>
            <pc:docMk/>
            <pc:sldMk cId="2857778863" sldId="2147477761"/>
            <ac:spMk id="40" creationId="{0A75CAE0-6270-A6F6-8E4E-520D2B96E2C1}"/>
          </ac:spMkLst>
        </pc:spChg>
        <pc:spChg chg="add mod">
          <ac:chgData name="Ummat, Shivi" userId="c9ac934f-fc13-4e5c-8ca4-2104f5fa597c" providerId="ADAL" clId="{13547488-DEA3-5A63-B5CE-F08934EB9119}" dt="2026-04-27T07:02:08.809" v="176"/>
          <ac:spMkLst>
            <pc:docMk/>
            <pc:sldMk cId="2857778863" sldId="2147477761"/>
            <ac:spMk id="44" creationId="{5128DF15-D038-15C8-D691-8F36EFF4B859}"/>
          </ac:spMkLst>
        </pc:spChg>
        <pc:spChg chg="add mod">
          <ac:chgData name="Ummat, Shivi" userId="c9ac934f-fc13-4e5c-8ca4-2104f5fa597c" providerId="ADAL" clId="{13547488-DEA3-5A63-B5CE-F08934EB9119}" dt="2026-04-27T07:02:08.809" v="176"/>
          <ac:spMkLst>
            <pc:docMk/>
            <pc:sldMk cId="2857778863" sldId="2147477761"/>
            <ac:spMk id="47" creationId="{9C926F27-80E1-4102-D06C-D96231AB15D0}"/>
          </ac:spMkLst>
        </pc:spChg>
      </pc:sldChg>
      <pc:sldChg chg="addSp delSp modSp add mod">
        <pc:chgData name="Ummat, Shivi" userId="c9ac934f-fc13-4e5c-8ca4-2104f5fa597c" providerId="ADAL" clId="{13547488-DEA3-5A63-B5CE-F08934EB9119}" dt="2026-04-27T07:11:53.552" v="357" actId="20577"/>
        <pc:sldMkLst>
          <pc:docMk/>
          <pc:sldMk cId="105049516" sldId="2147477763"/>
        </pc:sldMkLst>
        <pc:spChg chg="add mod">
          <ac:chgData name="Ummat, Shivi" userId="c9ac934f-fc13-4e5c-8ca4-2104f5fa597c" providerId="ADAL" clId="{13547488-DEA3-5A63-B5CE-F08934EB9119}" dt="2026-04-27T07:02:43.867" v="180"/>
          <ac:spMkLst>
            <pc:docMk/>
            <pc:sldMk cId="105049516" sldId="2147477763"/>
            <ac:spMk id="46" creationId="{E399987C-E2ED-1990-CA12-8730AC78FC8E}"/>
          </ac:spMkLst>
        </pc:spChg>
        <pc:spChg chg="mod">
          <ac:chgData name="Ummat, Shivi" userId="c9ac934f-fc13-4e5c-8ca4-2104f5fa597c" providerId="ADAL" clId="{13547488-DEA3-5A63-B5CE-F08934EB9119}" dt="2026-04-27T07:11:38.729" v="349" actId="1076"/>
          <ac:spMkLst>
            <pc:docMk/>
            <pc:sldMk cId="105049516" sldId="2147477763"/>
            <ac:spMk id="47" creationId="{552BD76D-B269-150D-CEB8-524CF1CBEF7B}"/>
          </ac:spMkLst>
        </pc:spChg>
        <pc:spChg chg="add mod">
          <ac:chgData name="Ummat, Shivi" userId="c9ac934f-fc13-4e5c-8ca4-2104f5fa597c" providerId="ADAL" clId="{13547488-DEA3-5A63-B5CE-F08934EB9119}" dt="2026-04-27T07:11:31.516" v="347" actId="1076"/>
          <ac:spMkLst>
            <pc:docMk/>
            <pc:sldMk cId="105049516" sldId="2147477763"/>
            <ac:spMk id="48" creationId="{16DB4FE0-1BA1-C2C5-8423-A4646B097D69}"/>
          </ac:spMkLst>
        </pc:spChg>
        <pc:spChg chg="add mod">
          <ac:chgData name="Ummat, Shivi" userId="c9ac934f-fc13-4e5c-8ca4-2104f5fa597c" providerId="ADAL" clId="{13547488-DEA3-5A63-B5CE-F08934EB9119}" dt="2026-04-27T07:11:31.516" v="347" actId="1076"/>
          <ac:spMkLst>
            <pc:docMk/>
            <pc:sldMk cId="105049516" sldId="2147477763"/>
            <ac:spMk id="49" creationId="{68F991FB-DEC0-8718-1906-5BBA4B68A9D1}"/>
          </ac:spMkLst>
        </pc:spChg>
        <pc:spChg chg="mod">
          <ac:chgData name="Ummat, Shivi" userId="c9ac934f-fc13-4e5c-8ca4-2104f5fa597c" providerId="ADAL" clId="{13547488-DEA3-5A63-B5CE-F08934EB9119}" dt="2026-04-27T07:11:21.272" v="346" actId="1076"/>
          <ac:spMkLst>
            <pc:docMk/>
            <pc:sldMk cId="105049516" sldId="2147477763"/>
            <ac:spMk id="51" creationId="{9CDD3EAD-E252-06EA-8E62-EC9904E351E6}"/>
          </ac:spMkLst>
        </pc:spChg>
        <pc:spChg chg="add mod">
          <ac:chgData name="Ummat, Shivi" userId="c9ac934f-fc13-4e5c-8ca4-2104f5fa597c" providerId="ADAL" clId="{13547488-DEA3-5A63-B5CE-F08934EB9119}" dt="2026-04-27T07:11:31.516" v="347" actId="1076"/>
          <ac:spMkLst>
            <pc:docMk/>
            <pc:sldMk cId="105049516" sldId="2147477763"/>
            <ac:spMk id="52" creationId="{A99C2F46-1E01-F487-2A2A-B890EDDE4628}"/>
          </ac:spMkLst>
        </pc:spChg>
        <pc:spChg chg="add mod">
          <ac:chgData name="Ummat, Shivi" userId="c9ac934f-fc13-4e5c-8ca4-2104f5fa597c" providerId="ADAL" clId="{13547488-DEA3-5A63-B5CE-F08934EB9119}" dt="2026-04-27T07:11:31.516" v="347" actId="1076"/>
          <ac:spMkLst>
            <pc:docMk/>
            <pc:sldMk cId="105049516" sldId="2147477763"/>
            <ac:spMk id="53" creationId="{BD91859F-0A79-2CBF-409C-BFE7D1E43648}"/>
          </ac:spMkLst>
        </pc:spChg>
        <pc:spChg chg="mod">
          <ac:chgData name="Ummat, Shivi" userId="c9ac934f-fc13-4e5c-8ca4-2104f5fa597c" providerId="ADAL" clId="{13547488-DEA3-5A63-B5CE-F08934EB9119}" dt="2026-04-27T07:11:16.186" v="344" actId="1076"/>
          <ac:spMkLst>
            <pc:docMk/>
            <pc:sldMk cId="105049516" sldId="2147477763"/>
            <ac:spMk id="54" creationId="{EEAA9475-5CE6-8778-1441-73BB3E3325AC}"/>
          </ac:spMkLst>
        </pc:spChg>
        <pc:spChg chg="mod">
          <ac:chgData name="Ummat, Shivi" userId="c9ac934f-fc13-4e5c-8ca4-2104f5fa597c" providerId="ADAL" clId="{13547488-DEA3-5A63-B5CE-F08934EB9119}" dt="2026-04-27T07:11:53.552" v="357" actId="20577"/>
          <ac:spMkLst>
            <pc:docMk/>
            <pc:sldMk cId="105049516" sldId="2147477763"/>
            <ac:spMk id="57" creationId="{8D7BB2D4-D467-0698-730C-6AEC32E18D1F}"/>
          </ac:spMkLst>
        </pc:spChg>
        <pc:spChg chg="mod">
          <ac:chgData name="Ummat, Shivi" userId="c9ac934f-fc13-4e5c-8ca4-2104f5fa597c" providerId="ADAL" clId="{13547488-DEA3-5A63-B5CE-F08934EB9119}" dt="2026-04-27T07:11:31.516" v="347" actId="1076"/>
          <ac:spMkLst>
            <pc:docMk/>
            <pc:sldMk cId="105049516" sldId="2147477763"/>
            <ac:spMk id="58" creationId="{85C3B138-EB5A-0E9F-2389-2F144B27804E}"/>
          </ac:spMkLst>
        </pc:spChg>
        <pc:spChg chg="mod">
          <ac:chgData name="Ummat, Shivi" userId="c9ac934f-fc13-4e5c-8ca4-2104f5fa597c" providerId="ADAL" clId="{13547488-DEA3-5A63-B5CE-F08934EB9119}" dt="2026-04-27T07:11:21.272" v="346" actId="1076"/>
          <ac:spMkLst>
            <pc:docMk/>
            <pc:sldMk cId="105049516" sldId="2147477763"/>
            <ac:spMk id="59" creationId="{96B62E7A-7EA3-3584-DAC0-1F06D7075590}"/>
          </ac:spMkLst>
        </pc:spChg>
        <pc:spChg chg="add mod">
          <ac:chgData name="Ummat, Shivi" userId="c9ac934f-fc13-4e5c-8ca4-2104f5fa597c" providerId="ADAL" clId="{13547488-DEA3-5A63-B5CE-F08934EB9119}" dt="2026-04-27T07:11:31.516" v="347" actId="1076"/>
          <ac:spMkLst>
            <pc:docMk/>
            <pc:sldMk cId="105049516" sldId="2147477763"/>
            <ac:spMk id="62" creationId="{8AA586FA-47E9-9BD0-41C8-32906C906801}"/>
          </ac:spMkLst>
        </pc:spChg>
        <pc:spChg chg="add mod">
          <ac:chgData name="Ummat, Shivi" userId="c9ac934f-fc13-4e5c-8ca4-2104f5fa597c" providerId="ADAL" clId="{13547488-DEA3-5A63-B5CE-F08934EB9119}" dt="2026-04-27T07:11:31.516" v="347" actId="1076"/>
          <ac:spMkLst>
            <pc:docMk/>
            <pc:sldMk cId="105049516" sldId="2147477763"/>
            <ac:spMk id="63" creationId="{E3E16058-B01C-6409-7EEF-37C9F347133B}"/>
          </ac:spMkLst>
        </pc:spChg>
        <pc:spChg chg="add mod">
          <ac:chgData name="Ummat, Shivi" userId="c9ac934f-fc13-4e5c-8ca4-2104f5fa597c" providerId="ADAL" clId="{13547488-DEA3-5A63-B5CE-F08934EB9119}" dt="2026-04-27T07:11:31.516" v="347" actId="1076"/>
          <ac:spMkLst>
            <pc:docMk/>
            <pc:sldMk cId="105049516" sldId="2147477763"/>
            <ac:spMk id="64" creationId="{6646E988-F54F-373B-9926-EA3172AB97FF}"/>
          </ac:spMkLst>
        </pc:spChg>
        <pc:spChg chg="add mod">
          <ac:chgData name="Ummat, Shivi" userId="c9ac934f-fc13-4e5c-8ca4-2104f5fa597c" providerId="ADAL" clId="{13547488-DEA3-5A63-B5CE-F08934EB9119}" dt="2026-04-27T07:11:31.516" v="347" actId="1076"/>
          <ac:spMkLst>
            <pc:docMk/>
            <pc:sldMk cId="105049516" sldId="2147477763"/>
            <ac:spMk id="66" creationId="{D1A1B67F-2B3F-15CB-617C-4761667EBEA2}"/>
          </ac:spMkLst>
        </pc:spChg>
        <pc:spChg chg="add mod">
          <ac:chgData name="Ummat, Shivi" userId="c9ac934f-fc13-4e5c-8ca4-2104f5fa597c" providerId="ADAL" clId="{13547488-DEA3-5A63-B5CE-F08934EB9119}" dt="2026-04-27T07:11:31.516" v="347" actId="1076"/>
          <ac:spMkLst>
            <pc:docMk/>
            <pc:sldMk cId="105049516" sldId="2147477763"/>
            <ac:spMk id="67" creationId="{D60A9C81-2F94-765E-A94C-2894D18FAD01}"/>
          </ac:spMkLst>
        </pc:spChg>
      </pc:sldChg>
      <pc:sldChg chg="addSp delSp modSp add del mod">
        <pc:chgData name="Ummat, Shivi" userId="c9ac934f-fc13-4e5c-8ca4-2104f5fa597c" providerId="ADAL" clId="{13547488-DEA3-5A63-B5CE-F08934EB9119}" dt="2026-05-06T18:59:29.151" v="2659" actId="2696"/>
        <pc:sldMkLst>
          <pc:docMk/>
          <pc:sldMk cId="1896048833" sldId="2147477764"/>
        </pc:sldMkLst>
      </pc:sldChg>
      <pc:sldChg chg="addSp delSp modSp add mod">
        <pc:chgData name="Ummat, Shivi" userId="c9ac934f-fc13-4e5c-8ca4-2104f5fa597c" providerId="ADAL" clId="{13547488-DEA3-5A63-B5CE-F08934EB9119}" dt="2026-05-06T18:47:02.088" v="2469" actId="403"/>
        <pc:sldMkLst>
          <pc:docMk/>
          <pc:sldMk cId="2067823766" sldId="2147477765"/>
        </pc:sldMkLst>
        <pc:spChg chg="add mod">
          <ac:chgData name="Ummat, Shivi" userId="c9ac934f-fc13-4e5c-8ca4-2104f5fa597c" providerId="ADAL" clId="{13547488-DEA3-5A63-B5CE-F08934EB9119}" dt="2026-05-02T00:11:40.407" v="905"/>
          <ac:spMkLst>
            <pc:docMk/>
            <pc:sldMk cId="2067823766" sldId="2147477765"/>
            <ac:spMk id="2" creationId="{F951A9D9-CB7C-CBDB-EB6D-9D6C4D19DCEF}"/>
          </ac:spMkLst>
        </pc:spChg>
        <pc:spChg chg="add del mod">
          <ac:chgData name="Ummat, Shivi" userId="c9ac934f-fc13-4e5c-8ca4-2104f5fa597c" providerId="ADAL" clId="{13547488-DEA3-5A63-B5CE-F08934EB9119}" dt="2026-05-06T18:21:47.253" v="2081" actId="478"/>
          <ac:spMkLst>
            <pc:docMk/>
            <pc:sldMk cId="2067823766" sldId="2147477765"/>
            <ac:spMk id="3" creationId="{5C03D7EB-AD0A-AFCD-617A-408A33A931D5}"/>
          </ac:spMkLst>
        </pc:spChg>
        <pc:spChg chg="add mod">
          <ac:chgData name="Ummat, Shivi" userId="c9ac934f-fc13-4e5c-8ca4-2104f5fa597c" providerId="ADAL" clId="{13547488-DEA3-5A63-B5CE-F08934EB9119}" dt="2026-05-02T00:11:40.407" v="905"/>
          <ac:spMkLst>
            <pc:docMk/>
            <pc:sldMk cId="2067823766" sldId="2147477765"/>
            <ac:spMk id="4" creationId="{210D1A9F-EDCB-9445-A58D-CF6C7430BA08}"/>
          </ac:spMkLst>
        </pc:spChg>
        <pc:spChg chg="add mod">
          <ac:chgData name="Ummat, Shivi" userId="c9ac934f-fc13-4e5c-8ca4-2104f5fa597c" providerId="ADAL" clId="{13547488-DEA3-5A63-B5CE-F08934EB9119}" dt="2026-05-06T18:21:47.554" v="2082"/>
          <ac:spMkLst>
            <pc:docMk/>
            <pc:sldMk cId="2067823766" sldId="2147477765"/>
            <ac:spMk id="5" creationId="{26093633-E842-A6C0-5773-95D650D24205}"/>
          </ac:spMkLst>
        </pc:spChg>
        <pc:spChg chg="add mod">
          <ac:chgData name="Ummat, Shivi" userId="c9ac934f-fc13-4e5c-8ca4-2104f5fa597c" providerId="ADAL" clId="{13547488-DEA3-5A63-B5CE-F08934EB9119}" dt="2026-05-06T18:47:02.088" v="2469" actId="403"/>
          <ac:spMkLst>
            <pc:docMk/>
            <pc:sldMk cId="2067823766" sldId="2147477765"/>
            <ac:spMk id="7" creationId="{17B7DE35-47AE-05A0-98B5-134334561907}"/>
          </ac:spMkLst>
        </pc:spChg>
        <pc:spChg chg="add mod">
          <ac:chgData name="Ummat, Shivi" userId="c9ac934f-fc13-4e5c-8ca4-2104f5fa597c" providerId="ADAL" clId="{13547488-DEA3-5A63-B5CE-F08934EB9119}" dt="2026-05-02T00:11:40.407" v="905"/>
          <ac:spMkLst>
            <pc:docMk/>
            <pc:sldMk cId="2067823766" sldId="2147477765"/>
            <ac:spMk id="8" creationId="{A80F4A31-C909-DEB9-6284-05D396160171}"/>
          </ac:spMkLst>
        </pc:spChg>
        <pc:spChg chg="add mod">
          <ac:chgData name="Ummat, Shivi" userId="c9ac934f-fc13-4e5c-8ca4-2104f5fa597c" providerId="ADAL" clId="{13547488-DEA3-5A63-B5CE-F08934EB9119}" dt="2026-05-02T00:11:40.407" v="905"/>
          <ac:spMkLst>
            <pc:docMk/>
            <pc:sldMk cId="2067823766" sldId="2147477765"/>
            <ac:spMk id="10" creationId="{E49AAFE7-A419-3463-F049-AADFCFE21AE7}"/>
          </ac:spMkLst>
        </pc:spChg>
        <pc:spChg chg="mod">
          <ac:chgData name="Ummat, Shivi" userId="c9ac934f-fc13-4e5c-8ca4-2104f5fa597c" providerId="ADAL" clId="{13547488-DEA3-5A63-B5CE-F08934EB9119}" dt="2026-05-06T18:46:09.584" v="2459" actId="403"/>
          <ac:spMkLst>
            <pc:docMk/>
            <pc:sldMk cId="2067823766" sldId="2147477765"/>
            <ac:spMk id="11" creationId="{375A7580-F0FA-C2E1-516F-0E173CFFFCBE}"/>
          </ac:spMkLst>
        </pc:spChg>
        <pc:spChg chg="add mod">
          <ac:chgData name="Ummat, Shivi" userId="c9ac934f-fc13-4e5c-8ca4-2104f5fa597c" providerId="ADAL" clId="{13547488-DEA3-5A63-B5CE-F08934EB9119}" dt="2026-05-02T00:11:40.407" v="905"/>
          <ac:spMkLst>
            <pc:docMk/>
            <pc:sldMk cId="2067823766" sldId="2147477765"/>
            <ac:spMk id="12" creationId="{A57B5743-ABFD-AFCC-580A-A65E03013714}"/>
          </ac:spMkLst>
        </pc:spChg>
        <pc:spChg chg="add mod">
          <ac:chgData name="Ummat, Shivi" userId="c9ac934f-fc13-4e5c-8ca4-2104f5fa597c" providerId="ADAL" clId="{13547488-DEA3-5A63-B5CE-F08934EB9119}" dt="2026-05-02T00:11:40.407" v="905"/>
          <ac:spMkLst>
            <pc:docMk/>
            <pc:sldMk cId="2067823766" sldId="2147477765"/>
            <ac:spMk id="13" creationId="{D9B2960A-CFD6-F787-C6B8-E6633D5E4093}"/>
          </ac:spMkLst>
        </pc:spChg>
        <pc:spChg chg="add mod">
          <ac:chgData name="Ummat, Shivi" userId="c9ac934f-fc13-4e5c-8ca4-2104f5fa597c" providerId="ADAL" clId="{13547488-DEA3-5A63-B5CE-F08934EB9119}" dt="2026-05-02T00:11:40.407" v="905"/>
          <ac:spMkLst>
            <pc:docMk/>
            <pc:sldMk cId="2067823766" sldId="2147477765"/>
            <ac:spMk id="14" creationId="{D10E7621-1687-42D8-C3F9-B08D42CDEA5B}"/>
          </ac:spMkLst>
        </pc:spChg>
        <pc:spChg chg="add mod">
          <ac:chgData name="Ummat, Shivi" userId="c9ac934f-fc13-4e5c-8ca4-2104f5fa597c" providerId="ADAL" clId="{13547488-DEA3-5A63-B5CE-F08934EB9119}" dt="2026-05-02T00:24:03.668" v="1543" actId="20577"/>
          <ac:spMkLst>
            <pc:docMk/>
            <pc:sldMk cId="2067823766" sldId="2147477765"/>
            <ac:spMk id="16" creationId="{80AEE3F8-DF05-E5FE-F598-48D355A19C46}"/>
          </ac:spMkLst>
        </pc:spChg>
      </pc:sldChg>
      <pc:sldChg chg="addSp delSp modSp add mod">
        <pc:chgData name="Ummat, Shivi" userId="c9ac934f-fc13-4e5c-8ca4-2104f5fa597c" providerId="ADAL" clId="{13547488-DEA3-5A63-B5CE-F08934EB9119}" dt="2026-05-06T18:46:59.119" v="2468" actId="403"/>
        <pc:sldMkLst>
          <pc:docMk/>
          <pc:sldMk cId="3985441561" sldId="2147477766"/>
        </pc:sldMkLst>
        <pc:spChg chg="add mod">
          <ac:chgData name="Ummat, Shivi" userId="c9ac934f-fc13-4e5c-8ca4-2104f5fa597c" providerId="ADAL" clId="{13547488-DEA3-5A63-B5CE-F08934EB9119}" dt="2026-05-02T00:12:35.637" v="949"/>
          <ac:spMkLst>
            <pc:docMk/>
            <pc:sldMk cId="3985441561" sldId="2147477766"/>
            <ac:spMk id="2" creationId="{8DEB3C85-371B-6F74-ABAB-5DF325342210}"/>
          </ac:spMkLst>
        </pc:spChg>
        <pc:spChg chg="add mod">
          <ac:chgData name="Ummat, Shivi" userId="c9ac934f-fc13-4e5c-8ca4-2104f5fa597c" providerId="ADAL" clId="{13547488-DEA3-5A63-B5CE-F08934EB9119}" dt="2026-05-06T18:21:56.862" v="2084"/>
          <ac:spMkLst>
            <pc:docMk/>
            <pc:sldMk cId="3985441561" sldId="2147477766"/>
            <ac:spMk id="3" creationId="{180D5E44-5ECD-3A71-22A8-017B53EC185B}"/>
          </ac:spMkLst>
        </pc:spChg>
        <pc:spChg chg="del">
          <ac:chgData name="Ummat, Shivi" userId="c9ac934f-fc13-4e5c-8ca4-2104f5fa597c" providerId="ADAL" clId="{13547488-DEA3-5A63-B5CE-F08934EB9119}" dt="2026-05-06T18:21:58.159" v="2085" actId="478"/>
          <ac:spMkLst>
            <pc:docMk/>
            <pc:sldMk cId="3985441561" sldId="2147477766"/>
            <ac:spMk id="4" creationId="{6D15A1EA-284C-046C-10DF-1CC26252D196}"/>
          </ac:spMkLst>
        </pc:spChg>
        <pc:spChg chg="add mod">
          <ac:chgData name="Ummat, Shivi" userId="c9ac934f-fc13-4e5c-8ca4-2104f5fa597c" providerId="ADAL" clId="{13547488-DEA3-5A63-B5CE-F08934EB9119}" dt="2026-05-06T18:21:58.608" v="2086"/>
          <ac:spMkLst>
            <pc:docMk/>
            <pc:sldMk cId="3985441561" sldId="2147477766"/>
            <ac:spMk id="5" creationId="{495E5AB4-842E-2EF2-D0C1-9B658E11A1DC}"/>
          </ac:spMkLst>
        </pc:spChg>
        <pc:spChg chg="add mod">
          <ac:chgData name="Ummat, Shivi" userId="c9ac934f-fc13-4e5c-8ca4-2104f5fa597c" providerId="ADAL" clId="{13547488-DEA3-5A63-B5CE-F08934EB9119}" dt="2026-05-02T00:12:35.637" v="949"/>
          <ac:spMkLst>
            <pc:docMk/>
            <pc:sldMk cId="3985441561" sldId="2147477766"/>
            <ac:spMk id="7" creationId="{C046A58E-58C5-F931-E434-F78B9CDF1887}"/>
          </ac:spMkLst>
        </pc:spChg>
        <pc:spChg chg="add mod">
          <ac:chgData name="Ummat, Shivi" userId="c9ac934f-fc13-4e5c-8ca4-2104f5fa597c" providerId="ADAL" clId="{13547488-DEA3-5A63-B5CE-F08934EB9119}" dt="2026-05-06T18:46:59.119" v="2468" actId="403"/>
          <ac:spMkLst>
            <pc:docMk/>
            <pc:sldMk cId="3985441561" sldId="2147477766"/>
            <ac:spMk id="8" creationId="{5E9F74E7-8ED9-36FD-A05B-0C5D0D20B884}"/>
          </ac:spMkLst>
        </pc:spChg>
        <pc:spChg chg="add mod">
          <ac:chgData name="Ummat, Shivi" userId="c9ac934f-fc13-4e5c-8ca4-2104f5fa597c" providerId="ADAL" clId="{13547488-DEA3-5A63-B5CE-F08934EB9119}" dt="2026-05-02T00:12:35.637" v="949"/>
          <ac:spMkLst>
            <pc:docMk/>
            <pc:sldMk cId="3985441561" sldId="2147477766"/>
            <ac:spMk id="9" creationId="{8E1B5FB8-A677-67D4-1A99-91B5EEBCDE5E}"/>
          </ac:spMkLst>
        </pc:spChg>
        <pc:spChg chg="add mod">
          <ac:chgData name="Ummat, Shivi" userId="c9ac934f-fc13-4e5c-8ca4-2104f5fa597c" providerId="ADAL" clId="{13547488-DEA3-5A63-B5CE-F08934EB9119}" dt="2026-05-02T00:12:35.637" v="949"/>
          <ac:spMkLst>
            <pc:docMk/>
            <pc:sldMk cId="3985441561" sldId="2147477766"/>
            <ac:spMk id="10" creationId="{36C98172-EA40-AC72-97A7-81AC72805939}"/>
          </ac:spMkLst>
        </pc:spChg>
        <pc:spChg chg="add mod">
          <ac:chgData name="Ummat, Shivi" userId="c9ac934f-fc13-4e5c-8ca4-2104f5fa597c" providerId="ADAL" clId="{13547488-DEA3-5A63-B5CE-F08934EB9119}" dt="2026-05-02T00:12:35.637" v="949"/>
          <ac:spMkLst>
            <pc:docMk/>
            <pc:sldMk cId="3985441561" sldId="2147477766"/>
            <ac:spMk id="11" creationId="{512A3FFC-AD32-8FCA-028F-08CFF13BE334}"/>
          </ac:spMkLst>
        </pc:spChg>
        <pc:spChg chg="add mod">
          <ac:chgData name="Ummat, Shivi" userId="c9ac934f-fc13-4e5c-8ca4-2104f5fa597c" providerId="ADAL" clId="{13547488-DEA3-5A63-B5CE-F08934EB9119}" dt="2026-05-06T18:46:12.452" v="2460" actId="403"/>
          <ac:spMkLst>
            <pc:docMk/>
            <pc:sldMk cId="3985441561" sldId="2147477766"/>
            <ac:spMk id="12" creationId="{D3CABDF2-2153-A209-749E-67FD11A875FA}"/>
          </ac:spMkLst>
        </pc:spChg>
        <pc:spChg chg="add mod">
          <ac:chgData name="Ummat, Shivi" userId="c9ac934f-fc13-4e5c-8ca4-2104f5fa597c" providerId="ADAL" clId="{13547488-DEA3-5A63-B5CE-F08934EB9119}" dt="2026-05-02T00:12:35.637" v="949"/>
          <ac:spMkLst>
            <pc:docMk/>
            <pc:sldMk cId="3985441561" sldId="2147477766"/>
            <ac:spMk id="13" creationId="{1F1B4AF0-250A-C3FF-7E5D-8F2E2B9D7524}"/>
          </ac:spMkLst>
        </pc:spChg>
        <pc:spChg chg="add mod">
          <ac:chgData name="Ummat, Shivi" userId="c9ac934f-fc13-4e5c-8ca4-2104f5fa597c" providerId="ADAL" clId="{13547488-DEA3-5A63-B5CE-F08934EB9119}" dt="2026-05-02T00:12:35.637" v="949"/>
          <ac:spMkLst>
            <pc:docMk/>
            <pc:sldMk cId="3985441561" sldId="2147477766"/>
            <ac:spMk id="15" creationId="{4A6911DB-0124-B834-0A3F-CF97D873743F}"/>
          </ac:spMkLst>
        </pc:spChg>
        <pc:spChg chg="add mod">
          <ac:chgData name="Ummat, Shivi" userId="c9ac934f-fc13-4e5c-8ca4-2104f5fa597c" providerId="ADAL" clId="{13547488-DEA3-5A63-B5CE-F08934EB9119}" dt="2026-05-02T00:12:35.637" v="949"/>
          <ac:spMkLst>
            <pc:docMk/>
            <pc:sldMk cId="3985441561" sldId="2147477766"/>
            <ac:spMk id="16" creationId="{D0C87993-13BB-7A95-09A5-F9CC2564DC48}"/>
          </ac:spMkLst>
        </pc:spChg>
        <pc:spChg chg="mod">
          <ac:chgData name="Ummat, Shivi" userId="c9ac934f-fc13-4e5c-8ca4-2104f5fa597c" providerId="ADAL" clId="{13547488-DEA3-5A63-B5CE-F08934EB9119}" dt="2026-05-02T00:24:50.714" v="1714" actId="20577"/>
          <ac:spMkLst>
            <pc:docMk/>
            <pc:sldMk cId="3985441561" sldId="2147477766"/>
            <ac:spMk id="17" creationId="{35EB9895-E4DD-A60C-1027-69994FDF2185}"/>
          </ac:spMkLst>
        </pc:spChg>
      </pc:sldChg>
      <pc:sldChg chg="addSp delSp modSp add mod">
        <pc:chgData name="Ummat, Shivi" userId="c9ac934f-fc13-4e5c-8ca4-2104f5fa597c" providerId="ADAL" clId="{13547488-DEA3-5A63-B5CE-F08934EB9119}" dt="2026-05-06T18:46:53.989" v="2467" actId="403"/>
        <pc:sldMkLst>
          <pc:docMk/>
          <pc:sldMk cId="781084153" sldId="2147477767"/>
        </pc:sldMkLst>
        <pc:spChg chg="add mod">
          <ac:chgData name="Ummat, Shivi" userId="c9ac934f-fc13-4e5c-8ca4-2104f5fa597c" providerId="ADAL" clId="{13547488-DEA3-5A63-B5CE-F08934EB9119}" dt="2026-05-06T18:22:11.092" v="2089"/>
          <ac:spMkLst>
            <pc:docMk/>
            <pc:sldMk cId="781084153" sldId="2147477767"/>
            <ac:spMk id="3" creationId="{2A2AAA44-CD23-93BF-6C98-CC8564CA86B4}"/>
          </ac:spMkLst>
        </pc:spChg>
        <pc:spChg chg="add del mod">
          <ac:chgData name="Ummat, Shivi" userId="c9ac934f-fc13-4e5c-8ca4-2104f5fa597c" providerId="ADAL" clId="{13547488-DEA3-5A63-B5CE-F08934EB9119}" dt="2026-05-06T18:22:10.665" v="2088" actId="478"/>
          <ac:spMkLst>
            <pc:docMk/>
            <pc:sldMk cId="781084153" sldId="2147477767"/>
            <ac:spMk id="4" creationId="{E5DBAD82-6DFF-38C0-4F91-BED4EB0E0CAF}"/>
          </ac:spMkLst>
        </pc:spChg>
        <pc:spChg chg="add mod">
          <ac:chgData name="Ummat, Shivi" userId="c9ac934f-fc13-4e5c-8ca4-2104f5fa597c" providerId="ADAL" clId="{13547488-DEA3-5A63-B5CE-F08934EB9119}" dt="2026-05-02T00:13:37.820" v="996"/>
          <ac:spMkLst>
            <pc:docMk/>
            <pc:sldMk cId="781084153" sldId="2147477767"/>
            <ac:spMk id="7" creationId="{7F2FC85C-EE4F-1BCB-C2B9-4C66271AB3BC}"/>
          </ac:spMkLst>
        </pc:spChg>
        <pc:spChg chg="add mod">
          <ac:chgData name="Ummat, Shivi" userId="c9ac934f-fc13-4e5c-8ca4-2104f5fa597c" providerId="ADAL" clId="{13547488-DEA3-5A63-B5CE-F08934EB9119}" dt="2026-05-06T18:46:53.989" v="2467" actId="403"/>
          <ac:spMkLst>
            <pc:docMk/>
            <pc:sldMk cId="781084153" sldId="2147477767"/>
            <ac:spMk id="8" creationId="{078768BA-7395-CBFA-AF7A-77FFE747E68F}"/>
          </ac:spMkLst>
        </pc:spChg>
        <pc:spChg chg="add mod">
          <ac:chgData name="Ummat, Shivi" userId="c9ac934f-fc13-4e5c-8ca4-2104f5fa597c" providerId="ADAL" clId="{13547488-DEA3-5A63-B5CE-F08934EB9119}" dt="2026-05-02T00:13:37.820" v="996"/>
          <ac:spMkLst>
            <pc:docMk/>
            <pc:sldMk cId="781084153" sldId="2147477767"/>
            <ac:spMk id="9" creationId="{27C7D9E5-597A-02E4-FC8F-D534989FBC6E}"/>
          </ac:spMkLst>
        </pc:spChg>
        <pc:spChg chg="add mod">
          <ac:chgData name="Ummat, Shivi" userId="c9ac934f-fc13-4e5c-8ca4-2104f5fa597c" providerId="ADAL" clId="{13547488-DEA3-5A63-B5CE-F08934EB9119}" dt="2026-05-02T00:13:37.820" v="996"/>
          <ac:spMkLst>
            <pc:docMk/>
            <pc:sldMk cId="781084153" sldId="2147477767"/>
            <ac:spMk id="10" creationId="{750FB89F-163A-D09E-5559-F7DFEF6D37DB}"/>
          </ac:spMkLst>
        </pc:spChg>
        <pc:spChg chg="add mod">
          <ac:chgData name="Ummat, Shivi" userId="c9ac934f-fc13-4e5c-8ca4-2104f5fa597c" providerId="ADAL" clId="{13547488-DEA3-5A63-B5CE-F08934EB9119}" dt="2026-05-02T00:13:37.820" v="996"/>
          <ac:spMkLst>
            <pc:docMk/>
            <pc:sldMk cId="781084153" sldId="2147477767"/>
            <ac:spMk id="11" creationId="{6A677457-67A9-4ECC-37DD-13AE76009323}"/>
          </ac:spMkLst>
        </pc:spChg>
        <pc:spChg chg="add mod">
          <ac:chgData name="Ummat, Shivi" userId="c9ac934f-fc13-4e5c-8ca4-2104f5fa597c" providerId="ADAL" clId="{13547488-DEA3-5A63-B5CE-F08934EB9119}" dt="2026-05-06T18:46:21.367" v="2463" actId="403"/>
          <ac:spMkLst>
            <pc:docMk/>
            <pc:sldMk cId="781084153" sldId="2147477767"/>
            <ac:spMk id="12" creationId="{15517E24-7D99-E1F6-9127-1B089C94CBDD}"/>
          </ac:spMkLst>
        </pc:spChg>
        <pc:spChg chg="add mod">
          <ac:chgData name="Ummat, Shivi" userId="c9ac934f-fc13-4e5c-8ca4-2104f5fa597c" providerId="ADAL" clId="{13547488-DEA3-5A63-B5CE-F08934EB9119}" dt="2026-05-02T00:13:37.820" v="996"/>
          <ac:spMkLst>
            <pc:docMk/>
            <pc:sldMk cId="781084153" sldId="2147477767"/>
            <ac:spMk id="13" creationId="{64C60FE8-1415-5AFB-46BB-033846D24F3E}"/>
          </ac:spMkLst>
        </pc:spChg>
        <pc:spChg chg="add mod">
          <ac:chgData name="Ummat, Shivi" userId="c9ac934f-fc13-4e5c-8ca4-2104f5fa597c" providerId="ADAL" clId="{13547488-DEA3-5A63-B5CE-F08934EB9119}" dt="2026-05-02T00:13:37.820" v="996"/>
          <ac:spMkLst>
            <pc:docMk/>
            <pc:sldMk cId="781084153" sldId="2147477767"/>
            <ac:spMk id="14" creationId="{87A9816D-D8EF-4008-AC57-CD7ACE1EC7F6}"/>
          </ac:spMkLst>
        </pc:spChg>
        <pc:spChg chg="add mod">
          <ac:chgData name="Ummat, Shivi" userId="c9ac934f-fc13-4e5c-8ca4-2104f5fa597c" providerId="ADAL" clId="{13547488-DEA3-5A63-B5CE-F08934EB9119}" dt="2026-05-02T00:13:37.820" v="996"/>
          <ac:spMkLst>
            <pc:docMk/>
            <pc:sldMk cId="781084153" sldId="2147477767"/>
            <ac:spMk id="16" creationId="{1B723F97-CE89-D499-483B-86BE65077964}"/>
          </ac:spMkLst>
        </pc:spChg>
        <pc:spChg chg="mod">
          <ac:chgData name="Ummat, Shivi" userId="c9ac934f-fc13-4e5c-8ca4-2104f5fa597c" providerId="ADAL" clId="{13547488-DEA3-5A63-B5CE-F08934EB9119}" dt="2026-05-02T00:26:47.893" v="1850" actId="20577"/>
          <ac:spMkLst>
            <pc:docMk/>
            <pc:sldMk cId="781084153" sldId="2147477767"/>
            <ac:spMk id="17" creationId="{9A07F9B6-EDF2-9095-5649-72CCEC060E0A}"/>
          </ac:spMkLst>
        </pc:spChg>
      </pc:sldChg>
      <pc:sldChg chg="addSp delSp modSp add mod">
        <pc:chgData name="Ummat, Shivi" userId="c9ac934f-fc13-4e5c-8ca4-2104f5fa597c" providerId="ADAL" clId="{13547488-DEA3-5A63-B5CE-F08934EB9119}" dt="2026-05-06T18:46:36.315" v="2466" actId="404"/>
        <pc:sldMkLst>
          <pc:docMk/>
          <pc:sldMk cId="394130933" sldId="2147477768"/>
        </pc:sldMkLst>
        <pc:spChg chg="add del mod">
          <ac:chgData name="Ummat, Shivi" userId="c9ac934f-fc13-4e5c-8ca4-2104f5fa597c" providerId="ADAL" clId="{13547488-DEA3-5A63-B5CE-F08934EB9119}" dt="2026-05-06T18:15:48.099" v="2076" actId="20577"/>
          <ac:spMkLst>
            <pc:docMk/>
            <pc:sldMk cId="394130933" sldId="2147477768"/>
            <ac:spMk id="3" creationId="{F16A63C9-B887-04B4-E97B-785E8868D078}"/>
          </ac:spMkLst>
        </pc:spChg>
        <pc:spChg chg="add mod">
          <ac:chgData name="Ummat, Shivi" userId="c9ac934f-fc13-4e5c-8ca4-2104f5fa597c" providerId="ADAL" clId="{13547488-DEA3-5A63-B5CE-F08934EB9119}" dt="2026-05-06T18:15:30.958" v="2040"/>
          <ac:spMkLst>
            <pc:docMk/>
            <pc:sldMk cId="394130933" sldId="2147477768"/>
            <ac:spMk id="5" creationId="{BD29941A-D0F9-F469-A396-F3EF974103C7}"/>
          </ac:spMkLst>
        </pc:spChg>
        <pc:spChg chg="add mod">
          <ac:chgData name="Ummat, Shivi" userId="c9ac934f-fc13-4e5c-8ca4-2104f5fa597c" providerId="ADAL" clId="{13547488-DEA3-5A63-B5CE-F08934EB9119}" dt="2026-05-06T18:15:30.958" v="2040"/>
          <ac:spMkLst>
            <pc:docMk/>
            <pc:sldMk cId="394130933" sldId="2147477768"/>
            <ac:spMk id="7" creationId="{782C601B-2BA4-9100-86FB-64F593810821}"/>
          </ac:spMkLst>
        </pc:spChg>
        <pc:spChg chg="mod">
          <ac:chgData name="Ummat, Shivi" userId="c9ac934f-fc13-4e5c-8ca4-2104f5fa597c" providerId="ADAL" clId="{13547488-DEA3-5A63-B5CE-F08934EB9119}" dt="2026-05-06T18:46:36.315" v="2466" actId="404"/>
          <ac:spMkLst>
            <pc:docMk/>
            <pc:sldMk cId="394130933" sldId="2147477768"/>
            <ac:spMk id="10" creationId="{8D0CCD15-E2D3-04B4-DBB2-39D66983DAB1}"/>
          </ac:spMkLst>
        </pc:spChg>
        <pc:spChg chg="add mod">
          <ac:chgData name="Ummat, Shivi" userId="c9ac934f-fc13-4e5c-8ca4-2104f5fa597c" providerId="ADAL" clId="{13547488-DEA3-5A63-B5CE-F08934EB9119}" dt="2026-05-06T18:15:30.958" v="2040"/>
          <ac:spMkLst>
            <pc:docMk/>
            <pc:sldMk cId="394130933" sldId="2147477768"/>
            <ac:spMk id="11" creationId="{F925DE2C-CE8B-4E93-1B24-19BAAF4967DC}"/>
          </ac:spMkLst>
        </pc:spChg>
        <pc:spChg chg="mod">
          <ac:chgData name="Ummat, Shivi" userId="c9ac934f-fc13-4e5c-8ca4-2104f5fa597c" providerId="ADAL" clId="{13547488-DEA3-5A63-B5CE-F08934EB9119}" dt="2026-05-06T18:46:36.315" v="2466" actId="404"/>
          <ac:spMkLst>
            <pc:docMk/>
            <pc:sldMk cId="394130933" sldId="2147477768"/>
            <ac:spMk id="18" creationId="{39DDABCB-C2A9-0EC1-0FD4-BD839D5F4F78}"/>
          </ac:spMkLst>
        </pc:spChg>
        <pc:spChg chg="add mod">
          <ac:chgData name="Ummat, Shivi" userId="c9ac934f-fc13-4e5c-8ca4-2104f5fa597c" providerId="ADAL" clId="{13547488-DEA3-5A63-B5CE-F08934EB9119}" dt="2026-05-06T18:15:30.958" v="2040"/>
          <ac:spMkLst>
            <pc:docMk/>
            <pc:sldMk cId="394130933" sldId="2147477768"/>
            <ac:spMk id="20" creationId="{7DA43E1E-6989-83CA-E6AC-0FFE2C409BC2}"/>
          </ac:spMkLst>
        </pc:spChg>
        <pc:spChg chg="add mod">
          <ac:chgData name="Ummat, Shivi" userId="c9ac934f-fc13-4e5c-8ca4-2104f5fa597c" providerId="ADAL" clId="{13547488-DEA3-5A63-B5CE-F08934EB9119}" dt="2026-05-06T18:15:30.958" v="2040"/>
          <ac:spMkLst>
            <pc:docMk/>
            <pc:sldMk cId="394130933" sldId="2147477768"/>
            <ac:spMk id="23" creationId="{472D32FC-9E39-AA30-D3BF-1DFB79E504F7}"/>
          </ac:spMkLst>
        </pc:spChg>
        <pc:spChg chg="mod">
          <ac:chgData name="Ummat, Shivi" userId="c9ac934f-fc13-4e5c-8ca4-2104f5fa597c" providerId="ADAL" clId="{13547488-DEA3-5A63-B5CE-F08934EB9119}" dt="2026-05-06T18:46:36.315" v="2466" actId="404"/>
          <ac:spMkLst>
            <pc:docMk/>
            <pc:sldMk cId="394130933" sldId="2147477768"/>
            <ac:spMk id="27" creationId="{06EDF7C5-C213-8FBA-2038-D36EBB94E3AB}"/>
          </ac:spMkLst>
        </pc:spChg>
        <pc:spChg chg="mod">
          <ac:chgData name="Ummat, Shivi" userId="c9ac934f-fc13-4e5c-8ca4-2104f5fa597c" providerId="ADAL" clId="{13547488-DEA3-5A63-B5CE-F08934EB9119}" dt="2026-05-06T18:46:36.315" v="2466" actId="404"/>
          <ac:spMkLst>
            <pc:docMk/>
            <pc:sldMk cId="394130933" sldId="2147477768"/>
            <ac:spMk id="30" creationId="{8E26149B-B622-DDE9-49B6-1ED30C02DA7E}"/>
          </ac:spMkLst>
        </pc:spChg>
        <pc:spChg chg="add mod">
          <ac:chgData name="Ummat, Shivi" userId="c9ac934f-fc13-4e5c-8ca4-2104f5fa597c" providerId="ADAL" clId="{13547488-DEA3-5A63-B5CE-F08934EB9119}" dt="2026-05-06T18:15:30.958" v="2040"/>
          <ac:spMkLst>
            <pc:docMk/>
            <pc:sldMk cId="394130933" sldId="2147477768"/>
            <ac:spMk id="31" creationId="{ABE37464-986E-6F9F-6E5E-4AE8296225A3}"/>
          </ac:spMkLst>
        </pc:spChg>
        <pc:spChg chg="add mod">
          <ac:chgData name="Ummat, Shivi" userId="c9ac934f-fc13-4e5c-8ca4-2104f5fa597c" providerId="ADAL" clId="{13547488-DEA3-5A63-B5CE-F08934EB9119}" dt="2026-05-06T18:15:30.958" v="2040"/>
          <ac:spMkLst>
            <pc:docMk/>
            <pc:sldMk cId="394130933" sldId="2147477768"/>
            <ac:spMk id="35" creationId="{BEB86F7E-1ABA-C425-E271-E918F8CD6F47}"/>
          </ac:spMkLst>
        </pc:spChg>
        <pc:spChg chg="del">
          <ac:chgData name="Ummat, Shivi" userId="c9ac934f-fc13-4e5c-8ca4-2104f5fa597c" providerId="ADAL" clId="{13547488-DEA3-5A63-B5CE-F08934EB9119}" dt="2026-05-06T18:15:30.405" v="2039" actId="478"/>
          <ac:spMkLst>
            <pc:docMk/>
            <pc:sldMk cId="394130933" sldId="2147477768"/>
            <ac:spMk id="40" creationId="{9B253D4F-D753-3AB1-B12E-CDBEAB93C4D7}"/>
          </ac:spMkLst>
        </pc:spChg>
        <pc:spChg chg="add del mod">
          <ac:chgData name="Ummat, Shivi" userId="c9ac934f-fc13-4e5c-8ca4-2104f5fa597c" providerId="ADAL" clId="{13547488-DEA3-5A63-B5CE-F08934EB9119}" dt="2026-05-06T18:15:30.405" v="2039" actId="478"/>
          <ac:spMkLst>
            <pc:docMk/>
            <pc:sldMk cId="394130933" sldId="2147477768"/>
            <ac:spMk id="44" creationId="{363411B6-C3E0-10B8-157A-93979A5D0A21}"/>
          </ac:spMkLst>
        </pc:spChg>
        <pc:spChg chg="del">
          <ac:chgData name="Ummat, Shivi" userId="c9ac934f-fc13-4e5c-8ca4-2104f5fa597c" providerId="ADAL" clId="{13547488-DEA3-5A63-B5CE-F08934EB9119}" dt="2026-05-06T18:15:30.405" v="2039" actId="478"/>
          <ac:spMkLst>
            <pc:docMk/>
            <pc:sldMk cId="394130933" sldId="2147477768"/>
            <ac:spMk id="46" creationId="{776BA545-32E9-F660-232D-D097BC406098}"/>
          </ac:spMkLst>
        </pc:spChg>
        <pc:spChg chg="del">
          <ac:chgData name="Ummat, Shivi" userId="c9ac934f-fc13-4e5c-8ca4-2104f5fa597c" providerId="ADAL" clId="{13547488-DEA3-5A63-B5CE-F08934EB9119}" dt="2026-05-06T18:15:30.405" v="2039" actId="478"/>
          <ac:spMkLst>
            <pc:docMk/>
            <pc:sldMk cId="394130933" sldId="2147477768"/>
            <ac:spMk id="47" creationId="{3F19E729-8B56-99A1-B8E6-CDE5BADB0CBD}"/>
          </ac:spMkLst>
        </pc:spChg>
        <pc:spChg chg="del">
          <ac:chgData name="Ummat, Shivi" userId="c9ac934f-fc13-4e5c-8ca4-2104f5fa597c" providerId="ADAL" clId="{13547488-DEA3-5A63-B5CE-F08934EB9119}" dt="2026-05-06T18:15:30.405" v="2039" actId="478"/>
          <ac:spMkLst>
            <pc:docMk/>
            <pc:sldMk cId="394130933" sldId="2147477768"/>
            <ac:spMk id="48" creationId="{F94ACEAC-72A4-45BD-6136-4C650AB23937}"/>
          </ac:spMkLst>
        </pc:spChg>
        <pc:spChg chg="del">
          <ac:chgData name="Ummat, Shivi" userId="c9ac934f-fc13-4e5c-8ca4-2104f5fa597c" providerId="ADAL" clId="{13547488-DEA3-5A63-B5CE-F08934EB9119}" dt="2026-05-06T18:15:30.405" v="2039" actId="478"/>
          <ac:spMkLst>
            <pc:docMk/>
            <pc:sldMk cId="394130933" sldId="2147477768"/>
            <ac:spMk id="55" creationId="{A33CC972-52AF-14E7-2E67-508933FD66A7}"/>
          </ac:spMkLst>
        </pc:spChg>
        <pc:spChg chg="add mod">
          <ac:chgData name="Ummat, Shivi" userId="c9ac934f-fc13-4e5c-8ca4-2104f5fa597c" providerId="ADAL" clId="{13547488-DEA3-5A63-B5CE-F08934EB9119}" dt="2026-05-06T18:46:36.315" v="2466" actId="404"/>
          <ac:spMkLst>
            <pc:docMk/>
            <pc:sldMk cId="394130933" sldId="2147477768"/>
            <ac:spMk id="62" creationId="{D8ED5DDF-E330-8E21-888A-73F0A07A2CAA}"/>
          </ac:spMkLst>
        </pc:spChg>
        <pc:spChg chg="mod">
          <ac:chgData name="Ummat, Shivi" userId="c9ac934f-fc13-4e5c-8ca4-2104f5fa597c" providerId="ADAL" clId="{13547488-DEA3-5A63-B5CE-F08934EB9119}" dt="2026-05-06T18:46:36.315" v="2466" actId="404"/>
          <ac:spMkLst>
            <pc:docMk/>
            <pc:sldMk cId="394130933" sldId="2147477768"/>
            <ac:spMk id="63" creationId="{E385C582-355F-3FA2-CE81-FA8931ACFFE7}"/>
          </ac:spMkLst>
        </pc:spChg>
        <pc:spChg chg="add mod">
          <ac:chgData name="Ummat, Shivi" userId="c9ac934f-fc13-4e5c-8ca4-2104f5fa597c" providerId="ADAL" clId="{13547488-DEA3-5A63-B5CE-F08934EB9119}" dt="2026-05-06T18:15:30.958" v="2040"/>
          <ac:spMkLst>
            <pc:docMk/>
            <pc:sldMk cId="394130933" sldId="2147477768"/>
            <ac:spMk id="65" creationId="{DDF4D2CE-0B4A-88E8-1ECD-72ED408E22C3}"/>
          </ac:spMkLst>
        </pc:spChg>
        <pc:spChg chg="mod">
          <ac:chgData name="Ummat, Shivi" userId="c9ac934f-fc13-4e5c-8ca4-2104f5fa597c" providerId="ADAL" clId="{13547488-DEA3-5A63-B5CE-F08934EB9119}" dt="2026-05-06T18:46:36.315" v="2466" actId="404"/>
          <ac:spMkLst>
            <pc:docMk/>
            <pc:sldMk cId="394130933" sldId="2147477768"/>
            <ac:spMk id="67" creationId="{EF861275-7B35-F464-0455-B3B8CBB80D40}"/>
          </ac:spMkLst>
        </pc:spChg>
        <pc:spChg chg="add mod">
          <ac:chgData name="Ummat, Shivi" userId="c9ac934f-fc13-4e5c-8ca4-2104f5fa597c" providerId="ADAL" clId="{13547488-DEA3-5A63-B5CE-F08934EB9119}" dt="2026-05-06T18:15:30.958" v="2040"/>
          <ac:spMkLst>
            <pc:docMk/>
            <pc:sldMk cId="394130933" sldId="2147477768"/>
            <ac:spMk id="68" creationId="{8CF9DA0F-A81B-20AF-8B3E-227A00107A0E}"/>
          </ac:spMkLst>
        </pc:spChg>
        <pc:spChg chg="mod">
          <ac:chgData name="Ummat, Shivi" userId="c9ac934f-fc13-4e5c-8ca4-2104f5fa597c" providerId="ADAL" clId="{13547488-DEA3-5A63-B5CE-F08934EB9119}" dt="2026-05-06T18:46:36.315" v="2466" actId="404"/>
          <ac:spMkLst>
            <pc:docMk/>
            <pc:sldMk cId="394130933" sldId="2147477768"/>
            <ac:spMk id="69" creationId="{BB8091AF-09A7-9DD8-4C86-06D86B5400C6}"/>
          </ac:spMkLst>
        </pc:spChg>
        <pc:spChg chg="mod">
          <ac:chgData name="Ummat, Shivi" userId="c9ac934f-fc13-4e5c-8ca4-2104f5fa597c" providerId="ADAL" clId="{13547488-DEA3-5A63-B5CE-F08934EB9119}" dt="2026-05-06T18:46:36.315" v="2466" actId="404"/>
          <ac:spMkLst>
            <pc:docMk/>
            <pc:sldMk cId="394130933" sldId="2147477768"/>
            <ac:spMk id="70" creationId="{9CA69C69-0C63-1249-C8F4-A3F9FFB503EE}"/>
          </ac:spMkLst>
        </pc:spChg>
        <pc:spChg chg="mod">
          <ac:chgData name="Ummat, Shivi" userId="c9ac934f-fc13-4e5c-8ca4-2104f5fa597c" providerId="ADAL" clId="{13547488-DEA3-5A63-B5CE-F08934EB9119}" dt="2026-05-06T18:46:36.315" v="2466" actId="404"/>
          <ac:spMkLst>
            <pc:docMk/>
            <pc:sldMk cId="394130933" sldId="2147477768"/>
            <ac:spMk id="73" creationId="{97C17C2C-9F1F-B816-26EF-72E0779BB9D2}"/>
          </ac:spMkLst>
        </pc:spChg>
        <pc:spChg chg="add del mod">
          <ac:chgData name="Ummat, Shivi" userId="c9ac934f-fc13-4e5c-8ca4-2104f5fa597c" providerId="ADAL" clId="{13547488-DEA3-5A63-B5CE-F08934EB9119}" dt="2026-05-06T18:15:30.405" v="2039" actId="478"/>
          <ac:spMkLst>
            <pc:docMk/>
            <pc:sldMk cId="394130933" sldId="2147477768"/>
            <ac:spMk id="96" creationId="{A55EB736-482D-4A1C-35F6-977A678E419D}"/>
          </ac:spMkLst>
        </pc:spChg>
        <pc:spChg chg="add del mod">
          <ac:chgData name="Ummat, Shivi" userId="c9ac934f-fc13-4e5c-8ca4-2104f5fa597c" providerId="ADAL" clId="{13547488-DEA3-5A63-B5CE-F08934EB9119}" dt="2026-05-06T18:15:30.405" v="2039" actId="478"/>
          <ac:spMkLst>
            <pc:docMk/>
            <pc:sldMk cId="394130933" sldId="2147477768"/>
            <ac:spMk id="99" creationId="{3B010F63-CA49-B87D-CE1E-3F97E3F53EE3}"/>
          </ac:spMkLst>
        </pc:spChg>
        <pc:spChg chg="add del mod">
          <ac:chgData name="Ummat, Shivi" userId="c9ac934f-fc13-4e5c-8ca4-2104f5fa597c" providerId="ADAL" clId="{13547488-DEA3-5A63-B5CE-F08934EB9119}" dt="2026-05-06T18:15:30.405" v="2039" actId="478"/>
          <ac:spMkLst>
            <pc:docMk/>
            <pc:sldMk cId="394130933" sldId="2147477768"/>
            <ac:spMk id="104" creationId="{4C136BC7-61EA-4A3D-DFB7-B28C3E2C1ED4}"/>
          </ac:spMkLst>
        </pc:spChg>
        <pc:spChg chg="del">
          <ac:chgData name="Ummat, Shivi" userId="c9ac934f-fc13-4e5c-8ca4-2104f5fa597c" providerId="ADAL" clId="{13547488-DEA3-5A63-B5CE-F08934EB9119}" dt="2026-05-06T18:15:30.405" v="2039" actId="478"/>
          <ac:spMkLst>
            <pc:docMk/>
            <pc:sldMk cId="394130933" sldId="2147477768"/>
            <ac:spMk id="105" creationId="{C527D484-F9A9-3FC9-7B1C-CC32D44C32A3}"/>
          </ac:spMkLst>
        </pc:spChg>
      </pc:sldChg>
      <pc:sldChg chg="addSp delSp modSp add del mod">
        <pc:chgData name="Ummat, Shivi" userId="c9ac934f-fc13-4e5c-8ca4-2104f5fa597c" providerId="ADAL" clId="{13547488-DEA3-5A63-B5CE-F08934EB9119}" dt="2026-05-06T18:47:38.996" v="2479" actId="2696"/>
        <pc:sldMkLst>
          <pc:docMk/>
          <pc:sldMk cId="238025349" sldId="2147477769"/>
        </pc:sldMkLst>
        <pc:spChg chg="add del mod">
          <ac:chgData name="Ummat, Shivi" userId="c9ac934f-fc13-4e5c-8ca4-2104f5fa597c" providerId="ADAL" clId="{13547488-DEA3-5A63-B5CE-F08934EB9119}" dt="2026-05-06T18:14:36.839" v="2025" actId="478"/>
          <ac:spMkLst>
            <pc:docMk/>
            <pc:sldMk cId="238025349" sldId="2147477769"/>
            <ac:spMk id="2" creationId="{AA65C8D1-03E4-7A81-3AB2-3BC7B41BCA0F}"/>
          </ac:spMkLst>
        </pc:spChg>
        <pc:spChg chg="del">
          <ac:chgData name="Ummat, Shivi" userId="c9ac934f-fc13-4e5c-8ca4-2104f5fa597c" providerId="ADAL" clId="{13547488-DEA3-5A63-B5CE-F08934EB9119}" dt="2026-05-06T18:14:36.839" v="2025" actId="478"/>
          <ac:spMkLst>
            <pc:docMk/>
            <pc:sldMk cId="238025349" sldId="2147477769"/>
            <ac:spMk id="4" creationId="{FE0212E8-2D32-664C-D72B-F77E01FC1458}"/>
          </ac:spMkLst>
        </pc:spChg>
        <pc:spChg chg="add del mod">
          <ac:chgData name="Ummat, Shivi" userId="c9ac934f-fc13-4e5c-8ca4-2104f5fa597c" providerId="ADAL" clId="{13547488-DEA3-5A63-B5CE-F08934EB9119}" dt="2026-05-06T18:14:36.839" v="2025" actId="478"/>
          <ac:spMkLst>
            <pc:docMk/>
            <pc:sldMk cId="238025349" sldId="2147477769"/>
            <ac:spMk id="6" creationId="{5447F8C0-321C-25AC-DA61-13B5C61F9D42}"/>
          </ac:spMkLst>
        </pc:spChg>
        <pc:spChg chg="add del mod">
          <ac:chgData name="Ummat, Shivi" userId="c9ac934f-fc13-4e5c-8ca4-2104f5fa597c" providerId="ADAL" clId="{13547488-DEA3-5A63-B5CE-F08934EB9119}" dt="2026-05-06T18:14:36.839" v="2025" actId="478"/>
          <ac:spMkLst>
            <pc:docMk/>
            <pc:sldMk cId="238025349" sldId="2147477769"/>
            <ac:spMk id="8" creationId="{64442719-F2B7-AACC-AB52-5DBBCA60E957}"/>
          </ac:spMkLst>
        </pc:spChg>
        <pc:spChg chg="add del mod">
          <ac:chgData name="Ummat, Shivi" userId="c9ac934f-fc13-4e5c-8ca4-2104f5fa597c" providerId="ADAL" clId="{13547488-DEA3-5A63-B5CE-F08934EB9119}" dt="2026-05-06T18:14:36.839" v="2025" actId="478"/>
          <ac:spMkLst>
            <pc:docMk/>
            <pc:sldMk cId="238025349" sldId="2147477769"/>
            <ac:spMk id="10" creationId="{8285FAF8-F08E-8A78-FDF1-47BFE2A94FA0}"/>
          </ac:spMkLst>
        </pc:spChg>
        <pc:spChg chg="del">
          <ac:chgData name="Ummat, Shivi" userId="c9ac934f-fc13-4e5c-8ca4-2104f5fa597c" providerId="ADAL" clId="{13547488-DEA3-5A63-B5CE-F08934EB9119}" dt="2026-05-06T18:14:36.839" v="2025" actId="478"/>
          <ac:spMkLst>
            <pc:docMk/>
            <pc:sldMk cId="238025349" sldId="2147477769"/>
            <ac:spMk id="15" creationId="{35EC828E-F7F5-AAD4-54E5-77B504FE1B1F}"/>
          </ac:spMkLst>
        </pc:spChg>
        <pc:spChg chg="add del mod">
          <ac:chgData name="Ummat, Shivi" userId="c9ac934f-fc13-4e5c-8ca4-2104f5fa597c" providerId="ADAL" clId="{13547488-DEA3-5A63-B5CE-F08934EB9119}" dt="2026-05-06T18:14:36.839" v="2025" actId="478"/>
          <ac:spMkLst>
            <pc:docMk/>
            <pc:sldMk cId="238025349" sldId="2147477769"/>
            <ac:spMk id="16" creationId="{C97E4309-9C8B-694D-E2F4-6E1BFBE0A727}"/>
          </ac:spMkLst>
        </pc:spChg>
        <pc:spChg chg="del">
          <ac:chgData name="Ummat, Shivi" userId="c9ac934f-fc13-4e5c-8ca4-2104f5fa597c" providerId="ADAL" clId="{13547488-DEA3-5A63-B5CE-F08934EB9119}" dt="2026-05-06T18:14:36.839" v="2025" actId="478"/>
          <ac:spMkLst>
            <pc:docMk/>
            <pc:sldMk cId="238025349" sldId="2147477769"/>
            <ac:spMk id="21" creationId="{7470BC15-A6C2-5A18-23D7-08FB82021ED6}"/>
          </ac:spMkLst>
        </pc:spChg>
        <pc:spChg chg="add del mod">
          <ac:chgData name="Ummat, Shivi" userId="c9ac934f-fc13-4e5c-8ca4-2104f5fa597c" providerId="ADAL" clId="{13547488-DEA3-5A63-B5CE-F08934EB9119}" dt="2026-05-06T18:14:36.839" v="2025" actId="478"/>
          <ac:spMkLst>
            <pc:docMk/>
            <pc:sldMk cId="238025349" sldId="2147477769"/>
            <ac:spMk id="25" creationId="{CB0015B5-A5F4-AE7F-75AB-4A13FF1AA8DC}"/>
          </ac:spMkLst>
        </pc:spChg>
        <pc:spChg chg="del mod">
          <ac:chgData name="Ummat, Shivi" userId="c9ac934f-fc13-4e5c-8ca4-2104f5fa597c" providerId="ADAL" clId="{13547488-DEA3-5A63-B5CE-F08934EB9119}" dt="2026-05-06T18:14:36.839" v="2025" actId="478"/>
          <ac:spMkLst>
            <pc:docMk/>
            <pc:sldMk cId="238025349" sldId="2147477769"/>
            <ac:spMk id="26" creationId="{4555EE54-3B11-8D63-A612-63B52AF90728}"/>
          </ac:spMkLst>
        </pc:spChg>
        <pc:spChg chg="add del mod">
          <ac:chgData name="Ummat, Shivi" userId="c9ac934f-fc13-4e5c-8ca4-2104f5fa597c" providerId="ADAL" clId="{13547488-DEA3-5A63-B5CE-F08934EB9119}" dt="2026-05-06T18:14:39.033" v="2027" actId="478"/>
          <ac:spMkLst>
            <pc:docMk/>
            <pc:sldMk cId="238025349" sldId="2147477769"/>
            <ac:spMk id="30" creationId="{82717D1A-DE76-797A-9171-7522026C8FFF}"/>
          </ac:spMkLst>
        </pc:spChg>
        <pc:spChg chg="add del mod">
          <ac:chgData name="Ummat, Shivi" userId="c9ac934f-fc13-4e5c-8ca4-2104f5fa597c" providerId="ADAL" clId="{13547488-DEA3-5A63-B5CE-F08934EB9119}" dt="2026-05-06T18:14:39.033" v="2027" actId="478"/>
          <ac:spMkLst>
            <pc:docMk/>
            <pc:sldMk cId="238025349" sldId="2147477769"/>
            <ac:spMk id="31" creationId="{4FEC6FBE-F248-1555-FD25-CA6A4E1BD2BA}"/>
          </ac:spMkLst>
        </pc:spChg>
        <pc:spChg chg="add del mod">
          <ac:chgData name="Ummat, Shivi" userId="c9ac934f-fc13-4e5c-8ca4-2104f5fa597c" providerId="ADAL" clId="{13547488-DEA3-5A63-B5CE-F08934EB9119}" dt="2026-05-06T18:14:39.033" v="2027" actId="478"/>
          <ac:spMkLst>
            <pc:docMk/>
            <pc:sldMk cId="238025349" sldId="2147477769"/>
            <ac:spMk id="33" creationId="{EAB6BC7A-058D-C42D-7929-485D354A4419}"/>
          </ac:spMkLst>
        </pc:spChg>
        <pc:spChg chg="add del mod">
          <ac:chgData name="Ummat, Shivi" userId="c9ac934f-fc13-4e5c-8ca4-2104f5fa597c" providerId="ADAL" clId="{13547488-DEA3-5A63-B5CE-F08934EB9119}" dt="2026-05-06T18:14:39.033" v="2027" actId="478"/>
          <ac:spMkLst>
            <pc:docMk/>
            <pc:sldMk cId="238025349" sldId="2147477769"/>
            <ac:spMk id="41" creationId="{A777670D-A163-7D35-BC81-35FDF4369E42}"/>
          </ac:spMkLst>
        </pc:spChg>
        <pc:spChg chg="add del mod">
          <ac:chgData name="Ummat, Shivi" userId="c9ac934f-fc13-4e5c-8ca4-2104f5fa597c" providerId="ADAL" clId="{13547488-DEA3-5A63-B5CE-F08934EB9119}" dt="2026-05-06T18:14:39.033" v="2027" actId="478"/>
          <ac:spMkLst>
            <pc:docMk/>
            <pc:sldMk cId="238025349" sldId="2147477769"/>
            <ac:spMk id="46" creationId="{A940EF0A-8C47-8F3D-2F82-AE2A26EF237D}"/>
          </ac:spMkLst>
        </pc:spChg>
        <pc:spChg chg="add del mod">
          <ac:chgData name="Ummat, Shivi" userId="c9ac934f-fc13-4e5c-8ca4-2104f5fa597c" providerId="ADAL" clId="{13547488-DEA3-5A63-B5CE-F08934EB9119}" dt="2026-05-06T18:14:39.033" v="2027" actId="478"/>
          <ac:spMkLst>
            <pc:docMk/>
            <pc:sldMk cId="238025349" sldId="2147477769"/>
            <ac:spMk id="48" creationId="{66628165-D460-FD54-E154-FDFEA3EE99A7}"/>
          </ac:spMkLst>
        </pc:spChg>
        <pc:spChg chg="add del mod">
          <ac:chgData name="Ummat, Shivi" userId="c9ac934f-fc13-4e5c-8ca4-2104f5fa597c" providerId="ADAL" clId="{13547488-DEA3-5A63-B5CE-F08934EB9119}" dt="2026-05-06T18:14:39.033" v="2027" actId="478"/>
          <ac:spMkLst>
            <pc:docMk/>
            <pc:sldMk cId="238025349" sldId="2147477769"/>
            <ac:spMk id="49" creationId="{F51A3F44-B938-4031-E9AA-24476411618D}"/>
          </ac:spMkLst>
        </pc:spChg>
        <pc:spChg chg="add del mod">
          <ac:chgData name="Ummat, Shivi" userId="c9ac934f-fc13-4e5c-8ca4-2104f5fa597c" providerId="ADAL" clId="{13547488-DEA3-5A63-B5CE-F08934EB9119}" dt="2026-05-06T18:14:39.033" v="2027" actId="478"/>
          <ac:spMkLst>
            <pc:docMk/>
            <pc:sldMk cId="238025349" sldId="2147477769"/>
            <ac:spMk id="53" creationId="{132E4355-CFF7-AA3B-4B15-A896BEC1A0DB}"/>
          </ac:spMkLst>
        </pc:spChg>
        <pc:spChg chg="add del mod">
          <ac:chgData name="Ummat, Shivi" userId="c9ac934f-fc13-4e5c-8ca4-2104f5fa597c" providerId="ADAL" clId="{13547488-DEA3-5A63-B5CE-F08934EB9119}" dt="2026-05-06T18:14:39.033" v="2027" actId="478"/>
          <ac:spMkLst>
            <pc:docMk/>
            <pc:sldMk cId="238025349" sldId="2147477769"/>
            <ac:spMk id="54" creationId="{DC240BCF-5C72-7A8B-60B4-5EBFF7A5FABD}"/>
          </ac:spMkLst>
        </pc:spChg>
        <pc:spChg chg="add del mod">
          <ac:chgData name="Ummat, Shivi" userId="c9ac934f-fc13-4e5c-8ca4-2104f5fa597c" providerId="ADAL" clId="{13547488-DEA3-5A63-B5CE-F08934EB9119}" dt="2026-05-06T18:14:39.033" v="2027" actId="478"/>
          <ac:spMkLst>
            <pc:docMk/>
            <pc:sldMk cId="238025349" sldId="2147477769"/>
            <ac:spMk id="57" creationId="{0DEFF774-418B-A10D-B656-EBC9308743D5}"/>
          </ac:spMkLst>
        </pc:spChg>
        <pc:spChg chg="del">
          <ac:chgData name="Ummat, Shivi" userId="c9ac934f-fc13-4e5c-8ca4-2104f5fa597c" providerId="ADAL" clId="{13547488-DEA3-5A63-B5CE-F08934EB9119}" dt="2026-05-06T18:14:42.242" v="2029" actId="478"/>
          <ac:spMkLst>
            <pc:docMk/>
            <pc:sldMk cId="238025349" sldId="2147477769"/>
            <ac:spMk id="59" creationId="{44C6CC78-5BE6-C07A-A358-62948426311C}"/>
          </ac:spMkLst>
        </pc:spChg>
        <pc:spChg chg="mod">
          <ac:chgData name="Ummat, Shivi" userId="c9ac934f-fc13-4e5c-8ca4-2104f5fa597c" providerId="ADAL" clId="{13547488-DEA3-5A63-B5CE-F08934EB9119}" dt="2026-05-06T18:47:23.991" v="2472" actId="21"/>
          <ac:spMkLst>
            <pc:docMk/>
            <pc:sldMk cId="238025349" sldId="2147477769"/>
            <ac:spMk id="60" creationId="{FA795321-0AED-D16C-5838-014523AFC0CE}"/>
          </ac:spMkLst>
        </pc:spChg>
        <pc:spChg chg="add mod">
          <ac:chgData name="Ummat, Shivi" userId="c9ac934f-fc13-4e5c-8ca4-2104f5fa597c" providerId="ADAL" clId="{13547488-DEA3-5A63-B5CE-F08934EB9119}" dt="2026-05-06T18:47:28.734" v="2474" actId="21"/>
          <ac:spMkLst>
            <pc:docMk/>
            <pc:sldMk cId="238025349" sldId="2147477769"/>
            <ac:spMk id="61" creationId="{E2253DF1-9764-3B60-C29A-2D94960CF868}"/>
          </ac:spMkLst>
        </pc:spChg>
        <pc:spChg chg="del mod">
          <ac:chgData name="Ummat, Shivi" userId="c9ac934f-fc13-4e5c-8ca4-2104f5fa597c" providerId="ADAL" clId="{13547488-DEA3-5A63-B5CE-F08934EB9119}" dt="2026-05-06T18:47:33.987" v="2476" actId="21"/>
          <ac:spMkLst>
            <pc:docMk/>
            <pc:sldMk cId="238025349" sldId="2147477769"/>
            <ac:spMk id="66" creationId="{248D4814-C560-FA19-B65F-557DEDA3C0E3}"/>
          </ac:spMkLst>
        </pc:spChg>
        <pc:spChg chg="add del mod">
          <ac:chgData name="Ummat, Shivi" userId="c9ac934f-fc13-4e5c-8ca4-2104f5fa597c" providerId="ADAL" clId="{13547488-DEA3-5A63-B5CE-F08934EB9119}" dt="2026-05-06T18:47:33.987" v="2476" actId="21"/>
          <ac:spMkLst>
            <pc:docMk/>
            <pc:sldMk cId="238025349" sldId="2147477769"/>
            <ac:spMk id="67" creationId="{34A27A44-BE8D-591A-F5B6-BEEC20949D79}"/>
          </ac:spMkLst>
        </pc:spChg>
        <pc:spChg chg="del mod">
          <ac:chgData name="Ummat, Shivi" userId="c9ac934f-fc13-4e5c-8ca4-2104f5fa597c" providerId="ADAL" clId="{13547488-DEA3-5A63-B5CE-F08934EB9119}" dt="2026-05-06T18:47:33.987" v="2476" actId="21"/>
          <ac:spMkLst>
            <pc:docMk/>
            <pc:sldMk cId="238025349" sldId="2147477769"/>
            <ac:spMk id="68" creationId="{2FE24B18-A7EC-C166-C762-4C89144353F4}"/>
          </ac:spMkLst>
        </pc:spChg>
        <pc:spChg chg="add del mod">
          <ac:chgData name="Ummat, Shivi" userId="c9ac934f-fc13-4e5c-8ca4-2104f5fa597c" providerId="ADAL" clId="{13547488-DEA3-5A63-B5CE-F08934EB9119}" dt="2026-05-06T18:47:33.987" v="2476" actId="21"/>
          <ac:spMkLst>
            <pc:docMk/>
            <pc:sldMk cId="238025349" sldId="2147477769"/>
            <ac:spMk id="69" creationId="{F2E773A3-6718-1D3E-DF49-F701D42F75C1}"/>
          </ac:spMkLst>
        </pc:spChg>
        <pc:spChg chg="del mod">
          <ac:chgData name="Ummat, Shivi" userId="c9ac934f-fc13-4e5c-8ca4-2104f5fa597c" providerId="ADAL" clId="{13547488-DEA3-5A63-B5CE-F08934EB9119}" dt="2026-05-06T18:47:33.987" v="2476" actId="21"/>
          <ac:spMkLst>
            <pc:docMk/>
            <pc:sldMk cId="238025349" sldId="2147477769"/>
            <ac:spMk id="73" creationId="{B996156B-BE40-5820-5ED2-1CA5176559F3}"/>
          </ac:spMkLst>
        </pc:spChg>
        <pc:spChg chg="add del mod">
          <ac:chgData name="Ummat, Shivi" userId="c9ac934f-fc13-4e5c-8ca4-2104f5fa597c" providerId="ADAL" clId="{13547488-DEA3-5A63-B5CE-F08934EB9119}" dt="2026-05-06T18:14:51.465" v="2031" actId="478"/>
          <ac:spMkLst>
            <pc:docMk/>
            <pc:sldMk cId="238025349" sldId="2147477769"/>
            <ac:spMk id="74" creationId="{87C4F22D-10BA-C064-65E4-A67ECFE304E6}"/>
          </ac:spMkLst>
        </pc:spChg>
        <pc:spChg chg="del">
          <ac:chgData name="Ummat, Shivi" userId="c9ac934f-fc13-4e5c-8ca4-2104f5fa597c" providerId="ADAL" clId="{13547488-DEA3-5A63-B5CE-F08934EB9119}" dt="2026-05-06T18:14:56.927" v="2033" actId="478"/>
          <ac:spMkLst>
            <pc:docMk/>
            <pc:sldMk cId="238025349" sldId="2147477769"/>
            <ac:spMk id="75" creationId="{7CDD7EC6-33AB-F8F0-91E2-5773567C3A67}"/>
          </ac:spMkLst>
        </pc:spChg>
        <pc:spChg chg="del">
          <ac:chgData name="Ummat, Shivi" userId="c9ac934f-fc13-4e5c-8ca4-2104f5fa597c" providerId="ADAL" clId="{13547488-DEA3-5A63-B5CE-F08934EB9119}" dt="2026-05-06T18:14:55.660" v="2032" actId="478"/>
          <ac:spMkLst>
            <pc:docMk/>
            <pc:sldMk cId="238025349" sldId="2147477769"/>
            <ac:spMk id="76" creationId="{25A1F5DC-9004-4E13-9039-F931596EF3EA}"/>
          </ac:spMkLst>
        </pc:spChg>
        <pc:spChg chg="add del mod">
          <ac:chgData name="Ummat, Shivi" userId="c9ac934f-fc13-4e5c-8ca4-2104f5fa597c" providerId="ADAL" clId="{13547488-DEA3-5A63-B5CE-F08934EB9119}" dt="2026-05-06T18:14:55.660" v="2032" actId="478"/>
          <ac:spMkLst>
            <pc:docMk/>
            <pc:sldMk cId="238025349" sldId="2147477769"/>
            <ac:spMk id="77" creationId="{42803605-30DE-9DA7-C1EC-21F1FC4971B6}"/>
          </ac:spMkLst>
        </pc:spChg>
        <pc:spChg chg="mod">
          <ac:chgData name="Ummat, Shivi" userId="c9ac934f-fc13-4e5c-8ca4-2104f5fa597c" providerId="ADAL" clId="{13547488-DEA3-5A63-B5CE-F08934EB9119}" dt="2026-05-06T18:15:07.589" v="2036" actId="1076"/>
          <ac:spMkLst>
            <pc:docMk/>
            <pc:sldMk cId="238025349" sldId="2147477769"/>
            <ac:spMk id="78" creationId="{D24AF465-881F-237E-4815-BA9B9D3E29B5}"/>
          </ac:spMkLst>
        </pc:spChg>
        <pc:spChg chg="add del mod">
          <ac:chgData name="Ummat, Shivi" userId="c9ac934f-fc13-4e5c-8ca4-2104f5fa597c" providerId="ADAL" clId="{13547488-DEA3-5A63-B5CE-F08934EB9119}" dt="2026-05-06T18:47:33.987" v="2476" actId="21"/>
          <ac:spMkLst>
            <pc:docMk/>
            <pc:sldMk cId="238025349" sldId="2147477769"/>
            <ac:spMk id="79" creationId="{071DEF41-2E50-AA34-6AA1-1C182855738F}"/>
          </ac:spMkLst>
        </pc:spChg>
        <pc:spChg chg="mod">
          <ac:chgData name="Ummat, Shivi" userId="c9ac934f-fc13-4e5c-8ca4-2104f5fa597c" providerId="ADAL" clId="{13547488-DEA3-5A63-B5CE-F08934EB9119}" dt="2026-05-06T18:15:07.589" v="2036" actId="1076"/>
          <ac:spMkLst>
            <pc:docMk/>
            <pc:sldMk cId="238025349" sldId="2147477769"/>
            <ac:spMk id="80" creationId="{67756DD5-F448-40B4-B7E1-26E323F160B5}"/>
          </ac:spMkLst>
        </pc:spChg>
        <pc:spChg chg="add del mod">
          <ac:chgData name="Ummat, Shivi" userId="c9ac934f-fc13-4e5c-8ca4-2104f5fa597c" providerId="ADAL" clId="{13547488-DEA3-5A63-B5CE-F08934EB9119}" dt="2026-05-06T18:47:33.987" v="2476" actId="21"/>
          <ac:spMkLst>
            <pc:docMk/>
            <pc:sldMk cId="238025349" sldId="2147477769"/>
            <ac:spMk id="81" creationId="{BAF4B0C3-B605-23F6-2632-A752D7C0AA46}"/>
          </ac:spMkLst>
        </pc:spChg>
        <pc:spChg chg="mod">
          <ac:chgData name="Ummat, Shivi" userId="c9ac934f-fc13-4e5c-8ca4-2104f5fa597c" providerId="ADAL" clId="{13547488-DEA3-5A63-B5CE-F08934EB9119}" dt="2026-05-06T18:15:07.589" v="2036" actId="1076"/>
          <ac:spMkLst>
            <pc:docMk/>
            <pc:sldMk cId="238025349" sldId="2147477769"/>
            <ac:spMk id="82" creationId="{A1E84CA5-7603-6DBF-0D22-525D76A6C391}"/>
          </ac:spMkLst>
        </pc:spChg>
        <pc:spChg chg="add del mod">
          <ac:chgData name="Ummat, Shivi" userId="c9ac934f-fc13-4e5c-8ca4-2104f5fa597c" providerId="ADAL" clId="{13547488-DEA3-5A63-B5CE-F08934EB9119}" dt="2026-05-06T18:47:33.987" v="2476" actId="21"/>
          <ac:spMkLst>
            <pc:docMk/>
            <pc:sldMk cId="238025349" sldId="2147477769"/>
            <ac:spMk id="83" creationId="{FF11F616-1725-2F67-20F0-02FC069B15BA}"/>
          </ac:spMkLst>
        </pc:spChg>
        <pc:spChg chg="add del mod">
          <ac:chgData name="Ummat, Shivi" userId="c9ac934f-fc13-4e5c-8ca4-2104f5fa597c" providerId="ADAL" clId="{13547488-DEA3-5A63-B5CE-F08934EB9119}" dt="2026-05-06T18:47:33.987" v="2476" actId="21"/>
          <ac:spMkLst>
            <pc:docMk/>
            <pc:sldMk cId="238025349" sldId="2147477769"/>
            <ac:spMk id="84" creationId="{A0338301-0D34-0879-F176-BB5AF69FF43F}"/>
          </ac:spMkLst>
        </pc:spChg>
        <pc:spChg chg="mod">
          <ac:chgData name="Ummat, Shivi" userId="c9ac934f-fc13-4e5c-8ca4-2104f5fa597c" providerId="ADAL" clId="{13547488-DEA3-5A63-B5CE-F08934EB9119}" dt="2026-05-06T18:15:07.589" v="2036" actId="1076"/>
          <ac:spMkLst>
            <pc:docMk/>
            <pc:sldMk cId="238025349" sldId="2147477769"/>
            <ac:spMk id="85" creationId="{18603B2A-74C7-B499-06C1-01D9D50EAF5A}"/>
          </ac:spMkLst>
        </pc:spChg>
        <pc:spChg chg="mod">
          <ac:chgData name="Ummat, Shivi" userId="c9ac934f-fc13-4e5c-8ca4-2104f5fa597c" providerId="ADAL" clId="{13547488-DEA3-5A63-B5CE-F08934EB9119}" dt="2026-05-06T18:15:07.589" v="2036" actId="1076"/>
          <ac:spMkLst>
            <pc:docMk/>
            <pc:sldMk cId="238025349" sldId="2147477769"/>
            <ac:spMk id="86" creationId="{5FB6ACD0-185D-B83F-FCE8-816420E4C7DC}"/>
          </ac:spMkLst>
        </pc:spChg>
        <pc:spChg chg="mod">
          <ac:chgData name="Ummat, Shivi" userId="c9ac934f-fc13-4e5c-8ca4-2104f5fa597c" providerId="ADAL" clId="{13547488-DEA3-5A63-B5CE-F08934EB9119}" dt="2026-05-06T18:15:07.589" v="2036" actId="1076"/>
          <ac:spMkLst>
            <pc:docMk/>
            <pc:sldMk cId="238025349" sldId="2147477769"/>
            <ac:spMk id="87" creationId="{A99B116F-50DD-80DA-3870-A076CA20B4CD}"/>
          </ac:spMkLst>
        </pc:spChg>
        <pc:spChg chg="add del mod">
          <ac:chgData name="Ummat, Shivi" userId="c9ac934f-fc13-4e5c-8ca4-2104f5fa597c" providerId="ADAL" clId="{13547488-DEA3-5A63-B5CE-F08934EB9119}" dt="2026-05-06T18:47:33.987" v="2476" actId="21"/>
          <ac:spMkLst>
            <pc:docMk/>
            <pc:sldMk cId="238025349" sldId="2147477769"/>
            <ac:spMk id="89" creationId="{F89CCEFB-421B-CF5F-4615-6BF0A0C52072}"/>
          </ac:spMkLst>
        </pc:spChg>
        <pc:spChg chg="add mod">
          <ac:chgData name="Ummat, Shivi" userId="c9ac934f-fc13-4e5c-8ca4-2104f5fa597c" providerId="ADAL" clId="{13547488-DEA3-5A63-B5CE-F08934EB9119}" dt="2026-05-06T18:15:52.693" v="2077"/>
          <ac:spMkLst>
            <pc:docMk/>
            <pc:sldMk cId="238025349" sldId="2147477769"/>
            <ac:spMk id="90" creationId="{D8334212-CAB8-81EF-EC81-AB62532A4BEB}"/>
          </ac:spMkLst>
        </pc:spChg>
      </pc:sldChg>
      <pc:sldChg chg="addSp delSp modSp add mod">
        <pc:chgData name="Ummat, Shivi" userId="c9ac934f-fc13-4e5c-8ca4-2104f5fa597c" providerId="ADAL" clId="{13547488-DEA3-5A63-B5CE-F08934EB9119}" dt="2026-04-27T07:04:43.274" v="207"/>
        <pc:sldMkLst>
          <pc:docMk/>
          <pc:sldMk cId="3170138857" sldId="2147477774"/>
        </pc:sldMkLst>
        <pc:spChg chg="add mod">
          <ac:chgData name="Ummat, Shivi" userId="c9ac934f-fc13-4e5c-8ca4-2104f5fa597c" providerId="ADAL" clId="{13547488-DEA3-5A63-B5CE-F08934EB9119}" dt="2026-04-27T07:04:43.274" v="207"/>
          <ac:spMkLst>
            <pc:docMk/>
            <pc:sldMk cId="3170138857" sldId="2147477774"/>
            <ac:spMk id="25" creationId="{13D9E14B-B893-D5DF-0DDE-F47C52D3E718}"/>
          </ac:spMkLst>
        </pc:spChg>
        <pc:spChg chg="add mod">
          <ac:chgData name="Ummat, Shivi" userId="c9ac934f-fc13-4e5c-8ca4-2104f5fa597c" providerId="ADAL" clId="{13547488-DEA3-5A63-B5CE-F08934EB9119}" dt="2026-04-27T07:04:43.274" v="207"/>
          <ac:spMkLst>
            <pc:docMk/>
            <pc:sldMk cId="3170138857" sldId="2147477774"/>
            <ac:spMk id="26" creationId="{53E2E9FE-A222-D9B7-08D6-F2D28F6E7DD7}"/>
          </ac:spMkLst>
        </pc:spChg>
        <pc:spChg chg="add mod">
          <ac:chgData name="Ummat, Shivi" userId="c9ac934f-fc13-4e5c-8ca4-2104f5fa597c" providerId="ADAL" clId="{13547488-DEA3-5A63-B5CE-F08934EB9119}" dt="2026-04-27T07:04:43.274" v="207"/>
          <ac:spMkLst>
            <pc:docMk/>
            <pc:sldMk cId="3170138857" sldId="2147477774"/>
            <ac:spMk id="27" creationId="{59BA3387-E3A4-320E-6372-8FB56072AA4B}"/>
          </ac:spMkLst>
        </pc:spChg>
        <pc:spChg chg="add mod">
          <ac:chgData name="Ummat, Shivi" userId="c9ac934f-fc13-4e5c-8ca4-2104f5fa597c" providerId="ADAL" clId="{13547488-DEA3-5A63-B5CE-F08934EB9119}" dt="2026-04-27T07:04:43.274" v="207"/>
          <ac:spMkLst>
            <pc:docMk/>
            <pc:sldMk cId="3170138857" sldId="2147477774"/>
            <ac:spMk id="28" creationId="{3CEB76B3-34C3-6C19-9A92-4C47C0F9784A}"/>
          </ac:spMkLst>
        </pc:spChg>
        <pc:spChg chg="add mod">
          <ac:chgData name="Ummat, Shivi" userId="c9ac934f-fc13-4e5c-8ca4-2104f5fa597c" providerId="ADAL" clId="{13547488-DEA3-5A63-B5CE-F08934EB9119}" dt="2026-04-27T07:04:43.274" v="207"/>
          <ac:spMkLst>
            <pc:docMk/>
            <pc:sldMk cId="3170138857" sldId="2147477774"/>
            <ac:spMk id="29" creationId="{E8F0F385-7297-2679-C564-ED46C2A37DAB}"/>
          </ac:spMkLst>
        </pc:spChg>
        <pc:spChg chg="add mod">
          <ac:chgData name="Ummat, Shivi" userId="c9ac934f-fc13-4e5c-8ca4-2104f5fa597c" providerId="ADAL" clId="{13547488-DEA3-5A63-B5CE-F08934EB9119}" dt="2026-04-27T07:04:43.274" v="207"/>
          <ac:spMkLst>
            <pc:docMk/>
            <pc:sldMk cId="3170138857" sldId="2147477774"/>
            <ac:spMk id="30" creationId="{7DBB0CCD-4B58-A2FA-A8F1-509A4DEB8A30}"/>
          </ac:spMkLst>
        </pc:spChg>
        <pc:spChg chg="add mod">
          <ac:chgData name="Ummat, Shivi" userId="c9ac934f-fc13-4e5c-8ca4-2104f5fa597c" providerId="ADAL" clId="{13547488-DEA3-5A63-B5CE-F08934EB9119}" dt="2026-04-27T07:04:43.274" v="207"/>
          <ac:spMkLst>
            <pc:docMk/>
            <pc:sldMk cId="3170138857" sldId="2147477774"/>
            <ac:spMk id="31" creationId="{EF022223-790D-345B-4C09-463CE148E048}"/>
          </ac:spMkLst>
        </pc:spChg>
      </pc:sldChg>
      <pc:sldChg chg="addSp delSp modSp mod">
        <pc:chgData name="Ummat, Shivi" userId="c9ac934f-fc13-4e5c-8ca4-2104f5fa597c" providerId="ADAL" clId="{13547488-DEA3-5A63-B5CE-F08934EB9119}" dt="2026-05-06T16:29:24.683" v="1918" actId="1076"/>
        <pc:sldMkLst>
          <pc:docMk/>
          <pc:sldMk cId="742361211" sldId="2147477775"/>
        </pc:sldMkLst>
        <pc:spChg chg="add del mod">
          <ac:chgData name="Ummat, Shivi" userId="c9ac934f-fc13-4e5c-8ca4-2104f5fa597c" providerId="ADAL" clId="{13547488-DEA3-5A63-B5CE-F08934EB9119}" dt="2026-05-06T16:25:36.823" v="1880" actId="478"/>
          <ac:spMkLst>
            <pc:docMk/>
            <pc:sldMk cId="742361211" sldId="2147477775"/>
            <ac:spMk id="2" creationId="{BAD3E819-0B38-9C7C-331B-F3ED5DA05220}"/>
          </ac:spMkLst>
        </pc:spChg>
        <pc:spChg chg="add del mod">
          <ac:chgData name="Ummat, Shivi" userId="c9ac934f-fc13-4e5c-8ca4-2104f5fa597c" providerId="ADAL" clId="{13547488-DEA3-5A63-B5CE-F08934EB9119}" dt="2026-05-06T16:25:36.823" v="1880" actId="478"/>
          <ac:spMkLst>
            <pc:docMk/>
            <pc:sldMk cId="742361211" sldId="2147477775"/>
            <ac:spMk id="4" creationId="{90D029CA-1A39-44EE-1A75-110681DA08B7}"/>
          </ac:spMkLst>
        </pc:spChg>
        <pc:spChg chg="add del mod">
          <ac:chgData name="Ummat, Shivi" userId="c9ac934f-fc13-4e5c-8ca4-2104f5fa597c" providerId="ADAL" clId="{13547488-DEA3-5A63-B5CE-F08934EB9119}" dt="2026-05-06T16:25:36.823" v="1880" actId="478"/>
          <ac:spMkLst>
            <pc:docMk/>
            <pc:sldMk cId="742361211" sldId="2147477775"/>
            <ac:spMk id="6" creationId="{282FD22A-4A60-8CFC-3BFF-012042064649}"/>
          </ac:spMkLst>
        </pc:spChg>
        <pc:spChg chg="add del mod">
          <ac:chgData name="Ummat, Shivi" userId="c9ac934f-fc13-4e5c-8ca4-2104f5fa597c" providerId="ADAL" clId="{13547488-DEA3-5A63-B5CE-F08934EB9119}" dt="2026-05-06T16:25:36.823" v="1880" actId="478"/>
          <ac:spMkLst>
            <pc:docMk/>
            <pc:sldMk cId="742361211" sldId="2147477775"/>
            <ac:spMk id="7" creationId="{1E5FA8EE-330D-7784-61FD-6CC34E11000A}"/>
          </ac:spMkLst>
        </pc:spChg>
        <pc:spChg chg="add del mod">
          <ac:chgData name="Ummat, Shivi" userId="c9ac934f-fc13-4e5c-8ca4-2104f5fa597c" providerId="ADAL" clId="{13547488-DEA3-5A63-B5CE-F08934EB9119}" dt="2026-05-06T16:25:36.823" v="1880" actId="478"/>
          <ac:spMkLst>
            <pc:docMk/>
            <pc:sldMk cId="742361211" sldId="2147477775"/>
            <ac:spMk id="8" creationId="{EA0A68DF-55B2-771F-F8C0-334C8E246581}"/>
          </ac:spMkLst>
        </pc:spChg>
        <pc:spChg chg="add del mod">
          <ac:chgData name="Ummat, Shivi" userId="c9ac934f-fc13-4e5c-8ca4-2104f5fa597c" providerId="ADAL" clId="{13547488-DEA3-5A63-B5CE-F08934EB9119}" dt="2026-05-06T16:25:36.823" v="1880" actId="478"/>
          <ac:spMkLst>
            <pc:docMk/>
            <pc:sldMk cId="742361211" sldId="2147477775"/>
            <ac:spMk id="9" creationId="{2E1E42B9-94F7-986B-7EEF-1F0CBA8927DF}"/>
          </ac:spMkLst>
        </pc:spChg>
        <pc:spChg chg="add del mod">
          <ac:chgData name="Ummat, Shivi" userId="c9ac934f-fc13-4e5c-8ca4-2104f5fa597c" providerId="ADAL" clId="{13547488-DEA3-5A63-B5CE-F08934EB9119}" dt="2026-05-06T16:25:36.823" v="1880" actId="478"/>
          <ac:spMkLst>
            <pc:docMk/>
            <pc:sldMk cId="742361211" sldId="2147477775"/>
            <ac:spMk id="10" creationId="{8FDB148D-7C79-4FD8-CDF8-56ADE4BBDE06}"/>
          </ac:spMkLst>
        </pc:spChg>
        <pc:spChg chg="add del mod">
          <ac:chgData name="Ummat, Shivi" userId="c9ac934f-fc13-4e5c-8ca4-2104f5fa597c" providerId="ADAL" clId="{13547488-DEA3-5A63-B5CE-F08934EB9119}" dt="2026-05-06T16:25:36.823" v="1880" actId="478"/>
          <ac:spMkLst>
            <pc:docMk/>
            <pc:sldMk cId="742361211" sldId="2147477775"/>
            <ac:spMk id="12" creationId="{F0DF2DD4-568A-5B01-6DBF-C701EF141595}"/>
          </ac:spMkLst>
        </pc:spChg>
        <pc:spChg chg="add del mod">
          <ac:chgData name="Ummat, Shivi" userId="c9ac934f-fc13-4e5c-8ca4-2104f5fa597c" providerId="ADAL" clId="{13547488-DEA3-5A63-B5CE-F08934EB9119}" dt="2026-05-06T16:25:36.823" v="1880" actId="478"/>
          <ac:spMkLst>
            <pc:docMk/>
            <pc:sldMk cId="742361211" sldId="2147477775"/>
            <ac:spMk id="13" creationId="{D976F667-E3B2-AD94-429A-FF52F2D684A2}"/>
          </ac:spMkLst>
        </pc:spChg>
        <pc:spChg chg="add del mod">
          <ac:chgData name="Ummat, Shivi" userId="c9ac934f-fc13-4e5c-8ca4-2104f5fa597c" providerId="ADAL" clId="{13547488-DEA3-5A63-B5CE-F08934EB9119}" dt="2026-05-06T16:25:36.823" v="1880" actId="478"/>
          <ac:spMkLst>
            <pc:docMk/>
            <pc:sldMk cId="742361211" sldId="2147477775"/>
            <ac:spMk id="14" creationId="{F1C836D1-F028-CF05-71E0-4133C15915B4}"/>
          </ac:spMkLst>
        </pc:spChg>
        <pc:spChg chg="add mod">
          <ac:chgData name="Ummat, Shivi" userId="c9ac934f-fc13-4e5c-8ca4-2104f5fa597c" providerId="ADAL" clId="{13547488-DEA3-5A63-B5CE-F08934EB9119}" dt="2026-05-06T16:25:40.911" v="1883" actId="14100"/>
          <ac:spMkLst>
            <pc:docMk/>
            <pc:sldMk cId="742361211" sldId="2147477775"/>
            <ac:spMk id="16" creationId="{ECDFE463-F74B-81A9-99F8-9EAA7549D57B}"/>
          </ac:spMkLst>
        </pc:spChg>
        <pc:spChg chg="add mod">
          <ac:chgData name="Ummat, Shivi" userId="c9ac934f-fc13-4e5c-8ca4-2104f5fa597c" providerId="ADAL" clId="{13547488-DEA3-5A63-B5CE-F08934EB9119}" dt="2026-05-06T16:25:40.911" v="1883" actId="14100"/>
          <ac:spMkLst>
            <pc:docMk/>
            <pc:sldMk cId="742361211" sldId="2147477775"/>
            <ac:spMk id="18" creationId="{C4E004E0-C54B-2879-DDE3-B8BDA30575D1}"/>
          </ac:spMkLst>
        </pc:spChg>
        <pc:spChg chg="add mod">
          <ac:chgData name="Ummat, Shivi" userId="c9ac934f-fc13-4e5c-8ca4-2104f5fa597c" providerId="ADAL" clId="{13547488-DEA3-5A63-B5CE-F08934EB9119}" dt="2026-05-06T16:25:40.911" v="1883" actId="14100"/>
          <ac:spMkLst>
            <pc:docMk/>
            <pc:sldMk cId="742361211" sldId="2147477775"/>
            <ac:spMk id="19" creationId="{25506A11-8544-41B3-7980-D95192C11C9B}"/>
          </ac:spMkLst>
        </pc:spChg>
        <pc:spChg chg="add mod">
          <ac:chgData name="Ummat, Shivi" userId="c9ac934f-fc13-4e5c-8ca4-2104f5fa597c" providerId="ADAL" clId="{13547488-DEA3-5A63-B5CE-F08934EB9119}" dt="2026-05-06T16:25:40.911" v="1883" actId="14100"/>
          <ac:spMkLst>
            <pc:docMk/>
            <pc:sldMk cId="742361211" sldId="2147477775"/>
            <ac:spMk id="21" creationId="{FF5B4FD9-FCC2-55AF-86E8-B22E7B5B14A3}"/>
          </ac:spMkLst>
        </pc:spChg>
        <pc:spChg chg="add mod">
          <ac:chgData name="Ummat, Shivi" userId="c9ac934f-fc13-4e5c-8ca4-2104f5fa597c" providerId="ADAL" clId="{13547488-DEA3-5A63-B5CE-F08934EB9119}" dt="2026-05-06T16:25:40.911" v="1883" actId="14100"/>
          <ac:spMkLst>
            <pc:docMk/>
            <pc:sldMk cId="742361211" sldId="2147477775"/>
            <ac:spMk id="22" creationId="{ED92D824-CE38-21DC-2C77-9FFDA681545A}"/>
          </ac:spMkLst>
        </pc:spChg>
        <pc:spChg chg="add mod">
          <ac:chgData name="Ummat, Shivi" userId="c9ac934f-fc13-4e5c-8ca4-2104f5fa597c" providerId="ADAL" clId="{13547488-DEA3-5A63-B5CE-F08934EB9119}" dt="2026-05-06T16:25:40.911" v="1883" actId="14100"/>
          <ac:spMkLst>
            <pc:docMk/>
            <pc:sldMk cId="742361211" sldId="2147477775"/>
            <ac:spMk id="23" creationId="{DD6BF19F-9CA0-1DF5-BE7B-6309941B371B}"/>
          </ac:spMkLst>
        </pc:spChg>
        <pc:spChg chg="add mod">
          <ac:chgData name="Ummat, Shivi" userId="c9ac934f-fc13-4e5c-8ca4-2104f5fa597c" providerId="ADAL" clId="{13547488-DEA3-5A63-B5CE-F08934EB9119}" dt="2026-05-06T16:25:40.911" v="1883" actId="14100"/>
          <ac:spMkLst>
            <pc:docMk/>
            <pc:sldMk cId="742361211" sldId="2147477775"/>
            <ac:spMk id="26" creationId="{01DC23C6-F606-7FED-973B-6AAC0F14E3E8}"/>
          </ac:spMkLst>
        </pc:spChg>
        <pc:spChg chg="mod">
          <ac:chgData name="Ummat, Shivi" userId="c9ac934f-fc13-4e5c-8ca4-2104f5fa597c" providerId="ADAL" clId="{13547488-DEA3-5A63-B5CE-F08934EB9119}" dt="2026-05-02T00:20:00.018" v="1430" actId="1076"/>
          <ac:spMkLst>
            <pc:docMk/>
            <pc:sldMk cId="742361211" sldId="2147477775"/>
            <ac:spMk id="27" creationId="{2FB08882-EEFA-1493-BAE2-7F607AEC42AA}"/>
          </ac:spMkLst>
        </pc:spChg>
        <pc:spChg chg="mod">
          <ac:chgData name="Ummat, Shivi" userId="c9ac934f-fc13-4e5c-8ca4-2104f5fa597c" providerId="ADAL" clId="{13547488-DEA3-5A63-B5CE-F08934EB9119}" dt="2026-05-02T00:20:00.018" v="1430" actId="1076"/>
          <ac:spMkLst>
            <pc:docMk/>
            <pc:sldMk cId="742361211" sldId="2147477775"/>
            <ac:spMk id="28" creationId="{A4F97587-6D38-1288-656A-F4A59D350900}"/>
          </ac:spMkLst>
        </pc:spChg>
        <pc:spChg chg="mod">
          <ac:chgData name="Ummat, Shivi" userId="c9ac934f-fc13-4e5c-8ca4-2104f5fa597c" providerId="ADAL" clId="{13547488-DEA3-5A63-B5CE-F08934EB9119}" dt="2026-05-02T00:20:00.018" v="1430" actId="1076"/>
          <ac:spMkLst>
            <pc:docMk/>
            <pc:sldMk cId="742361211" sldId="2147477775"/>
            <ac:spMk id="30" creationId="{57565942-F6C8-C0DE-04DD-B973320C52BD}"/>
          </ac:spMkLst>
        </pc:spChg>
        <pc:spChg chg="mod">
          <ac:chgData name="Ummat, Shivi" userId="c9ac934f-fc13-4e5c-8ca4-2104f5fa597c" providerId="ADAL" clId="{13547488-DEA3-5A63-B5CE-F08934EB9119}" dt="2026-05-02T00:20:00.018" v="1430" actId="1076"/>
          <ac:spMkLst>
            <pc:docMk/>
            <pc:sldMk cId="742361211" sldId="2147477775"/>
            <ac:spMk id="31" creationId="{04861455-0B30-F615-4406-66FDE4F3ADF7}"/>
          </ac:spMkLst>
        </pc:spChg>
        <pc:spChg chg="mod">
          <ac:chgData name="Ummat, Shivi" userId="c9ac934f-fc13-4e5c-8ca4-2104f5fa597c" providerId="ADAL" clId="{13547488-DEA3-5A63-B5CE-F08934EB9119}" dt="2026-05-02T00:20:04.433" v="1431" actId="1076"/>
          <ac:spMkLst>
            <pc:docMk/>
            <pc:sldMk cId="742361211" sldId="2147477775"/>
            <ac:spMk id="32" creationId="{39A364FC-35A5-E613-5879-8E3FED3CDA1D}"/>
          </ac:spMkLst>
        </pc:spChg>
        <pc:spChg chg="mod">
          <ac:chgData name="Ummat, Shivi" userId="c9ac934f-fc13-4e5c-8ca4-2104f5fa597c" providerId="ADAL" clId="{13547488-DEA3-5A63-B5CE-F08934EB9119}" dt="2026-05-02T00:20:00.018" v="1430" actId="1076"/>
          <ac:spMkLst>
            <pc:docMk/>
            <pc:sldMk cId="742361211" sldId="2147477775"/>
            <ac:spMk id="33" creationId="{7C4F4955-5977-1856-FB7F-EF63F6F08362}"/>
          </ac:spMkLst>
        </pc:spChg>
        <pc:spChg chg="mod">
          <ac:chgData name="Ummat, Shivi" userId="c9ac934f-fc13-4e5c-8ca4-2104f5fa597c" providerId="ADAL" clId="{13547488-DEA3-5A63-B5CE-F08934EB9119}" dt="2026-05-02T00:20:00.018" v="1430" actId="1076"/>
          <ac:spMkLst>
            <pc:docMk/>
            <pc:sldMk cId="742361211" sldId="2147477775"/>
            <ac:spMk id="35" creationId="{EC100653-D074-8251-FCE1-83E63501CFD4}"/>
          </ac:spMkLst>
        </pc:spChg>
        <pc:spChg chg="mod">
          <ac:chgData name="Ummat, Shivi" userId="c9ac934f-fc13-4e5c-8ca4-2104f5fa597c" providerId="ADAL" clId="{13547488-DEA3-5A63-B5CE-F08934EB9119}" dt="2026-05-02T00:20:00.018" v="1430" actId="1076"/>
          <ac:spMkLst>
            <pc:docMk/>
            <pc:sldMk cId="742361211" sldId="2147477775"/>
            <ac:spMk id="36" creationId="{C448C9B5-A5BE-3EEE-7BA6-4E99761D3F46}"/>
          </ac:spMkLst>
        </pc:spChg>
        <pc:spChg chg="mod">
          <ac:chgData name="Ummat, Shivi" userId="c9ac934f-fc13-4e5c-8ca4-2104f5fa597c" providerId="ADAL" clId="{13547488-DEA3-5A63-B5CE-F08934EB9119}" dt="2026-05-02T00:20:06.850" v="1432" actId="1076"/>
          <ac:spMkLst>
            <pc:docMk/>
            <pc:sldMk cId="742361211" sldId="2147477775"/>
            <ac:spMk id="37" creationId="{D02873E5-00E6-7C64-9BC8-77A9C5B5ED0E}"/>
          </ac:spMkLst>
        </pc:spChg>
        <pc:spChg chg="mod">
          <ac:chgData name="Ummat, Shivi" userId="c9ac934f-fc13-4e5c-8ca4-2104f5fa597c" providerId="ADAL" clId="{13547488-DEA3-5A63-B5CE-F08934EB9119}" dt="2026-05-02T00:20:00.018" v="1430" actId="1076"/>
          <ac:spMkLst>
            <pc:docMk/>
            <pc:sldMk cId="742361211" sldId="2147477775"/>
            <ac:spMk id="38" creationId="{A0C3C3CC-75FD-7472-5440-854D4809F234}"/>
          </ac:spMkLst>
        </pc:spChg>
        <pc:spChg chg="mod">
          <ac:chgData name="Ummat, Shivi" userId="c9ac934f-fc13-4e5c-8ca4-2104f5fa597c" providerId="ADAL" clId="{13547488-DEA3-5A63-B5CE-F08934EB9119}" dt="2026-05-02T00:20:00.018" v="1430" actId="1076"/>
          <ac:spMkLst>
            <pc:docMk/>
            <pc:sldMk cId="742361211" sldId="2147477775"/>
            <ac:spMk id="40" creationId="{674C040B-EADC-38BE-0EFD-897273FE185B}"/>
          </ac:spMkLst>
        </pc:spChg>
        <pc:spChg chg="mod">
          <ac:chgData name="Ummat, Shivi" userId="c9ac934f-fc13-4e5c-8ca4-2104f5fa597c" providerId="ADAL" clId="{13547488-DEA3-5A63-B5CE-F08934EB9119}" dt="2026-05-02T00:20:00.018" v="1430" actId="1076"/>
          <ac:spMkLst>
            <pc:docMk/>
            <pc:sldMk cId="742361211" sldId="2147477775"/>
            <ac:spMk id="41" creationId="{9173498A-01C9-AE04-F8BF-78E57238CD74}"/>
          </ac:spMkLst>
        </pc:spChg>
        <pc:spChg chg="mod">
          <ac:chgData name="Ummat, Shivi" userId="c9ac934f-fc13-4e5c-8ca4-2104f5fa597c" providerId="ADAL" clId="{13547488-DEA3-5A63-B5CE-F08934EB9119}" dt="2026-05-02T00:20:10.015" v="1433" actId="1076"/>
          <ac:spMkLst>
            <pc:docMk/>
            <pc:sldMk cId="742361211" sldId="2147477775"/>
            <ac:spMk id="42" creationId="{7AA3AD2D-F4C9-8C69-8F89-679660EEBDBD}"/>
          </ac:spMkLst>
        </pc:spChg>
        <pc:spChg chg="mod">
          <ac:chgData name="Ummat, Shivi" userId="c9ac934f-fc13-4e5c-8ca4-2104f5fa597c" providerId="ADAL" clId="{13547488-DEA3-5A63-B5CE-F08934EB9119}" dt="2026-05-02T00:11:15.099" v="903" actId="1076"/>
          <ac:spMkLst>
            <pc:docMk/>
            <pc:sldMk cId="742361211" sldId="2147477775"/>
            <ac:spMk id="44" creationId="{31858F31-540B-4E32-D466-11433D2936F2}"/>
          </ac:spMkLst>
        </pc:spChg>
        <pc:spChg chg="add mod">
          <ac:chgData name="Ummat, Shivi" userId="c9ac934f-fc13-4e5c-8ca4-2104f5fa597c" providerId="ADAL" clId="{13547488-DEA3-5A63-B5CE-F08934EB9119}" dt="2026-05-06T16:25:40.911" v="1883" actId="14100"/>
          <ac:spMkLst>
            <pc:docMk/>
            <pc:sldMk cId="742361211" sldId="2147477775"/>
            <ac:spMk id="46" creationId="{064F8963-13A2-112A-DDC6-760765ABFF1A}"/>
          </ac:spMkLst>
        </pc:spChg>
        <pc:spChg chg="add mod">
          <ac:chgData name="Ummat, Shivi" userId="c9ac934f-fc13-4e5c-8ca4-2104f5fa597c" providerId="ADAL" clId="{13547488-DEA3-5A63-B5CE-F08934EB9119}" dt="2026-05-06T16:25:40.911" v="1883" actId="14100"/>
          <ac:spMkLst>
            <pc:docMk/>
            <pc:sldMk cId="742361211" sldId="2147477775"/>
            <ac:spMk id="47" creationId="{4264A319-4BE4-2D40-315E-7757402F0C07}"/>
          </ac:spMkLst>
        </pc:spChg>
        <pc:spChg chg="add mod">
          <ac:chgData name="Ummat, Shivi" userId="c9ac934f-fc13-4e5c-8ca4-2104f5fa597c" providerId="ADAL" clId="{13547488-DEA3-5A63-B5CE-F08934EB9119}" dt="2026-05-06T16:25:40.911" v="1883" actId="14100"/>
          <ac:spMkLst>
            <pc:docMk/>
            <pc:sldMk cId="742361211" sldId="2147477775"/>
            <ac:spMk id="48" creationId="{E52DE04E-FC09-7D43-0CDF-9A2CAC1F0272}"/>
          </ac:spMkLst>
        </pc:spChg>
        <pc:spChg chg="add mod">
          <ac:chgData name="Ummat, Shivi" userId="c9ac934f-fc13-4e5c-8ca4-2104f5fa597c" providerId="ADAL" clId="{13547488-DEA3-5A63-B5CE-F08934EB9119}" dt="2026-05-06T16:29:02.190" v="1888" actId="1076"/>
          <ac:spMkLst>
            <pc:docMk/>
            <pc:sldMk cId="742361211" sldId="2147477775"/>
            <ac:spMk id="49" creationId="{1D78DD71-CFA1-6C8D-2F2A-3105369FCFD1}"/>
          </ac:spMkLst>
        </pc:spChg>
        <pc:spChg chg="add mod">
          <ac:chgData name="Ummat, Shivi" userId="c9ac934f-fc13-4e5c-8ca4-2104f5fa597c" providerId="ADAL" clId="{13547488-DEA3-5A63-B5CE-F08934EB9119}" dt="2026-05-06T16:28:56.387" v="1886" actId="1076"/>
          <ac:spMkLst>
            <pc:docMk/>
            <pc:sldMk cId="742361211" sldId="2147477775"/>
            <ac:spMk id="50" creationId="{28554311-2268-E878-2ED9-8875AD7A784F}"/>
          </ac:spMkLst>
        </pc:spChg>
        <pc:spChg chg="add mod">
          <ac:chgData name="Ummat, Shivi" userId="c9ac934f-fc13-4e5c-8ca4-2104f5fa597c" providerId="ADAL" clId="{13547488-DEA3-5A63-B5CE-F08934EB9119}" dt="2026-05-06T16:28:56.387" v="1886" actId="1076"/>
          <ac:spMkLst>
            <pc:docMk/>
            <pc:sldMk cId="742361211" sldId="2147477775"/>
            <ac:spMk id="51" creationId="{40DF428F-1C8A-6486-E124-41E3EEC2744D}"/>
          </ac:spMkLst>
        </pc:spChg>
        <pc:spChg chg="add mod">
          <ac:chgData name="Ummat, Shivi" userId="c9ac934f-fc13-4e5c-8ca4-2104f5fa597c" providerId="ADAL" clId="{13547488-DEA3-5A63-B5CE-F08934EB9119}" dt="2026-05-06T16:28:56.387" v="1886" actId="1076"/>
          <ac:spMkLst>
            <pc:docMk/>
            <pc:sldMk cId="742361211" sldId="2147477775"/>
            <ac:spMk id="52" creationId="{EC228A29-9C32-F42C-30FF-656A2CEBF9D6}"/>
          </ac:spMkLst>
        </pc:spChg>
        <pc:spChg chg="mod">
          <ac:chgData name="Ummat, Shivi" userId="c9ac934f-fc13-4e5c-8ca4-2104f5fa597c" providerId="ADAL" clId="{13547488-DEA3-5A63-B5CE-F08934EB9119}" dt="2026-05-06T16:28:52.238" v="1885" actId="1076"/>
          <ac:spMkLst>
            <pc:docMk/>
            <pc:sldMk cId="742361211" sldId="2147477775"/>
            <ac:spMk id="53" creationId="{423FDCB9-1627-C970-7458-CD145D4A11AB}"/>
          </ac:spMkLst>
        </pc:spChg>
        <pc:spChg chg="add mod">
          <ac:chgData name="Ummat, Shivi" userId="c9ac934f-fc13-4e5c-8ca4-2104f5fa597c" providerId="ADAL" clId="{13547488-DEA3-5A63-B5CE-F08934EB9119}" dt="2026-05-06T16:28:52.238" v="1885" actId="1076"/>
          <ac:spMkLst>
            <pc:docMk/>
            <pc:sldMk cId="742361211" sldId="2147477775"/>
            <ac:spMk id="54" creationId="{A3892944-2F9C-89D9-4424-594830767A57}"/>
          </ac:spMkLst>
        </pc:spChg>
        <pc:spChg chg="add mod">
          <ac:chgData name="Ummat, Shivi" userId="c9ac934f-fc13-4e5c-8ca4-2104f5fa597c" providerId="ADAL" clId="{13547488-DEA3-5A63-B5CE-F08934EB9119}" dt="2026-05-06T16:28:52.238" v="1885" actId="1076"/>
          <ac:spMkLst>
            <pc:docMk/>
            <pc:sldMk cId="742361211" sldId="2147477775"/>
            <ac:spMk id="55" creationId="{431C2B11-CFD8-9734-057F-2B199B11ED24}"/>
          </ac:spMkLst>
        </pc:spChg>
        <pc:spChg chg="add mod">
          <ac:chgData name="Ummat, Shivi" userId="c9ac934f-fc13-4e5c-8ca4-2104f5fa597c" providerId="ADAL" clId="{13547488-DEA3-5A63-B5CE-F08934EB9119}" dt="2026-05-06T16:28:52.238" v="1885" actId="1076"/>
          <ac:spMkLst>
            <pc:docMk/>
            <pc:sldMk cId="742361211" sldId="2147477775"/>
            <ac:spMk id="56" creationId="{9DF0D26A-E6E8-30FB-8AC3-E834C9C8834C}"/>
          </ac:spMkLst>
        </pc:spChg>
        <pc:spChg chg="add mod">
          <ac:chgData name="Ummat, Shivi" userId="c9ac934f-fc13-4e5c-8ca4-2104f5fa597c" providerId="ADAL" clId="{13547488-DEA3-5A63-B5CE-F08934EB9119}" dt="2026-05-06T16:28:52.238" v="1885" actId="1076"/>
          <ac:spMkLst>
            <pc:docMk/>
            <pc:sldMk cId="742361211" sldId="2147477775"/>
            <ac:spMk id="57" creationId="{FD2679C4-4D8F-E18C-4E7E-38B2A61519F0}"/>
          </ac:spMkLst>
        </pc:spChg>
        <pc:spChg chg="add mod">
          <ac:chgData name="Ummat, Shivi" userId="c9ac934f-fc13-4e5c-8ca4-2104f5fa597c" providerId="ADAL" clId="{13547488-DEA3-5A63-B5CE-F08934EB9119}" dt="2026-05-06T16:29:05.538" v="1889" actId="1076"/>
          <ac:spMkLst>
            <pc:docMk/>
            <pc:sldMk cId="742361211" sldId="2147477775"/>
            <ac:spMk id="58" creationId="{2E0801A0-D980-6769-3826-0A27850293EC}"/>
          </ac:spMkLst>
        </pc:spChg>
        <pc:spChg chg="add mod">
          <ac:chgData name="Ummat, Shivi" userId="c9ac934f-fc13-4e5c-8ca4-2104f5fa597c" providerId="ADAL" clId="{13547488-DEA3-5A63-B5CE-F08934EB9119}" dt="2026-05-06T16:28:59.183" v="1887" actId="1076"/>
          <ac:spMkLst>
            <pc:docMk/>
            <pc:sldMk cId="742361211" sldId="2147477775"/>
            <ac:spMk id="59" creationId="{E3B6BF7D-3DBF-2CCA-93FA-4313FE2A8BE4}"/>
          </ac:spMkLst>
        </pc:spChg>
        <pc:spChg chg="add mod">
          <ac:chgData name="Ummat, Shivi" userId="c9ac934f-fc13-4e5c-8ca4-2104f5fa597c" providerId="ADAL" clId="{13547488-DEA3-5A63-B5CE-F08934EB9119}" dt="2026-05-06T16:29:24.683" v="1918" actId="1076"/>
          <ac:spMkLst>
            <pc:docMk/>
            <pc:sldMk cId="742361211" sldId="2147477775"/>
            <ac:spMk id="60" creationId="{11F00978-BA07-3B37-0E6A-4560FFA49705}"/>
          </ac:spMkLst>
        </pc:spChg>
        <pc:picChg chg="mod">
          <ac:chgData name="Ummat, Shivi" userId="c9ac934f-fc13-4e5c-8ca4-2104f5fa597c" providerId="ADAL" clId="{13547488-DEA3-5A63-B5CE-F08934EB9119}" dt="2026-05-02T00:19:27.671" v="1425" actId="1076"/>
          <ac:picMkLst>
            <pc:docMk/>
            <pc:sldMk cId="742361211" sldId="2147477775"/>
            <ac:picMk id="34" creationId="{8E2C3F44-F150-C736-DC50-CA884737F12C}"/>
          </ac:picMkLst>
        </pc:picChg>
        <pc:picChg chg="mod">
          <ac:chgData name="Ummat, Shivi" userId="c9ac934f-fc13-4e5c-8ca4-2104f5fa597c" providerId="ADAL" clId="{13547488-DEA3-5A63-B5CE-F08934EB9119}" dt="2026-05-02T00:19:27.671" v="1425" actId="1076"/>
          <ac:picMkLst>
            <pc:docMk/>
            <pc:sldMk cId="742361211" sldId="2147477775"/>
            <ac:picMk id="39" creationId="{DECD9E5A-067E-86BF-C20D-555E07710FE2}"/>
          </ac:picMkLst>
        </pc:picChg>
      </pc:sldChg>
      <pc:sldChg chg="addSp delSp modSp add mod">
        <pc:chgData name="Ummat, Shivi" userId="c9ac934f-fc13-4e5c-8ca4-2104f5fa597c" providerId="ADAL" clId="{13547488-DEA3-5A63-B5CE-F08934EB9119}" dt="2026-05-02T00:23:05.018" v="1507" actId="20577"/>
        <pc:sldMkLst>
          <pc:docMk/>
          <pc:sldMk cId="3846134347" sldId="2147477776"/>
        </pc:sldMkLst>
        <pc:spChg chg="add mod">
          <ac:chgData name="Ummat, Shivi" userId="c9ac934f-fc13-4e5c-8ca4-2104f5fa597c" providerId="ADAL" clId="{13547488-DEA3-5A63-B5CE-F08934EB9119}" dt="2026-05-02T00:06:43.281" v="452"/>
          <ac:spMkLst>
            <pc:docMk/>
            <pc:sldMk cId="3846134347" sldId="2147477776"/>
            <ac:spMk id="2" creationId="{413E664B-6212-4570-0A48-6CCAF7C416BE}"/>
          </ac:spMkLst>
        </pc:spChg>
        <pc:spChg chg="add mod">
          <ac:chgData name="Ummat, Shivi" userId="c9ac934f-fc13-4e5c-8ca4-2104f5fa597c" providerId="ADAL" clId="{13547488-DEA3-5A63-B5CE-F08934EB9119}" dt="2026-05-02T00:06:43.281" v="452"/>
          <ac:spMkLst>
            <pc:docMk/>
            <pc:sldMk cId="3846134347" sldId="2147477776"/>
            <ac:spMk id="3" creationId="{8D5D5E8D-DF66-CEFE-16B2-49987CDB0A26}"/>
          </ac:spMkLst>
        </pc:spChg>
        <pc:spChg chg="add mod">
          <ac:chgData name="Ummat, Shivi" userId="c9ac934f-fc13-4e5c-8ca4-2104f5fa597c" providerId="ADAL" clId="{13547488-DEA3-5A63-B5CE-F08934EB9119}" dt="2026-05-02T00:06:43.281" v="452"/>
          <ac:spMkLst>
            <pc:docMk/>
            <pc:sldMk cId="3846134347" sldId="2147477776"/>
            <ac:spMk id="4" creationId="{01F1BF74-2721-F8D5-9DD5-335C9670742D}"/>
          </ac:spMkLst>
        </pc:spChg>
        <pc:spChg chg="add mod">
          <ac:chgData name="Ummat, Shivi" userId="c9ac934f-fc13-4e5c-8ca4-2104f5fa597c" providerId="ADAL" clId="{13547488-DEA3-5A63-B5CE-F08934EB9119}" dt="2026-05-02T00:06:43.281" v="452"/>
          <ac:spMkLst>
            <pc:docMk/>
            <pc:sldMk cId="3846134347" sldId="2147477776"/>
            <ac:spMk id="5" creationId="{8B633127-967D-9088-C49A-B8C4FDD9CDED}"/>
          </ac:spMkLst>
        </pc:spChg>
        <pc:spChg chg="add mod">
          <ac:chgData name="Ummat, Shivi" userId="c9ac934f-fc13-4e5c-8ca4-2104f5fa597c" providerId="ADAL" clId="{13547488-DEA3-5A63-B5CE-F08934EB9119}" dt="2026-05-02T00:23:05.018" v="1507" actId="20577"/>
          <ac:spMkLst>
            <pc:docMk/>
            <pc:sldMk cId="3846134347" sldId="2147477776"/>
            <ac:spMk id="6" creationId="{1E34943F-8DF5-FCC6-27A0-FF46EC9BEFF0}"/>
          </ac:spMkLst>
        </pc:spChg>
      </pc:sldChg>
      <pc:sldChg chg="addSp delSp modSp mod modNotes modNotesTx">
        <pc:chgData name="Ummat, Shivi" userId="c9ac934f-fc13-4e5c-8ca4-2104f5fa597c" providerId="ADAL" clId="{13547488-DEA3-5A63-B5CE-F08934EB9119}" dt="2026-05-06T19:00:06.609" v="2764" actId="20577"/>
        <pc:sldMkLst>
          <pc:docMk/>
          <pc:sldMk cId="3531227146" sldId="2147477780"/>
        </pc:sldMkLst>
        <pc:spChg chg="del">
          <ac:chgData name="Ummat, Shivi" userId="c9ac934f-fc13-4e5c-8ca4-2104f5fa597c" providerId="ADAL" clId="{13547488-DEA3-5A63-B5CE-F08934EB9119}" dt="2026-05-06T18:08:34.670" v="1920" actId="478"/>
          <ac:spMkLst>
            <pc:docMk/>
            <pc:sldMk cId="3531227146" sldId="2147477780"/>
            <ac:spMk id="5" creationId="{4783C364-0954-2F16-B565-14D1FCD6537A}"/>
          </ac:spMkLst>
        </pc:spChg>
        <pc:spChg chg="del">
          <ac:chgData name="Ummat, Shivi" userId="c9ac934f-fc13-4e5c-8ca4-2104f5fa597c" providerId="ADAL" clId="{13547488-DEA3-5A63-B5CE-F08934EB9119}" dt="2026-05-06T18:08:34.670" v="1920" actId="478"/>
          <ac:spMkLst>
            <pc:docMk/>
            <pc:sldMk cId="3531227146" sldId="2147477780"/>
            <ac:spMk id="7" creationId="{DFBA1A4D-C3B0-11DB-3C6D-F30B79E68902}"/>
          </ac:spMkLst>
        </pc:spChg>
        <pc:spChg chg="del">
          <ac:chgData name="Ummat, Shivi" userId="c9ac934f-fc13-4e5c-8ca4-2104f5fa597c" providerId="ADAL" clId="{13547488-DEA3-5A63-B5CE-F08934EB9119}" dt="2026-05-06T18:08:34.670" v="1920" actId="478"/>
          <ac:spMkLst>
            <pc:docMk/>
            <pc:sldMk cId="3531227146" sldId="2147477780"/>
            <ac:spMk id="11" creationId="{AC02F5FA-17DE-680D-0E3C-E2BF68C08132}"/>
          </ac:spMkLst>
        </pc:spChg>
        <pc:spChg chg="del">
          <ac:chgData name="Ummat, Shivi" userId="c9ac934f-fc13-4e5c-8ca4-2104f5fa597c" providerId="ADAL" clId="{13547488-DEA3-5A63-B5CE-F08934EB9119}" dt="2026-05-06T18:08:34.670" v="1920" actId="478"/>
          <ac:spMkLst>
            <pc:docMk/>
            <pc:sldMk cId="3531227146" sldId="2147477780"/>
            <ac:spMk id="20" creationId="{5B751831-3B56-8111-5BB3-479703512C02}"/>
          </ac:spMkLst>
        </pc:spChg>
        <pc:spChg chg="del">
          <ac:chgData name="Ummat, Shivi" userId="c9ac934f-fc13-4e5c-8ca4-2104f5fa597c" providerId="ADAL" clId="{13547488-DEA3-5A63-B5CE-F08934EB9119}" dt="2026-05-06T18:08:34.670" v="1920" actId="478"/>
          <ac:spMkLst>
            <pc:docMk/>
            <pc:sldMk cId="3531227146" sldId="2147477780"/>
            <ac:spMk id="22" creationId="{BF0E38EA-0BAD-9DCE-939B-F2995421ECB3}"/>
          </ac:spMkLst>
        </pc:spChg>
        <pc:spChg chg="del">
          <ac:chgData name="Ummat, Shivi" userId="c9ac934f-fc13-4e5c-8ca4-2104f5fa597c" providerId="ADAL" clId="{13547488-DEA3-5A63-B5CE-F08934EB9119}" dt="2026-05-06T18:08:34.670" v="1920" actId="478"/>
          <ac:spMkLst>
            <pc:docMk/>
            <pc:sldMk cId="3531227146" sldId="2147477780"/>
            <ac:spMk id="34" creationId="{6B777B7E-EEF2-0FF2-6576-BFAA873DA2D9}"/>
          </ac:spMkLst>
        </pc:spChg>
        <pc:spChg chg="del">
          <ac:chgData name="Ummat, Shivi" userId="c9ac934f-fc13-4e5c-8ca4-2104f5fa597c" providerId="ADAL" clId="{13547488-DEA3-5A63-B5CE-F08934EB9119}" dt="2026-05-06T18:08:34.670" v="1920" actId="478"/>
          <ac:spMkLst>
            <pc:docMk/>
            <pc:sldMk cId="3531227146" sldId="2147477780"/>
            <ac:spMk id="35" creationId="{714B7420-1422-899F-512F-752EA30A2A1F}"/>
          </ac:spMkLst>
        </pc:spChg>
        <pc:spChg chg="del">
          <ac:chgData name="Ummat, Shivi" userId="c9ac934f-fc13-4e5c-8ca4-2104f5fa597c" providerId="ADAL" clId="{13547488-DEA3-5A63-B5CE-F08934EB9119}" dt="2026-05-06T18:08:34.670" v="1920" actId="478"/>
          <ac:spMkLst>
            <pc:docMk/>
            <pc:sldMk cId="3531227146" sldId="2147477780"/>
            <ac:spMk id="36" creationId="{52F4AF1B-01E5-5555-7AAA-48BA66BC4224}"/>
          </ac:spMkLst>
        </pc:spChg>
        <pc:spChg chg="del">
          <ac:chgData name="Ummat, Shivi" userId="c9ac934f-fc13-4e5c-8ca4-2104f5fa597c" providerId="ADAL" clId="{13547488-DEA3-5A63-B5CE-F08934EB9119}" dt="2026-05-06T18:08:34.670" v="1920" actId="478"/>
          <ac:spMkLst>
            <pc:docMk/>
            <pc:sldMk cId="3531227146" sldId="2147477780"/>
            <ac:spMk id="44" creationId="{3258CE68-A1F7-F07D-DBE4-BDDD29076DBF}"/>
          </ac:spMkLst>
        </pc:spChg>
        <pc:spChg chg="del">
          <ac:chgData name="Ummat, Shivi" userId="c9ac934f-fc13-4e5c-8ca4-2104f5fa597c" providerId="ADAL" clId="{13547488-DEA3-5A63-B5CE-F08934EB9119}" dt="2026-05-06T18:08:34.670" v="1920" actId="478"/>
          <ac:spMkLst>
            <pc:docMk/>
            <pc:sldMk cId="3531227146" sldId="2147477780"/>
            <ac:spMk id="50" creationId="{61BC1FA0-3AAD-987D-74F1-F65222507181}"/>
          </ac:spMkLst>
        </pc:spChg>
        <pc:spChg chg="add mod">
          <ac:chgData name="Ummat, Shivi" userId="c9ac934f-fc13-4e5c-8ca4-2104f5fa597c" providerId="ADAL" clId="{13547488-DEA3-5A63-B5CE-F08934EB9119}" dt="2026-05-06T18:08:32.550" v="1919"/>
          <ac:spMkLst>
            <pc:docMk/>
            <pc:sldMk cId="3531227146" sldId="2147477780"/>
            <ac:spMk id="52" creationId="{B62F5CC8-0EC4-AFA6-8F3E-126240A9EC8A}"/>
          </ac:spMkLst>
        </pc:spChg>
        <pc:spChg chg="add mod">
          <ac:chgData name="Ummat, Shivi" userId="c9ac934f-fc13-4e5c-8ca4-2104f5fa597c" providerId="ADAL" clId="{13547488-DEA3-5A63-B5CE-F08934EB9119}" dt="2026-05-06T18:08:32.550" v="1919"/>
          <ac:spMkLst>
            <pc:docMk/>
            <pc:sldMk cId="3531227146" sldId="2147477780"/>
            <ac:spMk id="62" creationId="{386EBDFF-6DC1-AC87-58F3-5F26D0344479}"/>
          </ac:spMkLst>
        </pc:spChg>
        <pc:spChg chg="add mod">
          <ac:chgData name="Ummat, Shivi" userId="c9ac934f-fc13-4e5c-8ca4-2104f5fa597c" providerId="ADAL" clId="{13547488-DEA3-5A63-B5CE-F08934EB9119}" dt="2026-05-06T18:08:32.550" v="1919"/>
          <ac:spMkLst>
            <pc:docMk/>
            <pc:sldMk cId="3531227146" sldId="2147477780"/>
            <ac:spMk id="74" creationId="{8882B4D2-F982-4458-5A8C-379CAA0AD28D}"/>
          </ac:spMkLst>
        </pc:spChg>
        <pc:spChg chg="add mod">
          <ac:chgData name="Ummat, Shivi" userId="c9ac934f-fc13-4e5c-8ca4-2104f5fa597c" providerId="ADAL" clId="{13547488-DEA3-5A63-B5CE-F08934EB9119}" dt="2026-05-06T18:08:32.550" v="1919"/>
          <ac:spMkLst>
            <pc:docMk/>
            <pc:sldMk cId="3531227146" sldId="2147477780"/>
            <ac:spMk id="75" creationId="{A401C060-53E7-FCDF-EFD5-6DBDBBB8C673}"/>
          </ac:spMkLst>
        </pc:spChg>
        <pc:spChg chg="add mod">
          <ac:chgData name="Ummat, Shivi" userId="c9ac934f-fc13-4e5c-8ca4-2104f5fa597c" providerId="ADAL" clId="{13547488-DEA3-5A63-B5CE-F08934EB9119}" dt="2026-05-06T18:08:32.550" v="1919"/>
          <ac:spMkLst>
            <pc:docMk/>
            <pc:sldMk cId="3531227146" sldId="2147477780"/>
            <ac:spMk id="78" creationId="{91B38489-0386-A6E2-831F-9C1A609AE910}"/>
          </ac:spMkLst>
        </pc:spChg>
        <pc:spChg chg="add mod">
          <ac:chgData name="Ummat, Shivi" userId="c9ac934f-fc13-4e5c-8ca4-2104f5fa597c" providerId="ADAL" clId="{13547488-DEA3-5A63-B5CE-F08934EB9119}" dt="2026-05-06T18:08:32.550" v="1919"/>
          <ac:spMkLst>
            <pc:docMk/>
            <pc:sldMk cId="3531227146" sldId="2147477780"/>
            <ac:spMk id="88" creationId="{E5576799-AB9A-A96C-A16B-5FF954328F49}"/>
          </ac:spMkLst>
        </pc:spChg>
        <pc:spChg chg="add mod">
          <ac:chgData name="Ummat, Shivi" userId="c9ac934f-fc13-4e5c-8ca4-2104f5fa597c" providerId="ADAL" clId="{13547488-DEA3-5A63-B5CE-F08934EB9119}" dt="2026-05-06T18:08:32.550" v="1919"/>
          <ac:spMkLst>
            <pc:docMk/>
            <pc:sldMk cId="3531227146" sldId="2147477780"/>
            <ac:spMk id="90" creationId="{C928B88A-057D-8D8C-18E5-DB4E8DCB65A0}"/>
          </ac:spMkLst>
        </pc:spChg>
        <pc:spChg chg="add mod">
          <ac:chgData name="Ummat, Shivi" userId="c9ac934f-fc13-4e5c-8ca4-2104f5fa597c" providerId="ADAL" clId="{13547488-DEA3-5A63-B5CE-F08934EB9119}" dt="2026-05-06T18:08:32.550" v="1919"/>
          <ac:spMkLst>
            <pc:docMk/>
            <pc:sldMk cId="3531227146" sldId="2147477780"/>
            <ac:spMk id="91" creationId="{10DE7CC3-02E4-277A-593C-FEF20CC7724C}"/>
          </ac:spMkLst>
        </pc:spChg>
        <pc:spChg chg="add mod">
          <ac:chgData name="Ummat, Shivi" userId="c9ac934f-fc13-4e5c-8ca4-2104f5fa597c" providerId="ADAL" clId="{13547488-DEA3-5A63-B5CE-F08934EB9119}" dt="2026-05-06T18:08:32.550" v="1919"/>
          <ac:spMkLst>
            <pc:docMk/>
            <pc:sldMk cId="3531227146" sldId="2147477780"/>
            <ac:spMk id="97" creationId="{5A4A6750-1243-52DF-12D2-71A317A8E106}"/>
          </ac:spMkLst>
        </pc:spChg>
        <pc:spChg chg="add mod">
          <ac:chgData name="Ummat, Shivi" userId="c9ac934f-fc13-4e5c-8ca4-2104f5fa597c" providerId="ADAL" clId="{13547488-DEA3-5A63-B5CE-F08934EB9119}" dt="2026-05-06T18:08:32.550" v="1919"/>
          <ac:spMkLst>
            <pc:docMk/>
            <pc:sldMk cId="3531227146" sldId="2147477780"/>
            <ac:spMk id="100" creationId="{26A9017D-FF9F-ED16-A8EA-FD1901FF4BE8}"/>
          </ac:spMkLst>
        </pc:spChg>
        <pc:spChg chg="add mod">
          <ac:chgData name="Ummat, Shivi" userId="c9ac934f-fc13-4e5c-8ca4-2104f5fa597c" providerId="ADAL" clId="{13547488-DEA3-5A63-B5CE-F08934EB9119}" dt="2026-05-06T18:45:06.951" v="2450" actId="1076"/>
          <ac:spMkLst>
            <pc:docMk/>
            <pc:sldMk cId="3531227146" sldId="2147477780"/>
            <ac:spMk id="103" creationId="{263E1B07-8B24-0954-A48D-FF0FED31C9A0}"/>
          </ac:spMkLst>
        </pc:spChg>
        <pc:spChg chg="add mod">
          <ac:chgData name="Ummat, Shivi" userId="c9ac934f-fc13-4e5c-8ca4-2104f5fa597c" providerId="ADAL" clId="{13547488-DEA3-5A63-B5CE-F08934EB9119}" dt="2026-05-06T18:08:35.229" v="1921"/>
          <ac:spMkLst>
            <pc:docMk/>
            <pc:sldMk cId="3531227146" sldId="2147477780"/>
            <ac:spMk id="105" creationId="{B63DA640-9284-21BB-BD39-7D9DBB68FC2D}"/>
          </ac:spMkLst>
        </pc:spChg>
        <pc:spChg chg="add mod">
          <ac:chgData name="Ummat, Shivi" userId="c9ac934f-fc13-4e5c-8ca4-2104f5fa597c" providerId="ADAL" clId="{13547488-DEA3-5A63-B5CE-F08934EB9119}" dt="2026-05-06T18:08:35.229" v="1921"/>
          <ac:spMkLst>
            <pc:docMk/>
            <pc:sldMk cId="3531227146" sldId="2147477780"/>
            <ac:spMk id="115" creationId="{F3395295-0637-777B-8563-09E94C48D084}"/>
          </ac:spMkLst>
        </pc:spChg>
        <pc:spChg chg="add mod">
          <ac:chgData name="Ummat, Shivi" userId="c9ac934f-fc13-4e5c-8ca4-2104f5fa597c" providerId="ADAL" clId="{13547488-DEA3-5A63-B5CE-F08934EB9119}" dt="2026-05-06T18:08:35.229" v="1921"/>
          <ac:spMkLst>
            <pc:docMk/>
            <pc:sldMk cId="3531227146" sldId="2147477780"/>
            <ac:spMk id="116" creationId="{EFB4F7BC-9E19-1672-069B-714DFD0C7764}"/>
          </ac:spMkLst>
        </pc:spChg>
        <pc:spChg chg="add mod">
          <ac:chgData name="Ummat, Shivi" userId="c9ac934f-fc13-4e5c-8ca4-2104f5fa597c" providerId="ADAL" clId="{13547488-DEA3-5A63-B5CE-F08934EB9119}" dt="2026-05-06T18:08:35.229" v="1921"/>
          <ac:spMkLst>
            <pc:docMk/>
            <pc:sldMk cId="3531227146" sldId="2147477780"/>
            <ac:spMk id="124" creationId="{0B0079BB-969A-08E8-1869-F56BF3B14F2C}"/>
          </ac:spMkLst>
        </pc:spChg>
        <pc:spChg chg="mod">
          <ac:chgData name="Ummat, Shivi" userId="c9ac934f-fc13-4e5c-8ca4-2104f5fa597c" providerId="ADAL" clId="{13547488-DEA3-5A63-B5CE-F08934EB9119}" dt="2026-05-06T18:45:27.490" v="2455" actId="404"/>
          <ac:spMkLst>
            <pc:docMk/>
            <pc:sldMk cId="3531227146" sldId="2147477780"/>
            <ac:spMk id="127" creationId="{49710901-3093-23F0-EDFC-5BFE0B86342E}"/>
          </ac:spMkLst>
        </pc:spChg>
        <pc:spChg chg="mod">
          <ac:chgData name="Ummat, Shivi" userId="c9ac934f-fc13-4e5c-8ca4-2104f5fa597c" providerId="ADAL" clId="{13547488-DEA3-5A63-B5CE-F08934EB9119}" dt="2026-05-06T18:45:27.490" v="2455" actId="404"/>
          <ac:spMkLst>
            <pc:docMk/>
            <pc:sldMk cId="3531227146" sldId="2147477780"/>
            <ac:spMk id="128" creationId="{C006C32F-4B00-9A42-7BE8-04C853CF3BD7}"/>
          </ac:spMkLst>
        </pc:spChg>
        <pc:spChg chg="mod">
          <ac:chgData name="Ummat, Shivi" userId="c9ac934f-fc13-4e5c-8ca4-2104f5fa597c" providerId="ADAL" clId="{13547488-DEA3-5A63-B5CE-F08934EB9119}" dt="2026-05-06T18:45:17.909" v="2452" actId="403"/>
          <ac:spMkLst>
            <pc:docMk/>
            <pc:sldMk cId="3531227146" sldId="2147477780"/>
            <ac:spMk id="131" creationId="{5C6B2E29-8B7B-ED9B-2E45-EF3E73B5E95F}"/>
          </ac:spMkLst>
        </pc:spChg>
        <pc:spChg chg="mod">
          <ac:chgData name="Ummat, Shivi" userId="c9ac934f-fc13-4e5c-8ca4-2104f5fa597c" providerId="ADAL" clId="{13547488-DEA3-5A63-B5CE-F08934EB9119}" dt="2026-05-06T18:45:17.909" v="2452" actId="403"/>
          <ac:spMkLst>
            <pc:docMk/>
            <pc:sldMk cId="3531227146" sldId="2147477780"/>
            <ac:spMk id="132" creationId="{720CFD39-2FEE-5F56-5AC9-9878415A139A}"/>
          </ac:spMkLst>
        </pc:spChg>
        <pc:spChg chg="mod">
          <ac:chgData name="Ummat, Shivi" userId="c9ac934f-fc13-4e5c-8ca4-2104f5fa597c" providerId="ADAL" clId="{13547488-DEA3-5A63-B5CE-F08934EB9119}" dt="2026-05-06T18:10:49.349" v="1969" actId="20577"/>
          <ac:spMkLst>
            <pc:docMk/>
            <pc:sldMk cId="3531227146" sldId="2147477780"/>
            <ac:spMk id="134" creationId="{1C0CCC96-92A5-A5A0-9B3E-D58A3CE84BD5}"/>
          </ac:spMkLst>
        </pc:spChg>
        <pc:spChg chg="mod">
          <ac:chgData name="Ummat, Shivi" userId="c9ac934f-fc13-4e5c-8ca4-2104f5fa597c" providerId="ADAL" clId="{13547488-DEA3-5A63-B5CE-F08934EB9119}" dt="2026-05-06T18:10:47.484" v="1965" actId="20577"/>
          <ac:spMkLst>
            <pc:docMk/>
            <pc:sldMk cId="3531227146" sldId="2147477780"/>
            <ac:spMk id="135" creationId="{A806CE90-9BCA-5837-9E71-C64FD90E387E}"/>
          </ac:spMkLst>
        </pc:spChg>
        <pc:spChg chg="add mod">
          <ac:chgData name="Ummat, Shivi" userId="c9ac934f-fc13-4e5c-8ca4-2104f5fa597c" providerId="ADAL" clId="{13547488-DEA3-5A63-B5CE-F08934EB9119}" dt="2026-05-06T18:45:17.909" v="2452" actId="403"/>
          <ac:spMkLst>
            <pc:docMk/>
            <pc:sldMk cId="3531227146" sldId="2147477780"/>
            <ac:spMk id="136" creationId="{51F20CA1-4224-E59A-4E33-C9B2F804DBE1}"/>
          </ac:spMkLst>
        </pc:spChg>
        <pc:spChg chg="mod">
          <ac:chgData name="Ummat, Shivi" userId="c9ac934f-fc13-4e5c-8ca4-2104f5fa597c" providerId="ADAL" clId="{13547488-DEA3-5A63-B5CE-F08934EB9119}" dt="2026-05-06T18:45:17.909" v="2452" actId="403"/>
          <ac:spMkLst>
            <pc:docMk/>
            <pc:sldMk cId="3531227146" sldId="2147477780"/>
            <ac:spMk id="137" creationId="{D20052B9-9549-FDC9-9D93-C19AB4E87265}"/>
          </ac:spMkLst>
        </pc:spChg>
        <pc:spChg chg="mod">
          <ac:chgData name="Ummat, Shivi" userId="c9ac934f-fc13-4e5c-8ca4-2104f5fa597c" providerId="ADAL" clId="{13547488-DEA3-5A63-B5CE-F08934EB9119}" dt="2026-05-06T18:45:17.909" v="2452" actId="403"/>
          <ac:spMkLst>
            <pc:docMk/>
            <pc:sldMk cId="3531227146" sldId="2147477780"/>
            <ac:spMk id="139" creationId="{FB10DFD9-79A2-44B0-18DA-CEF43E2492CA}"/>
          </ac:spMkLst>
        </pc:spChg>
        <pc:spChg chg="add mod">
          <ac:chgData name="Ummat, Shivi" userId="c9ac934f-fc13-4e5c-8ca4-2104f5fa597c" providerId="ADAL" clId="{13547488-DEA3-5A63-B5CE-F08934EB9119}" dt="2026-05-06T18:45:17.909" v="2452" actId="403"/>
          <ac:spMkLst>
            <pc:docMk/>
            <pc:sldMk cId="3531227146" sldId="2147477780"/>
            <ac:spMk id="141" creationId="{8C9FF3F6-9235-5419-FD18-A98CBC78124F}"/>
          </ac:spMkLst>
        </pc:spChg>
        <pc:spChg chg="add mod">
          <ac:chgData name="Ummat, Shivi" userId="c9ac934f-fc13-4e5c-8ca4-2104f5fa597c" providerId="ADAL" clId="{13547488-DEA3-5A63-B5CE-F08934EB9119}" dt="2026-05-06T18:45:17.909" v="2452" actId="403"/>
          <ac:spMkLst>
            <pc:docMk/>
            <pc:sldMk cId="3531227146" sldId="2147477780"/>
            <ac:spMk id="143" creationId="{0B333237-242E-01D1-0134-66CDE77AF2C1}"/>
          </ac:spMkLst>
        </pc:spChg>
        <pc:spChg chg="mod">
          <ac:chgData name="Ummat, Shivi" userId="c9ac934f-fc13-4e5c-8ca4-2104f5fa597c" providerId="ADAL" clId="{13547488-DEA3-5A63-B5CE-F08934EB9119}" dt="2026-05-06T18:13:06.289" v="2022" actId="1076"/>
          <ac:spMkLst>
            <pc:docMk/>
            <pc:sldMk cId="3531227146" sldId="2147477780"/>
            <ac:spMk id="144" creationId="{6760F834-289D-6D89-3242-B5CECF3E9F4E}"/>
          </ac:spMkLst>
        </pc:spChg>
        <pc:spChg chg="add del mod">
          <ac:chgData name="Ummat, Shivi" userId="c9ac934f-fc13-4e5c-8ca4-2104f5fa597c" providerId="ADAL" clId="{13547488-DEA3-5A63-B5CE-F08934EB9119}" dt="2026-05-06T18:13:03.129" v="2021" actId="478"/>
          <ac:spMkLst>
            <pc:docMk/>
            <pc:sldMk cId="3531227146" sldId="2147477780"/>
            <ac:spMk id="145" creationId="{07D9FD76-90F4-2854-EE9F-D038E35A65B6}"/>
          </ac:spMkLst>
        </pc:spChg>
        <pc:spChg chg="add mod">
          <ac:chgData name="Ummat, Shivi" userId="c9ac934f-fc13-4e5c-8ca4-2104f5fa597c" providerId="ADAL" clId="{13547488-DEA3-5A63-B5CE-F08934EB9119}" dt="2026-05-06T18:45:17.909" v="2452" actId="403"/>
          <ac:spMkLst>
            <pc:docMk/>
            <pc:sldMk cId="3531227146" sldId="2147477780"/>
            <ac:spMk id="146" creationId="{833C1C89-1DE5-3D23-93C0-88C00F071C3D}"/>
          </ac:spMkLst>
        </pc:spChg>
        <pc:spChg chg="mod">
          <ac:chgData name="Ummat, Shivi" userId="c9ac934f-fc13-4e5c-8ca4-2104f5fa597c" providerId="ADAL" clId="{13547488-DEA3-5A63-B5CE-F08934EB9119}" dt="2026-05-06T18:45:17.909" v="2452" actId="403"/>
          <ac:spMkLst>
            <pc:docMk/>
            <pc:sldMk cId="3531227146" sldId="2147477780"/>
            <ac:spMk id="147" creationId="{694BD479-8D20-ED14-371C-DB74792D8AA1}"/>
          </ac:spMkLst>
        </pc:spChg>
        <pc:spChg chg="add mod">
          <ac:chgData name="Ummat, Shivi" userId="c9ac934f-fc13-4e5c-8ca4-2104f5fa597c" providerId="ADAL" clId="{13547488-DEA3-5A63-B5CE-F08934EB9119}" dt="2026-05-06T18:45:17.909" v="2452" actId="403"/>
          <ac:spMkLst>
            <pc:docMk/>
            <pc:sldMk cId="3531227146" sldId="2147477780"/>
            <ac:spMk id="148" creationId="{659801E2-2C6B-F892-7CDD-B862AB473B3F}"/>
          </ac:spMkLst>
        </pc:spChg>
        <pc:spChg chg="mod">
          <ac:chgData name="Ummat, Shivi" userId="c9ac934f-fc13-4e5c-8ca4-2104f5fa597c" providerId="ADAL" clId="{13547488-DEA3-5A63-B5CE-F08934EB9119}" dt="2026-05-06T18:45:27.490" v="2455" actId="404"/>
          <ac:spMkLst>
            <pc:docMk/>
            <pc:sldMk cId="3531227146" sldId="2147477780"/>
            <ac:spMk id="149" creationId="{AE12F9DD-0476-7342-FEE8-DF2AD2A00373}"/>
          </ac:spMkLst>
        </pc:spChg>
      </pc:sldChg>
      <pc:sldChg chg="addSp delSp modSp add del mod">
        <pc:chgData name="Ummat, Shivi" userId="c9ac934f-fc13-4e5c-8ca4-2104f5fa597c" providerId="ADAL" clId="{13547488-DEA3-5A63-B5CE-F08934EB9119}" dt="2026-05-06T18:46:19.052" v="2462" actId="2696"/>
        <pc:sldMkLst>
          <pc:docMk/>
          <pc:sldMk cId="2922777116" sldId="2147477781"/>
        </pc:sldMkLst>
        <pc:spChg chg="del">
          <ac:chgData name="Ummat, Shivi" userId="c9ac934f-fc13-4e5c-8ca4-2104f5fa597c" providerId="ADAL" clId="{13547488-DEA3-5A63-B5CE-F08934EB9119}" dt="2026-05-06T18:21:36.818" v="2079" actId="478"/>
          <ac:spMkLst>
            <pc:docMk/>
            <pc:sldMk cId="2922777116" sldId="2147477781"/>
            <ac:spMk id="2" creationId="{FF4D11CB-594D-CA16-5449-2AB5FC05134D}"/>
          </ac:spMkLst>
        </pc:spChg>
        <pc:spChg chg="del">
          <ac:chgData name="Ummat, Shivi" userId="c9ac934f-fc13-4e5c-8ca4-2104f5fa597c" providerId="ADAL" clId="{13547488-DEA3-5A63-B5CE-F08934EB9119}" dt="2026-05-06T18:21:36.818" v="2079" actId="478"/>
          <ac:spMkLst>
            <pc:docMk/>
            <pc:sldMk cId="2922777116" sldId="2147477781"/>
            <ac:spMk id="6" creationId="{B792A3D3-5B4B-D4E2-82D7-1F8FDA1538BC}"/>
          </ac:spMkLst>
        </pc:spChg>
        <pc:spChg chg="del">
          <ac:chgData name="Ummat, Shivi" userId="c9ac934f-fc13-4e5c-8ca4-2104f5fa597c" providerId="ADAL" clId="{13547488-DEA3-5A63-B5CE-F08934EB9119}" dt="2026-05-06T18:21:36.818" v="2079" actId="478"/>
          <ac:spMkLst>
            <pc:docMk/>
            <pc:sldMk cId="2922777116" sldId="2147477781"/>
            <ac:spMk id="8" creationId="{8C4C8DE8-91C7-2218-D508-AB2EAEE83ABA}"/>
          </ac:spMkLst>
        </pc:spChg>
        <pc:spChg chg="del">
          <ac:chgData name="Ummat, Shivi" userId="c9ac934f-fc13-4e5c-8ca4-2104f5fa597c" providerId="ADAL" clId="{13547488-DEA3-5A63-B5CE-F08934EB9119}" dt="2026-05-06T18:21:36.818" v="2079" actId="478"/>
          <ac:spMkLst>
            <pc:docMk/>
            <pc:sldMk cId="2922777116" sldId="2147477781"/>
            <ac:spMk id="9" creationId="{53109AE4-9E40-2765-67B1-2D880603D80B}"/>
          </ac:spMkLst>
        </pc:spChg>
        <pc:spChg chg="del">
          <ac:chgData name="Ummat, Shivi" userId="c9ac934f-fc13-4e5c-8ca4-2104f5fa597c" providerId="ADAL" clId="{13547488-DEA3-5A63-B5CE-F08934EB9119}" dt="2026-05-06T18:21:36.818" v="2079" actId="478"/>
          <ac:spMkLst>
            <pc:docMk/>
            <pc:sldMk cId="2922777116" sldId="2147477781"/>
            <ac:spMk id="10" creationId="{F3C7DED1-AB8D-5C91-8117-845AEF7C6B34}"/>
          </ac:spMkLst>
        </pc:spChg>
        <pc:spChg chg="del">
          <ac:chgData name="Ummat, Shivi" userId="c9ac934f-fc13-4e5c-8ca4-2104f5fa597c" providerId="ADAL" clId="{13547488-DEA3-5A63-B5CE-F08934EB9119}" dt="2026-05-06T18:21:36.818" v="2079" actId="478"/>
          <ac:spMkLst>
            <pc:docMk/>
            <pc:sldMk cId="2922777116" sldId="2147477781"/>
            <ac:spMk id="11" creationId="{33A220CF-81AB-AB01-3E9E-4B6431DC7D19}"/>
          </ac:spMkLst>
        </pc:spChg>
        <pc:spChg chg="del">
          <ac:chgData name="Ummat, Shivi" userId="c9ac934f-fc13-4e5c-8ca4-2104f5fa597c" providerId="ADAL" clId="{13547488-DEA3-5A63-B5CE-F08934EB9119}" dt="2026-05-06T18:21:36.818" v="2079" actId="478"/>
          <ac:spMkLst>
            <pc:docMk/>
            <pc:sldMk cId="2922777116" sldId="2147477781"/>
            <ac:spMk id="13" creationId="{7F759C22-DDBA-A018-7538-9E88D99C4323}"/>
          </ac:spMkLst>
        </pc:spChg>
        <pc:spChg chg="del">
          <ac:chgData name="Ummat, Shivi" userId="c9ac934f-fc13-4e5c-8ca4-2104f5fa597c" providerId="ADAL" clId="{13547488-DEA3-5A63-B5CE-F08934EB9119}" dt="2026-05-06T18:21:36.818" v="2079" actId="478"/>
          <ac:spMkLst>
            <pc:docMk/>
            <pc:sldMk cId="2922777116" sldId="2147477781"/>
            <ac:spMk id="15" creationId="{018BE1D3-83CB-136A-1922-116D1500EB38}"/>
          </ac:spMkLst>
        </pc:spChg>
        <pc:spChg chg="del">
          <ac:chgData name="Ummat, Shivi" userId="c9ac934f-fc13-4e5c-8ca4-2104f5fa597c" providerId="ADAL" clId="{13547488-DEA3-5A63-B5CE-F08934EB9119}" dt="2026-05-06T18:21:36.818" v="2079" actId="478"/>
          <ac:spMkLst>
            <pc:docMk/>
            <pc:sldMk cId="2922777116" sldId="2147477781"/>
            <ac:spMk id="16" creationId="{3155A823-7C11-039D-EFB0-8F044DE7228F}"/>
          </ac:spMkLst>
        </pc:spChg>
        <pc:spChg chg="del">
          <ac:chgData name="Ummat, Shivi" userId="c9ac934f-fc13-4e5c-8ca4-2104f5fa597c" providerId="ADAL" clId="{13547488-DEA3-5A63-B5CE-F08934EB9119}" dt="2026-05-06T18:21:36.818" v="2079" actId="478"/>
          <ac:spMkLst>
            <pc:docMk/>
            <pc:sldMk cId="2922777116" sldId="2147477781"/>
            <ac:spMk id="17" creationId="{CE41654D-621B-8746-6B49-1127BB3BEF30}"/>
          </ac:spMkLst>
        </pc:spChg>
        <pc:spChg chg="add mod">
          <ac:chgData name="Ummat, Shivi" userId="c9ac934f-fc13-4e5c-8ca4-2104f5fa597c" providerId="ADAL" clId="{13547488-DEA3-5A63-B5CE-F08934EB9119}" dt="2026-05-06T18:21:37.252" v="2080"/>
          <ac:spMkLst>
            <pc:docMk/>
            <pc:sldMk cId="2922777116" sldId="2147477781"/>
            <ac:spMk id="20" creationId="{3BC0F404-2346-985A-61E4-8240A02F4617}"/>
          </ac:spMkLst>
        </pc:spChg>
        <pc:spChg chg="add mod">
          <ac:chgData name="Ummat, Shivi" userId="c9ac934f-fc13-4e5c-8ca4-2104f5fa597c" providerId="ADAL" clId="{13547488-DEA3-5A63-B5CE-F08934EB9119}" dt="2026-05-06T18:21:37.252" v="2080"/>
          <ac:spMkLst>
            <pc:docMk/>
            <pc:sldMk cId="2922777116" sldId="2147477781"/>
            <ac:spMk id="22" creationId="{A02884CA-6339-E6F8-73BE-F419E062138E}"/>
          </ac:spMkLst>
        </pc:spChg>
        <pc:spChg chg="add mod">
          <ac:chgData name="Ummat, Shivi" userId="c9ac934f-fc13-4e5c-8ca4-2104f5fa597c" providerId="ADAL" clId="{13547488-DEA3-5A63-B5CE-F08934EB9119}" dt="2026-05-06T18:21:37.252" v="2080"/>
          <ac:spMkLst>
            <pc:docMk/>
            <pc:sldMk cId="2922777116" sldId="2147477781"/>
            <ac:spMk id="23" creationId="{2ED7F97B-7812-71A7-BA23-65337F134F05}"/>
          </ac:spMkLst>
        </pc:spChg>
        <pc:spChg chg="add mod">
          <ac:chgData name="Ummat, Shivi" userId="c9ac934f-fc13-4e5c-8ca4-2104f5fa597c" providerId="ADAL" clId="{13547488-DEA3-5A63-B5CE-F08934EB9119}" dt="2026-05-06T18:21:37.252" v="2080"/>
          <ac:spMkLst>
            <pc:docMk/>
            <pc:sldMk cId="2922777116" sldId="2147477781"/>
            <ac:spMk id="28" creationId="{4EA36AED-59C9-C47F-8C42-933A45F56759}"/>
          </ac:spMkLst>
        </pc:spChg>
        <pc:spChg chg="add mod">
          <ac:chgData name="Ummat, Shivi" userId="c9ac934f-fc13-4e5c-8ca4-2104f5fa597c" providerId="ADAL" clId="{13547488-DEA3-5A63-B5CE-F08934EB9119}" dt="2026-05-06T18:21:37.252" v="2080"/>
          <ac:spMkLst>
            <pc:docMk/>
            <pc:sldMk cId="2922777116" sldId="2147477781"/>
            <ac:spMk id="29" creationId="{9441E556-03E2-E5A4-288B-5DDD4BDB183C}"/>
          </ac:spMkLst>
        </pc:spChg>
        <pc:spChg chg="add mod">
          <ac:chgData name="Ummat, Shivi" userId="c9ac934f-fc13-4e5c-8ca4-2104f5fa597c" providerId="ADAL" clId="{13547488-DEA3-5A63-B5CE-F08934EB9119}" dt="2026-05-06T18:21:37.252" v="2080"/>
          <ac:spMkLst>
            <pc:docMk/>
            <pc:sldMk cId="2922777116" sldId="2147477781"/>
            <ac:spMk id="30" creationId="{690EE66C-ADE2-B8C1-4207-201F55311AB4}"/>
          </ac:spMkLst>
        </pc:spChg>
        <pc:spChg chg="add mod">
          <ac:chgData name="Ummat, Shivi" userId="c9ac934f-fc13-4e5c-8ca4-2104f5fa597c" providerId="ADAL" clId="{13547488-DEA3-5A63-B5CE-F08934EB9119}" dt="2026-05-06T18:21:37.252" v="2080"/>
          <ac:spMkLst>
            <pc:docMk/>
            <pc:sldMk cId="2922777116" sldId="2147477781"/>
            <ac:spMk id="32" creationId="{3E7A81CB-9EE0-2711-9100-080C0F492F5D}"/>
          </ac:spMkLst>
        </pc:spChg>
        <pc:spChg chg="add mod">
          <ac:chgData name="Ummat, Shivi" userId="c9ac934f-fc13-4e5c-8ca4-2104f5fa597c" providerId="ADAL" clId="{13547488-DEA3-5A63-B5CE-F08934EB9119}" dt="2026-05-06T18:21:37.252" v="2080"/>
          <ac:spMkLst>
            <pc:docMk/>
            <pc:sldMk cId="2922777116" sldId="2147477781"/>
            <ac:spMk id="34" creationId="{ED6E6091-714F-E34D-6B89-8AC8EFBD8231}"/>
          </ac:spMkLst>
        </pc:spChg>
        <pc:spChg chg="add mod">
          <ac:chgData name="Ummat, Shivi" userId="c9ac934f-fc13-4e5c-8ca4-2104f5fa597c" providerId="ADAL" clId="{13547488-DEA3-5A63-B5CE-F08934EB9119}" dt="2026-05-06T18:21:37.252" v="2080"/>
          <ac:spMkLst>
            <pc:docMk/>
            <pc:sldMk cId="2922777116" sldId="2147477781"/>
            <ac:spMk id="37" creationId="{E6CAC81B-410B-60FB-A786-411AED340321}"/>
          </ac:spMkLst>
        </pc:spChg>
        <pc:spChg chg="add mod">
          <ac:chgData name="Ummat, Shivi" userId="c9ac934f-fc13-4e5c-8ca4-2104f5fa597c" providerId="ADAL" clId="{13547488-DEA3-5A63-B5CE-F08934EB9119}" dt="2026-05-06T18:21:37.252" v="2080"/>
          <ac:spMkLst>
            <pc:docMk/>
            <pc:sldMk cId="2922777116" sldId="2147477781"/>
            <ac:spMk id="39" creationId="{CB0D8088-F26E-3786-11FF-486A1876C13D}"/>
          </ac:spMkLst>
        </pc:spChg>
      </pc:sldChg>
      <pc:sldChg chg="add del">
        <pc:chgData name="Ummat, Shivi" userId="c9ac934f-fc13-4e5c-8ca4-2104f5fa597c" providerId="ADAL" clId="{13547488-DEA3-5A63-B5CE-F08934EB9119}" dt="2026-05-06T18:22:03.661" v="2087" actId="2696"/>
        <pc:sldMkLst>
          <pc:docMk/>
          <pc:sldMk cId="1689359512" sldId="2147477782"/>
        </pc:sldMkLst>
      </pc:sldChg>
      <pc:sldChg chg="addSp delSp modSp add mod">
        <pc:chgData name="Ummat, Shivi" userId="c9ac934f-fc13-4e5c-8ca4-2104f5fa597c" providerId="ADAL" clId="{13547488-DEA3-5A63-B5CE-F08934EB9119}" dt="2026-05-06T18:46:16.673" v="2461" actId="403"/>
        <pc:sldMkLst>
          <pc:docMk/>
          <pc:sldMk cId="4179672200" sldId="2147477782"/>
        </pc:sldMkLst>
        <pc:spChg chg="add mod">
          <ac:chgData name="Ummat, Shivi" userId="c9ac934f-fc13-4e5c-8ca4-2104f5fa597c" providerId="ADAL" clId="{13547488-DEA3-5A63-B5CE-F08934EB9119}" dt="2026-05-06T18:43:43.936" v="2389"/>
          <ac:spMkLst>
            <pc:docMk/>
            <pc:sldMk cId="4179672200" sldId="2147477782"/>
            <ac:spMk id="3" creationId="{55E6418D-0A2A-CDD6-9711-E08DEBF6BE40}"/>
          </ac:spMkLst>
        </pc:spChg>
        <pc:spChg chg="add mod">
          <ac:chgData name="Ummat, Shivi" userId="c9ac934f-fc13-4e5c-8ca4-2104f5fa597c" providerId="ADAL" clId="{13547488-DEA3-5A63-B5CE-F08934EB9119}" dt="2026-05-06T18:43:43.936" v="2389"/>
          <ac:spMkLst>
            <pc:docMk/>
            <pc:sldMk cId="4179672200" sldId="2147477782"/>
            <ac:spMk id="4" creationId="{EA24DFE7-1B66-A146-2F8A-A539E3E94B57}"/>
          </ac:spMkLst>
        </pc:spChg>
        <pc:spChg chg="mod">
          <ac:chgData name="Ummat, Shivi" userId="c9ac934f-fc13-4e5c-8ca4-2104f5fa597c" providerId="ADAL" clId="{13547488-DEA3-5A63-B5CE-F08934EB9119}" dt="2026-05-06T18:22:35.810" v="2122" actId="20577"/>
          <ac:spMkLst>
            <pc:docMk/>
            <pc:sldMk cId="4179672200" sldId="2147477782"/>
            <ac:spMk id="6" creationId="{384879AB-5C0F-C4EF-DA12-655325957B2C}"/>
          </ac:spMkLst>
        </pc:spChg>
        <pc:spChg chg="mod">
          <ac:chgData name="Ummat, Shivi" userId="c9ac934f-fc13-4e5c-8ca4-2104f5fa597c" providerId="ADAL" clId="{13547488-DEA3-5A63-B5CE-F08934EB9119}" dt="2026-05-06T18:22:56.577" v="2150" actId="20577"/>
          <ac:spMkLst>
            <pc:docMk/>
            <pc:sldMk cId="4179672200" sldId="2147477782"/>
            <ac:spMk id="8" creationId="{D210AE3A-59D7-A7E1-DE73-0E32E4414CFC}"/>
          </ac:spMkLst>
        </pc:spChg>
        <pc:spChg chg="mod">
          <ac:chgData name="Ummat, Shivi" userId="c9ac934f-fc13-4e5c-8ca4-2104f5fa597c" providerId="ADAL" clId="{13547488-DEA3-5A63-B5CE-F08934EB9119}" dt="2026-05-06T18:46:16.673" v="2461" actId="403"/>
          <ac:spMkLst>
            <pc:docMk/>
            <pc:sldMk cId="4179672200" sldId="2147477782"/>
            <ac:spMk id="12" creationId="{0D17FC5B-72A4-5994-3690-A8AC0E533D73}"/>
          </ac:spMkLst>
        </pc:spChg>
        <pc:spChg chg="del">
          <ac:chgData name="Ummat, Shivi" userId="c9ac934f-fc13-4e5c-8ca4-2104f5fa597c" providerId="ADAL" clId="{13547488-DEA3-5A63-B5CE-F08934EB9119}" dt="2026-05-06T18:43:35.634" v="2386" actId="478"/>
          <ac:spMkLst>
            <pc:docMk/>
            <pc:sldMk cId="4179672200" sldId="2147477782"/>
            <ac:spMk id="13" creationId="{BA564806-E99E-A380-723F-FBA0B5900D2A}"/>
          </ac:spMkLst>
        </pc:spChg>
        <pc:spChg chg="del">
          <ac:chgData name="Ummat, Shivi" userId="c9ac934f-fc13-4e5c-8ca4-2104f5fa597c" providerId="ADAL" clId="{13547488-DEA3-5A63-B5CE-F08934EB9119}" dt="2026-05-06T18:43:39.073" v="2388" actId="478"/>
          <ac:spMkLst>
            <pc:docMk/>
            <pc:sldMk cId="4179672200" sldId="2147477782"/>
            <ac:spMk id="14" creationId="{F9AA5C58-61D1-792A-2C1C-FA7B81C2D314}"/>
          </ac:spMkLst>
        </pc:spChg>
        <pc:spChg chg="del">
          <ac:chgData name="Ummat, Shivi" userId="c9ac934f-fc13-4e5c-8ca4-2104f5fa597c" providerId="ADAL" clId="{13547488-DEA3-5A63-B5CE-F08934EB9119}" dt="2026-05-06T18:43:37.896" v="2387" actId="478"/>
          <ac:spMkLst>
            <pc:docMk/>
            <pc:sldMk cId="4179672200" sldId="2147477782"/>
            <ac:spMk id="15" creationId="{23B5BB6B-1B80-2F56-8FD4-D1A30B5D5C94}"/>
          </ac:spMkLst>
        </pc:spChg>
        <pc:spChg chg="del mod">
          <ac:chgData name="Ummat, Shivi" userId="c9ac934f-fc13-4e5c-8ca4-2104f5fa597c" providerId="ADAL" clId="{13547488-DEA3-5A63-B5CE-F08934EB9119}" dt="2026-05-06T18:25:38.846" v="2197"/>
          <ac:spMkLst>
            <pc:docMk/>
            <pc:sldMk cId="4179672200" sldId="2147477782"/>
            <ac:spMk id="16" creationId="{88A0E77F-383D-DE95-A60D-1952D4C760AD}"/>
          </ac:spMkLst>
        </pc:spChg>
        <pc:spChg chg="mod">
          <ac:chgData name="Ummat, Shivi" userId="c9ac934f-fc13-4e5c-8ca4-2104f5fa597c" providerId="ADAL" clId="{13547488-DEA3-5A63-B5CE-F08934EB9119}" dt="2026-05-06T18:46:02.589" v="2458" actId="20577"/>
          <ac:spMkLst>
            <pc:docMk/>
            <pc:sldMk cId="4179672200" sldId="2147477782"/>
            <ac:spMk id="17" creationId="{5B161D6C-0630-60F8-9816-B196ADFA5F11}"/>
          </ac:spMkLst>
        </pc:spChg>
        <pc:spChg chg="add mod">
          <ac:chgData name="Ummat, Shivi" userId="c9ac934f-fc13-4e5c-8ca4-2104f5fa597c" providerId="ADAL" clId="{13547488-DEA3-5A63-B5CE-F08934EB9119}" dt="2026-05-06T18:43:43.936" v="2389"/>
          <ac:spMkLst>
            <pc:docMk/>
            <pc:sldMk cId="4179672200" sldId="2147477782"/>
            <ac:spMk id="18" creationId="{4925240B-4DB2-072E-648F-A6DF3D3CD002}"/>
          </ac:spMkLst>
        </pc:spChg>
        <pc:spChg chg="add mod">
          <ac:chgData name="Ummat, Shivi" userId="c9ac934f-fc13-4e5c-8ca4-2104f5fa597c" providerId="ADAL" clId="{13547488-DEA3-5A63-B5CE-F08934EB9119}" dt="2026-05-06T18:44:43.888" v="2448" actId="20577"/>
          <ac:spMkLst>
            <pc:docMk/>
            <pc:sldMk cId="4179672200" sldId="2147477782"/>
            <ac:spMk id="19" creationId="{AFDF80EE-9CF4-A88E-BDFB-F576E0B70C0D}"/>
          </ac:spMkLst>
        </pc:spChg>
      </pc:sldChg>
      <pc:sldChg chg="addSp delSp modSp add mod">
        <pc:chgData name="Ummat, Shivi" userId="c9ac934f-fc13-4e5c-8ca4-2104f5fa597c" providerId="ADAL" clId="{13547488-DEA3-5A63-B5CE-F08934EB9119}" dt="2026-05-06T18:47:37.206" v="2478"/>
        <pc:sldMkLst>
          <pc:docMk/>
          <pc:sldMk cId="612315252" sldId="2147477783"/>
        </pc:sldMkLst>
        <pc:spChg chg="mod">
          <ac:chgData name="Ummat, Shivi" userId="c9ac934f-fc13-4e5c-8ca4-2104f5fa597c" providerId="ADAL" clId="{13547488-DEA3-5A63-B5CE-F08934EB9119}" dt="2026-05-06T18:47:25.963" v="2473"/>
          <ac:spMkLst>
            <pc:docMk/>
            <pc:sldMk cId="612315252" sldId="2147477783"/>
            <ac:spMk id="4" creationId="{2AF01D81-DEAF-B8EF-E6C3-9A74795DE983}"/>
          </ac:spMkLst>
        </pc:spChg>
        <pc:spChg chg="mod">
          <ac:chgData name="Ummat, Shivi" userId="c9ac934f-fc13-4e5c-8ca4-2104f5fa597c" providerId="ADAL" clId="{13547488-DEA3-5A63-B5CE-F08934EB9119}" dt="2026-05-06T18:47:30.313" v="2475"/>
          <ac:spMkLst>
            <pc:docMk/>
            <pc:sldMk cId="612315252" sldId="2147477783"/>
            <ac:spMk id="5" creationId="{03797A28-1414-2E80-3316-F15F4318E535}"/>
          </ac:spMkLst>
        </pc:spChg>
        <pc:spChg chg="del">
          <ac:chgData name="Ummat, Shivi" userId="c9ac934f-fc13-4e5c-8ca4-2104f5fa597c" providerId="ADAL" clId="{13547488-DEA3-5A63-B5CE-F08934EB9119}" dt="2026-05-06T18:47:36.728" v="2477" actId="478"/>
          <ac:spMkLst>
            <pc:docMk/>
            <pc:sldMk cId="612315252" sldId="2147477783"/>
            <ac:spMk id="8" creationId="{4DDA392F-0733-454E-3163-492F52A0DD09}"/>
          </ac:spMkLst>
        </pc:spChg>
        <pc:spChg chg="del">
          <ac:chgData name="Ummat, Shivi" userId="c9ac934f-fc13-4e5c-8ca4-2104f5fa597c" providerId="ADAL" clId="{13547488-DEA3-5A63-B5CE-F08934EB9119}" dt="2026-05-06T18:47:36.728" v="2477" actId="478"/>
          <ac:spMkLst>
            <pc:docMk/>
            <pc:sldMk cId="612315252" sldId="2147477783"/>
            <ac:spMk id="13" creationId="{4D182536-C652-EF4B-36DE-C342317E6FC5}"/>
          </ac:spMkLst>
        </pc:spChg>
        <pc:spChg chg="del">
          <ac:chgData name="Ummat, Shivi" userId="c9ac934f-fc13-4e5c-8ca4-2104f5fa597c" providerId="ADAL" clId="{13547488-DEA3-5A63-B5CE-F08934EB9119}" dt="2026-05-06T18:47:36.728" v="2477" actId="478"/>
          <ac:spMkLst>
            <pc:docMk/>
            <pc:sldMk cId="612315252" sldId="2147477783"/>
            <ac:spMk id="16" creationId="{7F066526-1B31-5E2C-71A4-91549DFEFEED}"/>
          </ac:spMkLst>
        </pc:spChg>
        <pc:spChg chg="del">
          <ac:chgData name="Ummat, Shivi" userId="c9ac934f-fc13-4e5c-8ca4-2104f5fa597c" providerId="ADAL" clId="{13547488-DEA3-5A63-B5CE-F08934EB9119}" dt="2026-05-06T18:47:36.728" v="2477" actId="478"/>
          <ac:spMkLst>
            <pc:docMk/>
            <pc:sldMk cId="612315252" sldId="2147477783"/>
            <ac:spMk id="21" creationId="{325D2C16-D7FC-469D-DDD9-8520C1146F8B}"/>
          </ac:spMkLst>
        </pc:spChg>
        <pc:spChg chg="del">
          <ac:chgData name="Ummat, Shivi" userId="c9ac934f-fc13-4e5c-8ca4-2104f5fa597c" providerId="ADAL" clId="{13547488-DEA3-5A63-B5CE-F08934EB9119}" dt="2026-05-06T18:47:36.728" v="2477" actId="478"/>
          <ac:spMkLst>
            <pc:docMk/>
            <pc:sldMk cId="612315252" sldId="2147477783"/>
            <ac:spMk id="27" creationId="{44D1751A-16B2-96E7-9BE1-178CF1A8C16B}"/>
          </ac:spMkLst>
        </pc:spChg>
        <pc:spChg chg="del">
          <ac:chgData name="Ummat, Shivi" userId="c9ac934f-fc13-4e5c-8ca4-2104f5fa597c" providerId="ADAL" clId="{13547488-DEA3-5A63-B5CE-F08934EB9119}" dt="2026-05-06T18:47:36.728" v="2477" actId="478"/>
          <ac:spMkLst>
            <pc:docMk/>
            <pc:sldMk cId="612315252" sldId="2147477783"/>
            <ac:spMk id="31" creationId="{CEE787F6-8DFC-0FA6-D154-E3A369402D7C}"/>
          </ac:spMkLst>
        </pc:spChg>
        <pc:spChg chg="del">
          <ac:chgData name="Ummat, Shivi" userId="c9ac934f-fc13-4e5c-8ca4-2104f5fa597c" providerId="ADAL" clId="{13547488-DEA3-5A63-B5CE-F08934EB9119}" dt="2026-05-06T18:47:36.728" v="2477" actId="478"/>
          <ac:spMkLst>
            <pc:docMk/>
            <pc:sldMk cId="612315252" sldId="2147477783"/>
            <ac:spMk id="34" creationId="{BA3DF615-CFED-764D-F1D0-9ABEE9353814}"/>
          </ac:spMkLst>
        </pc:spChg>
        <pc:spChg chg="add mod">
          <ac:chgData name="Ummat, Shivi" userId="c9ac934f-fc13-4e5c-8ca4-2104f5fa597c" providerId="ADAL" clId="{13547488-DEA3-5A63-B5CE-F08934EB9119}" dt="2026-05-06T18:47:37.206" v="2478"/>
          <ac:spMkLst>
            <pc:docMk/>
            <pc:sldMk cId="612315252" sldId="2147477783"/>
            <ac:spMk id="36" creationId="{3933DE63-ABCD-DC81-C320-9DBE438A8D0B}"/>
          </ac:spMkLst>
        </pc:spChg>
        <pc:spChg chg="add mod">
          <ac:chgData name="Ummat, Shivi" userId="c9ac934f-fc13-4e5c-8ca4-2104f5fa597c" providerId="ADAL" clId="{13547488-DEA3-5A63-B5CE-F08934EB9119}" dt="2026-05-06T18:47:37.206" v="2478"/>
          <ac:spMkLst>
            <pc:docMk/>
            <pc:sldMk cId="612315252" sldId="2147477783"/>
            <ac:spMk id="42" creationId="{3337D118-A0A6-6220-1050-8E8F704FDA12}"/>
          </ac:spMkLst>
        </pc:spChg>
        <pc:spChg chg="add mod">
          <ac:chgData name="Ummat, Shivi" userId="c9ac934f-fc13-4e5c-8ca4-2104f5fa597c" providerId="ADAL" clId="{13547488-DEA3-5A63-B5CE-F08934EB9119}" dt="2026-05-06T18:47:37.206" v="2478"/>
          <ac:spMkLst>
            <pc:docMk/>
            <pc:sldMk cId="612315252" sldId="2147477783"/>
            <ac:spMk id="44" creationId="{26F5821E-02C7-0642-48E0-ED133B214950}"/>
          </ac:spMkLst>
        </pc:spChg>
        <pc:spChg chg="add mod">
          <ac:chgData name="Ummat, Shivi" userId="c9ac934f-fc13-4e5c-8ca4-2104f5fa597c" providerId="ADAL" clId="{13547488-DEA3-5A63-B5CE-F08934EB9119}" dt="2026-05-06T18:47:37.206" v="2478"/>
          <ac:spMkLst>
            <pc:docMk/>
            <pc:sldMk cId="612315252" sldId="2147477783"/>
            <ac:spMk id="45" creationId="{F47F6A9A-8816-D1F3-A989-268C7AC0479A}"/>
          </ac:spMkLst>
        </pc:spChg>
        <pc:spChg chg="add mod">
          <ac:chgData name="Ummat, Shivi" userId="c9ac934f-fc13-4e5c-8ca4-2104f5fa597c" providerId="ADAL" clId="{13547488-DEA3-5A63-B5CE-F08934EB9119}" dt="2026-05-06T18:47:37.206" v="2478"/>
          <ac:spMkLst>
            <pc:docMk/>
            <pc:sldMk cId="612315252" sldId="2147477783"/>
            <ac:spMk id="46" creationId="{770B4DD0-4ABA-56C5-C90B-5C17AC7B9153}"/>
          </ac:spMkLst>
        </pc:spChg>
        <pc:spChg chg="add mod">
          <ac:chgData name="Ummat, Shivi" userId="c9ac934f-fc13-4e5c-8ca4-2104f5fa597c" providerId="ADAL" clId="{13547488-DEA3-5A63-B5CE-F08934EB9119}" dt="2026-05-06T18:47:37.206" v="2478"/>
          <ac:spMkLst>
            <pc:docMk/>
            <pc:sldMk cId="612315252" sldId="2147477783"/>
            <ac:spMk id="48" creationId="{1E035589-7CA7-9355-9A8F-9D6ADB63A69D}"/>
          </ac:spMkLst>
        </pc:spChg>
        <pc:spChg chg="add mod">
          <ac:chgData name="Ummat, Shivi" userId="c9ac934f-fc13-4e5c-8ca4-2104f5fa597c" providerId="ADAL" clId="{13547488-DEA3-5A63-B5CE-F08934EB9119}" dt="2026-05-06T18:47:37.206" v="2478"/>
          <ac:spMkLst>
            <pc:docMk/>
            <pc:sldMk cId="612315252" sldId="2147477783"/>
            <ac:spMk id="50" creationId="{21B0068F-D75B-C212-9E7E-3FF5F8793C90}"/>
          </ac:spMkLst>
        </pc:spChg>
        <pc:spChg chg="add mod">
          <ac:chgData name="Ummat, Shivi" userId="c9ac934f-fc13-4e5c-8ca4-2104f5fa597c" providerId="ADAL" clId="{13547488-DEA3-5A63-B5CE-F08934EB9119}" dt="2026-05-06T18:47:37.206" v="2478"/>
          <ac:spMkLst>
            <pc:docMk/>
            <pc:sldMk cId="612315252" sldId="2147477783"/>
            <ac:spMk id="51" creationId="{834D42C9-7A51-78A7-7954-7935E0EACCF7}"/>
          </ac:spMkLst>
        </pc:spChg>
        <pc:spChg chg="add mod">
          <ac:chgData name="Ummat, Shivi" userId="c9ac934f-fc13-4e5c-8ca4-2104f5fa597c" providerId="ADAL" clId="{13547488-DEA3-5A63-B5CE-F08934EB9119}" dt="2026-05-06T18:47:37.206" v="2478"/>
          <ac:spMkLst>
            <pc:docMk/>
            <pc:sldMk cId="612315252" sldId="2147477783"/>
            <ac:spMk id="53" creationId="{14FD2EC7-EA04-7383-5672-AB023AE68A80}"/>
          </ac:spMkLst>
        </pc:spChg>
        <pc:spChg chg="add mod">
          <ac:chgData name="Ummat, Shivi" userId="c9ac934f-fc13-4e5c-8ca4-2104f5fa597c" providerId="ADAL" clId="{13547488-DEA3-5A63-B5CE-F08934EB9119}" dt="2026-05-06T18:47:37.206" v="2478"/>
          <ac:spMkLst>
            <pc:docMk/>
            <pc:sldMk cId="612315252" sldId="2147477783"/>
            <ac:spMk id="54" creationId="{A9443250-C050-BFFB-9976-5DDAFCCEB290}"/>
          </ac:spMkLst>
        </pc:spChg>
        <pc:spChg chg="del">
          <ac:chgData name="Ummat, Shivi" userId="c9ac934f-fc13-4e5c-8ca4-2104f5fa597c" providerId="ADAL" clId="{13547488-DEA3-5A63-B5CE-F08934EB9119}" dt="2026-05-06T18:47:36.728" v="2477" actId="478"/>
          <ac:spMkLst>
            <pc:docMk/>
            <pc:sldMk cId="612315252" sldId="2147477783"/>
            <ac:spMk id="65" creationId="{D80D555B-4BEC-7F0F-EBEB-E3BD18307C63}"/>
          </ac:spMkLst>
        </pc:spChg>
        <pc:spChg chg="del">
          <ac:chgData name="Ummat, Shivi" userId="c9ac934f-fc13-4e5c-8ca4-2104f5fa597c" providerId="ADAL" clId="{13547488-DEA3-5A63-B5CE-F08934EB9119}" dt="2026-05-06T18:47:36.728" v="2477" actId="478"/>
          <ac:spMkLst>
            <pc:docMk/>
            <pc:sldMk cId="612315252" sldId="2147477783"/>
            <ac:spMk id="68" creationId="{FE8555D1-0A60-B70B-F8EF-BC4559EEF14D}"/>
          </ac:spMkLst>
        </pc:spChg>
        <pc:spChg chg="del">
          <ac:chgData name="Ummat, Shivi" userId="c9ac934f-fc13-4e5c-8ca4-2104f5fa597c" providerId="ADAL" clId="{13547488-DEA3-5A63-B5CE-F08934EB9119}" dt="2026-05-06T18:47:36.728" v="2477" actId="478"/>
          <ac:spMkLst>
            <pc:docMk/>
            <pc:sldMk cId="612315252" sldId="2147477783"/>
            <ac:spMk id="73" creationId="{6181693A-CF10-EB50-CC4D-9CB921C87570}"/>
          </ac:spMkLst>
        </pc:spChg>
      </pc:sldChg>
      <pc:sldChg chg="addSp delSp modSp add mod">
        <pc:chgData name="Ummat, Shivi" userId="c9ac934f-fc13-4e5c-8ca4-2104f5fa597c" providerId="ADAL" clId="{13547488-DEA3-5A63-B5CE-F08934EB9119}" dt="2026-05-06T18:58:57.185" v="2658" actId="20577"/>
        <pc:sldMkLst>
          <pc:docMk/>
          <pc:sldMk cId="4097866568" sldId="2147477784"/>
        </pc:sldMkLst>
        <pc:spChg chg="del">
          <ac:chgData name="Ummat, Shivi" userId="c9ac934f-fc13-4e5c-8ca4-2104f5fa597c" providerId="ADAL" clId="{13547488-DEA3-5A63-B5CE-F08934EB9119}" dt="2026-05-06T18:57:09.366" v="2481" actId="478"/>
          <ac:spMkLst>
            <pc:docMk/>
            <pc:sldMk cId="4097866568" sldId="2147477784"/>
            <ac:spMk id="3" creationId="{A6CD7058-481D-832A-268F-022050F7CFBF}"/>
          </ac:spMkLst>
        </pc:spChg>
        <pc:spChg chg="del">
          <ac:chgData name="Ummat, Shivi" userId="c9ac934f-fc13-4e5c-8ca4-2104f5fa597c" providerId="ADAL" clId="{13547488-DEA3-5A63-B5CE-F08934EB9119}" dt="2026-05-06T18:57:09.366" v="2481" actId="478"/>
          <ac:spMkLst>
            <pc:docMk/>
            <pc:sldMk cId="4097866568" sldId="2147477784"/>
            <ac:spMk id="4" creationId="{4D3415DF-9549-25A0-55D5-3F539D1D6174}"/>
          </ac:spMkLst>
        </pc:spChg>
        <pc:spChg chg="del">
          <ac:chgData name="Ummat, Shivi" userId="c9ac934f-fc13-4e5c-8ca4-2104f5fa597c" providerId="ADAL" clId="{13547488-DEA3-5A63-B5CE-F08934EB9119}" dt="2026-05-06T18:57:09.366" v="2481" actId="478"/>
          <ac:spMkLst>
            <pc:docMk/>
            <pc:sldMk cId="4097866568" sldId="2147477784"/>
            <ac:spMk id="5" creationId="{B1C75A2A-E5B0-280D-8D01-D901DE890A37}"/>
          </ac:spMkLst>
        </pc:spChg>
        <pc:spChg chg="add mod">
          <ac:chgData name="Ummat, Shivi" userId="c9ac934f-fc13-4e5c-8ca4-2104f5fa597c" providerId="ADAL" clId="{13547488-DEA3-5A63-B5CE-F08934EB9119}" dt="2026-05-06T18:57:20.988" v="2486" actId="14100"/>
          <ac:spMkLst>
            <pc:docMk/>
            <pc:sldMk cId="4097866568" sldId="2147477784"/>
            <ac:spMk id="6" creationId="{2953FC76-F89F-19D5-D0DD-A7CF986E69BD}"/>
          </ac:spMkLst>
        </pc:spChg>
        <pc:spChg chg="add mod">
          <ac:chgData name="Ummat, Shivi" userId="c9ac934f-fc13-4e5c-8ca4-2104f5fa597c" providerId="ADAL" clId="{13547488-DEA3-5A63-B5CE-F08934EB9119}" dt="2026-05-06T18:57:09.934" v="2482"/>
          <ac:spMkLst>
            <pc:docMk/>
            <pc:sldMk cId="4097866568" sldId="2147477784"/>
            <ac:spMk id="7" creationId="{F0087D5B-3763-8D35-273C-7246EEA8CB33}"/>
          </ac:spMkLst>
        </pc:spChg>
        <pc:spChg chg="mod">
          <ac:chgData name="Ummat, Shivi" userId="c9ac934f-fc13-4e5c-8ca4-2104f5fa597c" providerId="ADAL" clId="{13547488-DEA3-5A63-B5CE-F08934EB9119}" dt="2026-05-06T18:57:34.492" v="2487" actId="403"/>
          <ac:spMkLst>
            <pc:docMk/>
            <pc:sldMk cId="4097866568" sldId="2147477784"/>
            <ac:spMk id="8" creationId="{3F0FFF89-5DC6-8755-3DCC-8BD86BA06773}"/>
          </ac:spMkLst>
        </pc:spChg>
        <pc:spChg chg="add mod">
          <ac:chgData name="Ummat, Shivi" userId="c9ac934f-fc13-4e5c-8ca4-2104f5fa597c" providerId="ADAL" clId="{13547488-DEA3-5A63-B5CE-F08934EB9119}" dt="2026-05-06T18:57:09.934" v="2482"/>
          <ac:spMkLst>
            <pc:docMk/>
            <pc:sldMk cId="4097866568" sldId="2147477784"/>
            <ac:spMk id="11" creationId="{CA156BD4-B163-4888-FF7A-7092F067B2D4}"/>
          </ac:spMkLst>
        </pc:spChg>
        <pc:spChg chg="add mod">
          <ac:chgData name="Ummat, Shivi" userId="c9ac934f-fc13-4e5c-8ca4-2104f5fa597c" providerId="ADAL" clId="{13547488-DEA3-5A63-B5CE-F08934EB9119}" dt="2026-05-06T18:57:09.934" v="2482"/>
          <ac:spMkLst>
            <pc:docMk/>
            <pc:sldMk cId="4097866568" sldId="2147477784"/>
            <ac:spMk id="15" creationId="{39FAD493-F69B-21D6-F8AD-7CFDC129EA12}"/>
          </ac:spMkLst>
        </pc:spChg>
        <pc:spChg chg="add mod">
          <ac:chgData name="Ummat, Shivi" userId="c9ac934f-fc13-4e5c-8ca4-2104f5fa597c" providerId="ADAL" clId="{13547488-DEA3-5A63-B5CE-F08934EB9119}" dt="2026-05-06T18:57:09.934" v="2482"/>
          <ac:spMkLst>
            <pc:docMk/>
            <pc:sldMk cId="4097866568" sldId="2147477784"/>
            <ac:spMk id="18" creationId="{B53561F6-DEC2-38A2-D452-F16EECFE0C83}"/>
          </ac:spMkLst>
        </pc:spChg>
        <pc:spChg chg="add mod">
          <ac:chgData name="Ummat, Shivi" userId="c9ac934f-fc13-4e5c-8ca4-2104f5fa597c" providerId="ADAL" clId="{13547488-DEA3-5A63-B5CE-F08934EB9119}" dt="2026-05-06T18:57:09.934" v="2482"/>
          <ac:spMkLst>
            <pc:docMk/>
            <pc:sldMk cId="4097866568" sldId="2147477784"/>
            <ac:spMk id="20" creationId="{D1F252F0-ACC8-7CC6-CC79-52C30234C77C}"/>
          </ac:spMkLst>
        </pc:spChg>
        <pc:spChg chg="mod">
          <ac:chgData name="Ummat, Shivi" userId="c9ac934f-fc13-4e5c-8ca4-2104f5fa597c" providerId="ADAL" clId="{13547488-DEA3-5A63-B5CE-F08934EB9119}" dt="2026-05-06T18:57:46.976" v="2489" actId="20577"/>
          <ac:spMkLst>
            <pc:docMk/>
            <pc:sldMk cId="4097866568" sldId="2147477784"/>
            <ac:spMk id="21" creationId="{242DF408-AFB0-AB55-E52F-5782D7C3192D}"/>
          </ac:spMkLst>
        </pc:spChg>
        <pc:spChg chg="mod">
          <ac:chgData name="Ummat, Shivi" userId="c9ac934f-fc13-4e5c-8ca4-2104f5fa597c" providerId="ADAL" clId="{13547488-DEA3-5A63-B5CE-F08934EB9119}" dt="2026-05-06T18:57:57.206" v="2493" actId="20577"/>
          <ac:spMkLst>
            <pc:docMk/>
            <pc:sldMk cId="4097866568" sldId="2147477784"/>
            <ac:spMk id="26" creationId="{BC83147B-BB6C-C4BE-F862-54835A1D8A43}"/>
          </ac:spMkLst>
        </pc:spChg>
        <pc:spChg chg="add mod">
          <ac:chgData name="Ummat, Shivi" userId="c9ac934f-fc13-4e5c-8ca4-2104f5fa597c" providerId="ADAL" clId="{13547488-DEA3-5A63-B5CE-F08934EB9119}" dt="2026-05-06T18:57:09.934" v="2482"/>
          <ac:spMkLst>
            <pc:docMk/>
            <pc:sldMk cId="4097866568" sldId="2147477784"/>
            <ac:spMk id="28" creationId="{1D2D7C58-0F23-BEB2-7ACA-CC83E5188980}"/>
          </ac:spMkLst>
        </pc:spChg>
        <pc:spChg chg="mod">
          <ac:chgData name="Ummat, Shivi" userId="c9ac934f-fc13-4e5c-8ca4-2104f5fa597c" providerId="ADAL" clId="{13547488-DEA3-5A63-B5CE-F08934EB9119}" dt="2026-05-06T18:58:16.492" v="2589" actId="20577"/>
          <ac:spMkLst>
            <pc:docMk/>
            <pc:sldMk cId="4097866568" sldId="2147477784"/>
            <ac:spMk id="31" creationId="{D9422847-676E-3F10-CD14-6A2B3C1AB7C5}"/>
          </ac:spMkLst>
        </pc:spChg>
        <pc:spChg chg="add mod">
          <ac:chgData name="Ummat, Shivi" userId="c9ac934f-fc13-4e5c-8ca4-2104f5fa597c" providerId="ADAL" clId="{13547488-DEA3-5A63-B5CE-F08934EB9119}" dt="2026-05-06T18:57:09.934" v="2482"/>
          <ac:spMkLst>
            <pc:docMk/>
            <pc:sldMk cId="4097866568" sldId="2147477784"/>
            <ac:spMk id="32" creationId="{A11CFAE7-BDA5-6476-434E-AF69DAF2F2CC}"/>
          </ac:spMkLst>
        </pc:spChg>
        <pc:spChg chg="del">
          <ac:chgData name="Ummat, Shivi" userId="c9ac934f-fc13-4e5c-8ca4-2104f5fa597c" providerId="ADAL" clId="{13547488-DEA3-5A63-B5CE-F08934EB9119}" dt="2026-05-06T18:57:09.366" v="2481" actId="478"/>
          <ac:spMkLst>
            <pc:docMk/>
            <pc:sldMk cId="4097866568" sldId="2147477784"/>
            <ac:spMk id="36" creationId="{D94EEA80-67BC-96F3-2CEB-DC06DAA3ECFA}"/>
          </ac:spMkLst>
        </pc:spChg>
        <pc:spChg chg="del">
          <ac:chgData name="Ummat, Shivi" userId="c9ac934f-fc13-4e5c-8ca4-2104f5fa597c" providerId="ADAL" clId="{13547488-DEA3-5A63-B5CE-F08934EB9119}" dt="2026-05-06T18:57:09.366" v="2481" actId="478"/>
          <ac:spMkLst>
            <pc:docMk/>
            <pc:sldMk cId="4097866568" sldId="2147477784"/>
            <ac:spMk id="37" creationId="{DE37577F-CB45-6EC7-0EB9-9769A43D6E6C}"/>
          </ac:spMkLst>
        </pc:spChg>
        <pc:spChg chg="del">
          <ac:chgData name="Ummat, Shivi" userId="c9ac934f-fc13-4e5c-8ca4-2104f5fa597c" providerId="ADAL" clId="{13547488-DEA3-5A63-B5CE-F08934EB9119}" dt="2026-05-06T18:57:09.366" v="2481" actId="478"/>
          <ac:spMkLst>
            <pc:docMk/>
            <pc:sldMk cId="4097866568" sldId="2147477784"/>
            <ac:spMk id="38" creationId="{31FB492C-3635-8E0A-27E3-74BCC8F79919}"/>
          </ac:spMkLst>
        </pc:spChg>
        <pc:spChg chg="del">
          <ac:chgData name="Ummat, Shivi" userId="c9ac934f-fc13-4e5c-8ca4-2104f5fa597c" providerId="ADAL" clId="{13547488-DEA3-5A63-B5CE-F08934EB9119}" dt="2026-05-06T18:57:09.366" v="2481" actId="478"/>
          <ac:spMkLst>
            <pc:docMk/>
            <pc:sldMk cId="4097866568" sldId="2147477784"/>
            <ac:spMk id="42" creationId="{8EDBE2E8-177B-8A52-4A31-2A3B080E9346}"/>
          </ac:spMkLst>
        </pc:spChg>
        <pc:spChg chg="del">
          <ac:chgData name="Ummat, Shivi" userId="c9ac934f-fc13-4e5c-8ca4-2104f5fa597c" providerId="ADAL" clId="{13547488-DEA3-5A63-B5CE-F08934EB9119}" dt="2026-05-06T18:57:09.366" v="2481" actId="478"/>
          <ac:spMkLst>
            <pc:docMk/>
            <pc:sldMk cId="4097866568" sldId="2147477784"/>
            <ac:spMk id="50" creationId="{ACEE2B8A-5611-63F6-0CA9-C3A4BDBA2A14}"/>
          </ac:spMkLst>
        </pc:spChg>
        <pc:spChg chg="del">
          <ac:chgData name="Ummat, Shivi" userId="c9ac934f-fc13-4e5c-8ca4-2104f5fa597c" providerId="ADAL" clId="{13547488-DEA3-5A63-B5CE-F08934EB9119}" dt="2026-05-06T18:57:09.366" v="2481" actId="478"/>
          <ac:spMkLst>
            <pc:docMk/>
            <pc:sldMk cId="4097866568" sldId="2147477784"/>
            <ac:spMk id="57" creationId="{D3373EAC-4C0E-5E89-C969-2C724129DA44}"/>
          </ac:spMkLst>
        </pc:spChg>
        <pc:spChg chg="del">
          <ac:chgData name="Ummat, Shivi" userId="c9ac934f-fc13-4e5c-8ca4-2104f5fa597c" providerId="ADAL" clId="{13547488-DEA3-5A63-B5CE-F08934EB9119}" dt="2026-05-06T18:57:09.366" v="2481" actId="478"/>
          <ac:spMkLst>
            <pc:docMk/>
            <pc:sldMk cId="4097866568" sldId="2147477784"/>
            <ac:spMk id="59" creationId="{85EFAB3A-9939-8091-48A5-F132DC3DCFDD}"/>
          </ac:spMkLst>
        </pc:spChg>
        <pc:spChg chg="mod">
          <ac:chgData name="Ummat, Shivi" userId="c9ac934f-fc13-4e5c-8ca4-2104f5fa597c" providerId="ADAL" clId="{13547488-DEA3-5A63-B5CE-F08934EB9119}" dt="2026-05-06T18:58:49.904" v="2652" actId="20577"/>
          <ac:spMkLst>
            <pc:docMk/>
            <pc:sldMk cId="4097866568" sldId="2147477784"/>
            <ac:spMk id="60" creationId="{451F1585-7239-01E6-2BE2-42B716048A57}"/>
          </ac:spMkLst>
        </pc:spChg>
        <pc:spChg chg="add mod">
          <ac:chgData name="Ummat, Shivi" userId="c9ac934f-fc13-4e5c-8ca4-2104f5fa597c" providerId="ADAL" clId="{13547488-DEA3-5A63-B5CE-F08934EB9119}" dt="2026-05-06T18:57:09.934" v="2482"/>
          <ac:spMkLst>
            <pc:docMk/>
            <pc:sldMk cId="4097866568" sldId="2147477784"/>
            <ac:spMk id="61" creationId="{3CD67D39-8E4E-CE28-D2D5-00025B230EC5}"/>
          </ac:spMkLst>
        </pc:spChg>
        <pc:spChg chg="add mod">
          <ac:chgData name="Ummat, Shivi" userId="c9ac934f-fc13-4e5c-8ca4-2104f5fa597c" providerId="ADAL" clId="{13547488-DEA3-5A63-B5CE-F08934EB9119}" dt="2026-05-06T18:58:57.185" v="2658" actId="20577"/>
          <ac:spMkLst>
            <pc:docMk/>
            <pc:sldMk cId="4097866568" sldId="2147477784"/>
            <ac:spMk id="65" creationId="{37453D83-B65D-D1C8-C3DF-43A9A86974C5}"/>
          </ac:spMkLst>
        </pc:spChg>
      </pc:sldChg>
    </pc:docChg>
  </pc:docChgLst>
  <pc:docChgLst>
    <pc:chgData name="Ummat, Shivi" userId="S::shiviu@amazon.com::c9ac934f-fc13-4e5c-8ca4-2104f5fa597c" providerId="AD" clId="Web-{2C31ADB6-1EBF-EC20-E235-DCA92B08B6F9}"/>
    <pc:docChg chg="modSld">
      <pc:chgData name="Ummat, Shivi" userId="S::shiviu@amazon.com::c9ac934f-fc13-4e5c-8ca4-2104f5fa597c" providerId="AD" clId="Web-{2C31ADB6-1EBF-EC20-E235-DCA92B08B6F9}" dt="2026-04-30T03:46:05.607" v="1" actId="20577"/>
      <pc:docMkLst>
        <pc:docMk/>
      </pc:docMkLst>
      <pc:sldChg chg="modSp">
        <pc:chgData name="Ummat, Shivi" userId="S::shiviu@amazon.com::c9ac934f-fc13-4e5c-8ca4-2104f5fa597c" providerId="AD" clId="Web-{2C31ADB6-1EBF-EC20-E235-DCA92B08B6F9}" dt="2026-04-30T03:46:05.607" v="1" actId="20577"/>
        <pc:sldMkLst>
          <pc:docMk/>
          <pc:sldMk cId="742361211" sldId="2147477775"/>
        </pc:sldMkLst>
        <pc:spChg chg="mod">
          <ac:chgData name="Ummat, Shivi" userId="S::shiviu@amazon.com::c9ac934f-fc13-4e5c-8ca4-2104f5fa597c" providerId="AD" clId="Web-{2C31ADB6-1EBF-EC20-E235-DCA92B08B6F9}" dt="2026-04-30T03:46:05.607" v="1" actId="20577"/>
          <ac:spMkLst>
            <pc:docMk/>
            <pc:sldMk cId="742361211" sldId="2147477775"/>
            <ac:spMk id="44" creationId="{31858F31-540B-4E32-D466-11433D2936F2}"/>
          </ac:spMkLst>
        </pc:spChg>
      </pc:sldChg>
    </pc:docChg>
  </pc:docChgLst>
  <pc:docChgLst>
    <pc:chgData name="Ummat, Shivi" userId="S::shiviu@amazon.com::c9ac934f-fc13-4e5c-8ca4-2104f5fa597c" providerId="AD" clId="Web-{C6F21C85-20CF-FB1E-1FB3-F59F8A249200}"/>
    <pc:docChg chg="addSld delSld modSld sldOrd modSection">
      <pc:chgData name="Ummat, Shivi" userId="S::shiviu@amazon.com::c9ac934f-fc13-4e5c-8ca4-2104f5fa597c" providerId="AD" clId="Web-{C6F21C85-20CF-FB1E-1FB3-F59F8A249200}" dt="2026-04-24T05:37:47.040" v="700"/>
      <pc:docMkLst>
        <pc:docMk/>
      </pc:docMkLst>
      <pc:sldChg chg="delSp modSp new ord">
        <pc:chgData name="Ummat, Shivi" userId="S::shiviu@amazon.com::c9ac934f-fc13-4e5c-8ca4-2104f5fa597c" providerId="AD" clId="Web-{C6F21C85-20CF-FB1E-1FB3-F59F8A249200}" dt="2026-04-24T05:16:01.937" v="530"/>
        <pc:sldMkLst>
          <pc:docMk/>
          <pc:sldMk cId="4013785700" sldId="2147477749"/>
        </pc:sldMkLst>
        <pc:spChg chg="mod">
          <ac:chgData name="Ummat, Shivi" userId="S::shiviu@amazon.com::c9ac934f-fc13-4e5c-8ca4-2104f5fa597c" providerId="AD" clId="Web-{C6F21C85-20CF-FB1E-1FB3-F59F8A249200}" dt="2026-04-24T05:15:02.984" v="514" actId="1076"/>
          <ac:spMkLst>
            <pc:docMk/>
            <pc:sldMk cId="4013785700" sldId="2147477749"/>
            <ac:spMk id="2" creationId="{F326A66A-8EE8-206E-1901-AF0A51F7018D}"/>
          </ac:spMkLst>
        </pc:spChg>
        <pc:spChg chg="mod">
          <ac:chgData name="Ummat, Shivi" userId="S::shiviu@amazon.com::c9ac934f-fc13-4e5c-8ca4-2104f5fa597c" providerId="AD" clId="Web-{C6F21C85-20CF-FB1E-1FB3-F59F8A249200}" dt="2026-04-24T05:15:57.312" v="528" actId="20577"/>
          <ac:spMkLst>
            <pc:docMk/>
            <pc:sldMk cId="4013785700" sldId="2147477749"/>
            <ac:spMk id="6" creationId="{CB41F5DD-8EBD-2A21-190A-0DABCDB833C0}"/>
          </ac:spMkLst>
        </pc:spChg>
      </pc:sldChg>
      <pc:sldChg chg="addSp delSp modSp new add del mod setBg modClrScheme chgLayout">
        <pc:chgData name="Ummat, Shivi" userId="S::shiviu@amazon.com::c9ac934f-fc13-4e5c-8ca4-2104f5fa597c" providerId="AD" clId="Web-{C6F21C85-20CF-FB1E-1FB3-F59F8A249200}" dt="2026-04-24T05:37:47.040" v="700"/>
        <pc:sldMkLst>
          <pc:docMk/>
          <pc:sldMk cId="555274887" sldId="2147477755"/>
        </pc:sldMkLst>
      </pc:sldChg>
      <pc:sldMasterChg chg="addSldLayout">
        <pc:chgData name="Ummat, Shivi" userId="S::shiviu@amazon.com::c9ac934f-fc13-4e5c-8ca4-2104f5fa597c" providerId="AD" clId="Web-{C6F21C85-20CF-FB1E-1FB3-F59F8A249200}" dt="2026-04-24T05:01:53.199" v="367"/>
        <pc:sldMasterMkLst>
          <pc:docMk/>
          <pc:sldMasterMk cId="471148940" sldId="2147483648"/>
        </pc:sldMasterMkLst>
        <pc:sldLayoutChg chg="add">
          <pc:chgData name="Ummat, Shivi" userId="S::shiviu@amazon.com::c9ac934f-fc13-4e5c-8ca4-2104f5fa597c" providerId="AD" clId="Web-{C6F21C85-20CF-FB1E-1FB3-F59F8A249200}" dt="2026-04-24T05:01:52.824" v="364"/>
          <pc:sldLayoutMkLst>
            <pc:docMk/>
            <pc:sldMasterMk cId="471148940" sldId="2147483648"/>
            <pc:sldLayoutMk cId="3829041037" sldId="2147483788"/>
          </pc:sldLayoutMkLst>
        </pc:sldLayoutChg>
        <pc:sldLayoutChg chg="add">
          <pc:chgData name="Ummat, Shivi" userId="S::shiviu@amazon.com::c9ac934f-fc13-4e5c-8ca4-2104f5fa597c" providerId="AD" clId="Web-{C6F21C85-20CF-FB1E-1FB3-F59F8A249200}" dt="2026-04-24T05:01:53.199" v="367"/>
          <pc:sldLayoutMkLst>
            <pc:docMk/>
            <pc:sldMasterMk cId="471148940" sldId="2147483648"/>
            <pc:sldLayoutMk cId="1591227905" sldId="2147483789"/>
          </pc:sldLayoutMkLst>
        </pc:sldLayoutChg>
      </pc:sldMasterChg>
      <pc:sldMasterChg chg="addSldLayout">
        <pc:chgData name="Ummat, Shivi" userId="S::shiviu@amazon.com::c9ac934f-fc13-4e5c-8ca4-2104f5fa597c" providerId="AD" clId="Web-{C6F21C85-20CF-FB1E-1FB3-F59F8A249200}" dt="2026-04-24T05:10:33.464" v="402"/>
        <pc:sldMasterMkLst>
          <pc:docMk/>
          <pc:sldMasterMk cId="364748558" sldId="2147483732"/>
        </pc:sldMasterMkLst>
        <pc:sldLayoutChg chg="add replId">
          <pc:chgData name="Ummat, Shivi" userId="S::shiviu@amazon.com::c9ac934f-fc13-4e5c-8ca4-2104f5fa597c" providerId="AD" clId="Web-{C6F21C85-20CF-FB1E-1FB3-F59F8A249200}" dt="2026-04-24T05:10:33.464" v="402"/>
          <pc:sldLayoutMkLst>
            <pc:docMk/>
            <pc:sldMasterMk cId="364748558" sldId="2147483732"/>
            <pc:sldLayoutMk cId="1341540107" sldId="2147483790"/>
          </pc:sldLayoutMkLst>
        </pc:sldLayoutChg>
      </pc:sldMasterChg>
    </pc:docChg>
  </pc:docChgLst>
  <pc:docChgLst>
    <pc:chgData name="Ummat, Shivi" userId="S::shiviu@amazon.com::c9ac934f-fc13-4e5c-8ca4-2104f5fa597c" providerId="AD" clId="Web-{D075BBA5-84A1-EB85-9473-B14BB32D7E89}"/>
    <pc:docChg chg="addSld delSld modSld modSection">
      <pc:chgData name="Ummat, Shivi" userId="S::shiviu@amazon.com::c9ac934f-fc13-4e5c-8ca4-2104f5fa597c" providerId="AD" clId="Web-{D075BBA5-84A1-EB85-9473-B14BB32D7E89}" dt="2026-05-06T17:36:34.021" v="980" actId="20577"/>
      <pc:docMkLst>
        <pc:docMk/>
      </pc:docMkLst>
      <pc:sldChg chg="modSp">
        <pc:chgData name="Ummat, Shivi" userId="S::shiviu@amazon.com::c9ac934f-fc13-4e5c-8ca4-2104f5fa597c" providerId="AD" clId="Web-{D075BBA5-84A1-EB85-9473-B14BB32D7E89}" dt="2026-05-06T17:34:15.042" v="904" actId="14100"/>
        <pc:sldMkLst>
          <pc:docMk/>
          <pc:sldMk cId="555274887" sldId="2147477755"/>
        </pc:sldMkLst>
        <pc:spChg chg="mod">
          <ac:chgData name="Ummat, Shivi" userId="S::shiviu@amazon.com::c9ac934f-fc13-4e5c-8ca4-2104f5fa597c" providerId="AD" clId="Web-{D075BBA5-84A1-EB85-9473-B14BB32D7E89}" dt="2026-05-06T17:34:15.042" v="904" actId="14100"/>
          <ac:spMkLst>
            <pc:docMk/>
            <pc:sldMk cId="555274887" sldId="2147477755"/>
            <ac:spMk id="71" creationId="{CF75F550-434C-2BFE-4045-57A1FEBD0382}"/>
          </ac:spMkLst>
        </pc:spChg>
      </pc:sldChg>
      <pc:sldChg chg="modSp">
        <pc:chgData name="Ummat, Shivi" userId="S::shiviu@amazon.com::c9ac934f-fc13-4e5c-8ca4-2104f5fa597c" providerId="AD" clId="Web-{D075BBA5-84A1-EB85-9473-B14BB32D7E89}" dt="2026-05-06T16:53:41.442" v="468" actId="20577"/>
        <pc:sldMkLst>
          <pc:docMk/>
          <pc:sldMk cId="3178036942" sldId="2147477757"/>
        </pc:sldMkLst>
        <pc:spChg chg="mod">
          <ac:chgData name="Ummat, Shivi" userId="S::shiviu@amazon.com::c9ac934f-fc13-4e5c-8ca4-2104f5fa597c" providerId="AD" clId="Web-{D075BBA5-84A1-EB85-9473-B14BB32D7E89}" dt="2026-05-06T16:53:41.442" v="468" actId="20577"/>
          <ac:spMkLst>
            <pc:docMk/>
            <pc:sldMk cId="3178036942" sldId="2147477757"/>
            <ac:spMk id="57" creationId="{938E54E0-A063-7E5E-39A1-F4C46DAB0E9C}"/>
          </ac:spMkLst>
        </pc:spChg>
      </pc:sldChg>
      <pc:sldChg chg="del">
        <pc:chgData name="Ummat, Shivi" userId="S::shiviu@amazon.com::c9ac934f-fc13-4e5c-8ca4-2104f5fa597c" providerId="AD" clId="Web-{D075BBA5-84A1-EB85-9473-B14BB32D7E89}" dt="2026-05-06T17:12:01.305" v="742"/>
        <pc:sldMkLst>
          <pc:docMk/>
          <pc:sldMk cId="3652344378" sldId="2147477758"/>
        </pc:sldMkLst>
      </pc:sldChg>
      <pc:sldChg chg="modSp">
        <pc:chgData name="Ummat, Shivi" userId="S::shiviu@amazon.com::c9ac934f-fc13-4e5c-8ca4-2104f5fa597c" providerId="AD" clId="Web-{D075BBA5-84A1-EB85-9473-B14BB32D7E89}" dt="2026-05-06T16:54:50.473" v="471" actId="1076"/>
        <pc:sldMkLst>
          <pc:docMk/>
          <pc:sldMk cId="2066152784" sldId="2147477760"/>
        </pc:sldMkLst>
        <pc:spChg chg="mod">
          <ac:chgData name="Ummat, Shivi" userId="S::shiviu@amazon.com::c9ac934f-fc13-4e5c-8ca4-2104f5fa597c" providerId="AD" clId="Web-{D075BBA5-84A1-EB85-9473-B14BB32D7E89}" dt="2026-05-06T16:54:50.473" v="471" actId="1076"/>
          <ac:spMkLst>
            <pc:docMk/>
            <pc:sldMk cId="2066152784" sldId="2147477760"/>
            <ac:spMk id="6" creationId="{85923D99-079F-5A6C-AC27-43629E510B3E}"/>
          </ac:spMkLst>
        </pc:spChg>
      </pc:sldChg>
      <pc:sldChg chg="modNotes">
        <pc:chgData name="Ummat, Shivi" userId="S::shiviu@amazon.com::c9ac934f-fc13-4e5c-8ca4-2104f5fa597c" providerId="AD" clId="Web-{D075BBA5-84A1-EB85-9473-B14BB32D7E89}" dt="2026-05-06T17:00:10.291" v="613"/>
        <pc:sldMkLst>
          <pc:docMk/>
          <pc:sldMk cId="2857778863" sldId="2147477761"/>
        </pc:sldMkLst>
      </pc:sldChg>
      <pc:sldChg chg="modSp">
        <pc:chgData name="Ummat, Shivi" userId="S::shiviu@amazon.com::c9ac934f-fc13-4e5c-8ca4-2104f5fa597c" providerId="AD" clId="Web-{D075BBA5-84A1-EB85-9473-B14BB32D7E89}" dt="2026-05-06T17:17:23.285" v="902" actId="20577"/>
        <pc:sldMkLst>
          <pc:docMk/>
          <pc:sldMk cId="105049516" sldId="2147477763"/>
        </pc:sldMkLst>
        <pc:spChg chg="mod">
          <ac:chgData name="Ummat, Shivi" userId="S::shiviu@amazon.com::c9ac934f-fc13-4e5c-8ca4-2104f5fa597c" providerId="AD" clId="Web-{D075BBA5-84A1-EB85-9473-B14BB32D7E89}" dt="2026-05-06T17:17:23.285" v="902" actId="20577"/>
          <ac:spMkLst>
            <pc:docMk/>
            <pc:sldMk cId="105049516" sldId="2147477763"/>
            <ac:spMk id="52" creationId="{A99C2F46-1E01-F487-2A2A-B890EDDE4628}"/>
          </ac:spMkLst>
        </pc:spChg>
      </pc:sldChg>
      <pc:sldChg chg="add del">
        <pc:chgData name="Ummat, Shivi" userId="S::shiviu@amazon.com::c9ac934f-fc13-4e5c-8ca4-2104f5fa597c" providerId="AD" clId="Web-{D075BBA5-84A1-EB85-9473-B14BB32D7E89}" dt="2026-05-06T17:06:03.272" v="692"/>
        <pc:sldMkLst>
          <pc:docMk/>
          <pc:sldMk cId="1896048833" sldId="2147477764"/>
        </pc:sldMkLst>
      </pc:sldChg>
      <pc:sldChg chg="modSp">
        <pc:chgData name="Ummat, Shivi" userId="S::shiviu@amazon.com::c9ac934f-fc13-4e5c-8ca4-2104f5fa597c" providerId="AD" clId="Web-{D075BBA5-84A1-EB85-9473-B14BB32D7E89}" dt="2026-05-06T17:09:30.725" v="714" actId="14100"/>
        <pc:sldMkLst>
          <pc:docMk/>
          <pc:sldMk cId="3985441561" sldId="2147477766"/>
        </pc:sldMkLst>
        <pc:spChg chg="mod">
          <ac:chgData name="Ummat, Shivi" userId="S::shiviu@amazon.com::c9ac934f-fc13-4e5c-8ca4-2104f5fa597c" providerId="AD" clId="Web-{D075BBA5-84A1-EB85-9473-B14BB32D7E89}" dt="2026-05-06T17:09:30.725" v="714" actId="14100"/>
          <ac:spMkLst>
            <pc:docMk/>
            <pc:sldMk cId="3985441561" sldId="2147477766"/>
            <ac:spMk id="17" creationId="{35EB9895-E4DD-A60C-1027-69994FDF2185}"/>
          </ac:spMkLst>
        </pc:spChg>
      </pc:sldChg>
      <pc:sldChg chg="modSp">
        <pc:chgData name="Ummat, Shivi" userId="S::shiviu@amazon.com::c9ac934f-fc13-4e5c-8ca4-2104f5fa597c" providerId="AD" clId="Web-{D075BBA5-84A1-EB85-9473-B14BB32D7E89}" dt="2026-05-06T17:10:30.319" v="741" actId="20577"/>
        <pc:sldMkLst>
          <pc:docMk/>
          <pc:sldMk cId="781084153" sldId="2147477767"/>
        </pc:sldMkLst>
        <pc:spChg chg="mod">
          <ac:chgData name="Ummat, Shivi" userId="S::shiviu@amazon.com::c9ac934f-fc13-4e5c-8ca4-2104f5fa597c" providerId="AD" clId="Web-{D075BBA5-84A1-EB85-9473-B14BB32D7E89}" dt="2026-05-06T17:10:30.319" v="741" actId="20577"/>
          <ac:spMkLst>
            <pc:docMk/>
            <pc:sldMk cId="781084153" sldId="2147477767"/>
            <ac:spMk id="17" creationId="{9A07F9B6-EDF2-9095-5649-72CCEC060E0A}"/>
          </ac:spMkLst>
        </pc:spChg>
      </pc:sldChg>
      <pc:sldChg chg="modSp">
        <pc:chgData name="Ummat, Shivi" userId="S::shiviu@amazon.com::c9ac934f-fc13-4e5c-8ca4-2104f5fa597c" providerId="AD" clId="Web-{D075BBA5-84A1-EB85-9473-B14BB32D7E89}" dt="2026-05-06T17:12:11.086" v="757" actId="20577"/>
        <pc:sldMkLst>
          <pc:docMk/>
          <pc:sldMk cId="3170138857" sldId="2147477774"/>
        </pc:sldMkLst>
        <pc:spChg chg="mod">
          <ac:chgData name="Ummat, Shivi" userId="S::shiviu@amazon.com::c9ac934f-fc13-4e5c-8ca4-2104f5fa597c" providerId="AD" clId="Web-{D075BBA5-84A1-EB85-9473-B14BB32D7E89}" dt="2026-05-06T17:12:11.086" v="757" actId="20577"/>
          <ac:spMkLst>
            <pc:docMk/>
            <pc:sldMk cId="3170138857" sldId="2147477774"/>
            <ac:spMk id="29" creationId="{E8F0F385-7297-2679-C564-ED46C2A37DAB}"/>
          </ac:spMkLst>
        </pc:spChg>
      </pc:sldChg>
      <pc:sldChg chg="addSp delSp modSp">
        <pc:chgData name="Ummat, Shivi" userId="S::shiviu@amazon.com::c9ac934f-fc13-4e5c-8ca4-2104f5fa597c" providerId="AD" clId="Web-{D075BBA5-84A1-EB85-9473-B14BB32D7E89}" dt="2026-05-06T17:36:34.021" v="980" actId="20577"/>
        <pc:sldMkLst>
          <pc:docMk/>
          <pc:sldMk cId="742361211" sldId="2147477775"/>
        </pc:sldMkLst>
        <pc:spChg chg="add mod">
          <ac:chgData name="Ummat, Shivi" userId="S::shiviu@amazon.com::c9ac934f-fc13-4e5c-8ca4-2104f5fa597c" providerId="AD" clId="Web-{D075BBA5-84A1-EB85-9473-B14BB32D7E89}" dt="2026-05-06T17:35:59.970" v="963" actId="1076"/>
          <ac:spMkLst>
            <pc:docMk/>
            <pc:sldMk cId="742361211" sldId="2147477775"/>
            <ac:spMk id="2" creationId="{8D33B372-E776-22EA-6F57-E2578CD4EB76}"/>
          </ac:spMkLst>
        </pc:spChg>
        <pc:spChg chg="add mod">
          <ac:chgData name="Ummat, Shivi" userId="S::shiviu@amazon.com::c9ac934f-fc13-4e5c-8ca4-2104f5fa597c" providerId="AD" clId="Web-{D075BBA5-84A1-EB85-9473-B14BB32D7E89}" dt="2026-05-06T17:34:57.246" v="931" actId="1076"/>
          <ac:spMkLst>
            <pc:docMk/>
            <pc:sldMk cId="742361211" sldId="2147477775"/>
            <ac:spMk id="3" creationId="{73A49C99-582B-A45A-42F7-462D192A6295}"/>
          </ac:spMkLst>
        </pc:spChg>
        <pc:spChg chg="add mod">
          <ac:chgData name="Ummat, Shivi" userId="S::shiviu@amazon.com::c9ac934f-fc13-4e5c-8ca4-2104f5fa597c" providerId="AD" clId="Web-{D075BBA5-84A1-EB85-9473-B14BB32D7E89}" dt="2026-05-06T17:35:48.406" v="960" actId="1076"/>
          <ac:spMkLst>
            <pc:docMk/>
            <pc:sldMk cId="742361211" sldId="2147477775"/>
            <ac:spMk id="4" creationId="{8B85922C-1F63-B4BD-98F2-08FBB132C261}"/>
          </ac:spMkLst>
        </pc:spChg>
        <pc:spChg chg="add mod">
          <ac:chgData name="Ummat, Shivi" userId="S::shiviu@amazon.com::c9ac934f-fc13-4e5c-8ca4-2104f5fa597c" providerId="AD" clId="Web-{D075BBA5-84A1-EB85-9473-B14BB32D7E89}" dt="2026-05-06T17:35:31.043" v="954" actId="1076"/>
          <ac:spMkLst>
            <pc:docMk/>
            <pc:sldMk cId="742361211" sldId="2147477775"/>
            <ac:spMk id="6" creationId="{67905EBC-864A-35A3-CD60-63D6C989455A}"/>
          </ac:spMkLst>
        </pc:spChg>
        <pc:spChg chg="mod">
          <ac:chgData name="Ummat, Shivi" userId="S::shiviu@amazon.com::c9ac934f-fc13-4e5c-8ca4-2104f5fa597c" providerId="AD" clId="Web-{D075BBA5-84A1-EB85-9473-B14BB32D7E89}" dt="2026-05-06T16:58:19.821" v="558" actId="1076"/>
          <ac:spMkLst>
            <pc:docMk/>
            <pc:sldMk cId="742361211" sldId="2147477775"/>
            <ac:spMk id="32" creationId="{39A364FC-35A5-E613-5879-8E3FED3CDA1D}"/>
          </ac:spMkLst>
        </pc:spChg>
        <pc:spChg chg="mod">
          <ac:chgData name="Ummat, Shivi" userId="S::shiviu@amazon.com::c9ac934f-fc13-4e5c-8ca4-2104f5fa597c" providerId="AD" clId="Web-{D075BBA5-84A1-EB85-9473-B14BB32D7E89}" dt="2026-05-06T17:36:34.021" v="980" actId="20577"/>
          <ac:spMkLst>
            <pc:docMk/>
            <pc:sldMk cId="742361211" sldId="2147477775"/>
            <ac:spMk id="37" creationId="{D02873E5-00E6-7C64-9BC8-77A9C5B5ED0E}"/>
          </ac:spMkLst>
        </pc:spChg>
        <pc:spChg chg="mod">
          <ac:chgData name="Ummat, Shivi" userId="S::shiviu@amazon.com::c9ac934f-fc13-4e5c-8ca4-2104f5fa597c" providerId="AD" clId="Web-{D075BBA5-84A1-EB85-9473-B14BB32D7E89}" dt="2026-05-06T16:58:19.883" v="560" actId="1076"/>
          <ac:spMkLst>
            <pc:docMk/>
            <pc:sldMk cId="742361211" sldId="2147477775"/>
            <ac:spMk id="42" creationId="{7AA3AD2D-F4C9-8C69-8F89-679660EEBDBD}"/>
          </ac:spMkLst>
        </pc:spChg>
        <pc:spChg chg="mod">
          <ac:chgData name="Ummat, Shivi" userId="S::shiviu@amazon.com::c9ac934f-fc13-4e5c-8ca4-2104f5fa597c" providerId="AD" clId="Web-{D075BBA5-84A1-EB85-9473-B14BB32D7E89}" dt="2026-05-06T16:58:13.727" v="547" actId="1076"/>
          <ac:spMkLst>
            <pc:docMk/>
            <pc:sldMk cId="742361211" sldId="2147477775"/>
            <ac:spMk id="49" creationId="{1D78DD71-CFA1-6C8D-2F2A-3105369FCFD1}"/>
          </ac:spMkLst>
        </pc:spChg>
        <pc:spChg chg="mod">
          <ac:chgData name="Ummat, Shivi" userId="S::shiviu@amazon.com::c9ac934f-fc13-4e5c-8ca4-2104f5fa597c" providerId="AD" clId="Web-{D075BBA5-84A1-EB85-9473-B14BB32D7E89}" dt="2026-05-06T16:58:13.758" v="548" actId="1076"/>
          <ac:spMkLst>
            <pc:docMk/>
            <pc:sldMk cId="742361211" sldId="2147477775"/>
            <ac:spMk id="50" creationId="{28554311-2268-E878-2ED9-8875AD7A784F}"/>
          </ac:spMkLst>
        </pc:spChg>
        <pc:spChg chg="mod">
          <ac:chgData name="Ummat, Shivi" userId="S::shiviu@amazon.com::c9ac934f-fc13-4e5c-8ca4-2104f5fa597c" providerId="AD" clId="Web-{D075BBA5-84A1-EB85-9473-B14BB32D7E89}" dt="2026-05-06T16:58:13.790" v="549" actId="1076"/>
          <ac:spMkLst>
            <pc:docMk/>
            <pc:sldMk cId="742361211" sldId="2147477775"/>
            <ac:spMk id="51" creationId="{40DF428F-1C8A-6486-E124-41E3EEC2744D}"/>
          </ac:spMkLst>
        </pc:spChg>
        <pc:spChg chg="mod">
          <ac:chgData name="Ummat, Shivi" userId="S::shiviu@amazon.com::c9ac934f-fc13-4e5c-8ca4-2104f5fa597c" providerId="AD" clId="Web-{D075BBA5-84A1-EB85-9473-B14BB32D7E89}" dt="2026-05-06T16:58:13.805" v="550" actId="1076"/>
          <ac:spMkLst>
            <pc:docMk/>
            <pc:sldMk cId="742361211" sldId="2147477775"/>
            <ac:spMk id="52" creationId="{EC228A29-9C32-F42C-30FF-656A2CEBF9D6}"/>
          </ac:spMkLst>
        </pc:spChg>
        <pc:spChg chg="mod">
          <ac:chgData name="Ummat, Shivi" userId="S::shiviu@amazon.com::c9ac934f-fc13-4e5c-8ca4-2104f5fa597c" providerId="AD" clId="Web-{D075BBA5-84A1-EB85-9473-B14BB32D7E89}" dt="2026-05-06T16:58:13.852" v="551" actId="1076"/>
          <ac:spMkLst>
            <pc:docMk/>
            <pc:sldMk cId="742361211" sldId="2147477775"/>
            <ac:spMk id="53" creationId="{423FDCB9-1627-C970-7458-CD145D4A11AB}"/>
          </ac:spMkLst>
        </pc:spChg>
        <pc:spChg chg="mod">
          <ac:chgData name="Ummat, Shivi" userId="S::shiviu@amazon.com::c9ac934f-fc13-4e5c-8ca4-2104f5fa597c" providerId="AD" clId="Web-{D075BBA5-84A1-EB85-9473-B14BB32D7E89}" dt="2026-05-06T16:58:13.883" v="552" actId="1076"/>
          <ac:spMkLst>
            <pc:docMk/>
            <pc:sldMk cId="742361211" sldId="2147477775"/>
            <ac:spMk id="54" creationId="{A3892944-2F9C-89D9-4424-594830767A57}"/>
          </ac:spMkLst>
        </pc:spChg>
        <pc:spChg chg="mod">
          <ac:chgData name="Ummat, Shivi" userId="S::shiviu@amazon.com::c9ac934f-fc13-4e5c-8ca4-2104f5fa597c" providerId="AD" clId="Web-{D075BBA5-84A1-EB85-9473-B14BB32D7E89}" dt="2026-05-06T16:58:13.915" v="553" actId="1076"/>
          <ac:spMkLst>
            <pc:docMk/>
            <pc:sldMk cId="742361211" sldId="2147477775"/>
            <ac:spMk id="55" creationId="{431C2B11-CFD8-9734-057F-2B199B11ED24}"/>
          </ac:spMkLst>
        </pc:spChg>
        <pc:spChg chg="mod">
          <ac:chgData name="Ummat, Shivi" userId="S::shiviu@amazon.com::c9ac934f-fc13-4e5c-8ca4-2104f5fa597c" providerId="AD" clId="Web-{D075BBA5-84A1-EB85-9473-B14BB32D7E89}" dt="2026-05-06T16:58:13.946" v="554" actId="1076"/>
          <ac:spMkLst>
            <pc:docMk/>
            <pc:sldMk cId="742361211" sldId="2147477775"/>
            <ac:spMk id="56" creationId="{9DF0D26A-E6E8-30FB-8AC3-E834C9C8834C}"/>
          </ac:spMkLst>
        </pc:spChg>
        <pc:spChg chg="mod">
          <ac:chgData name="Ummat, Shivi" userId="S::shiviu@amazon.com::c9ac934f-fc13-4e5c-8ca4-2104f5fa597c" providerId="AD" clId="Web-{D075BBA5-84A1-EB85-9473-B14BB32D7E89}" dt="2026-05-06T16:58:13.977" v="555" actId="1076"/>
          <ac:spMkLst>
            <pc:docMk/>
            <pc:sldMk cId="742361211" sldId="2147477775"/>
            <ac:spMk id="57" creationId="{FD2679C4-4D8F-E18C-4E7E-38B2A61519F0}"/>
          </ac:spMkLst>
        </pc:spChg>
        <pc:spChg chg="mod">
          <ac:chgData name="Ummat, Shivi" userId="S::shiviu@amazon.com::c9ac934f-fc13-4e5c-8ca4-2104f5fa597c" providerId="AD" clId="Web-{D075BBA5-84A1-EB85-9473-B14BB32D7E89}" dt="2026-05-06T16:58:14.008" v="556" actId="1076"/>
          <ac:spMkLst>
            <pc:docMk/>
            <pc:sldMk cId="742361211" sldId="2147477775"/>
            <ac:spMk id="58" creationId="{2E0801A0-D980-6769-3826-0A27850293EC}"/>
          </ac:spMkLst>
        </pc:spChg>
        <pc:spChg chg="mod">
          <ac:chgData name="Ummat, Shivi" userId="S::shiviu@amazon.com::c9ac934f-fc13-4e5c-8ca4-2104f5fa597c" providerId="AD" clId="Web-{D075BBA5-84A1-EB85-9473-B14BB32D7E89}" dt="2026-05-06T16:58:14.040" v="557" actId="1076"/>
          <ac:spMkLst>
            <pc:docMk/>
            <pc:sldMk cId="742361211" sldId="2147477775"/>
            <ac:spMk id="59" creationId="{E3B6BF7D-3DBF-2CCA-93FA-4313FE2A8BE4}"/>
          </ac:spMkLst>
        </pc:spChg>
        <pc:spChg chg="del mod">
          <ac:chgData name="Ummat, Shivi" userId="S::shiviu@amazon.com::c9ac934f-fc13-4e5c-8ca4-2104f5fa597c" providerId="AD" clId="Web-{D075BBA5-84A1-EB85-9473-B14BB32D7E89}" dt="2026-05-06T17:35:02.683" v="932"/>
          <ac:spMkLst>
            <pc:docMk/>
            <pc:sldMk cId="742361211" sldId="2147477775"/>
            <ac:spMk id="60" creationId="{11F00978-BA07-3B37-0E6A-4560FFA49705}"/>
          </ac:spMkLst>
        </pc:spChg>
      </pc:sldChg>
      <pc:sldChg chg="modSp modNotes">
        <pc:chgData name="Ummat, Shivi" userId="S::shiviu@amazon.com::c9ac934f-fc13-4e5c-8ca4-2104f5fa597c" providerId="AD" clId="Web-{D075BBA5-84A1-EB85-9473-B14BB32D7E89}" dt="2026-05-06T16:48:50.218" v="370" actId="20577"/>
        <pc:sldMkLst>
          <pc:docMk/>
          <pc:sldMk cId="3846134347" sldId="2147477776"/>
        </pc:sldMkLst>
        <pc:spChg chg="mod">
          <ac:chgData name="Ummat, Shivi" userId="S::shiviu@amazon.com::c9ac934f-fc13-4e5c-8ca4-2104f5fa597c" providerId="AD" clId="Web-{D075BBA5-84A1-EB85-9473-B14BB32D7E89}" dt="2026-05-06T16:46:23.911" v="340" actId="1076"/>
          <ac:spMkLst>
            <pc:docMk/>
            <pc:sldMk cId="3846134347" sldId="2147477776"/>
            <ac:spMk id="4" creationId="{01F1BF74-2721-F8D5-9DD5-335C9670742D}"/>
          </ac:spMkLst>
        </pc:spChg>
        <pc:spChg chg="mod">
          <ac:chgData name="Ummat, Shivi" userId="S::shiviu@amazon.com::c9ac934f-fc13-4e5c-8ca4-2104f5fa597c" providerId="AD" clId="Web-{D075BBA5-84A1-EB85-9473-B14BB32D7E89}" dt="2026-05-06T16:48:50.218" v="370" actId="20577"/>
          <ac:spMkLst>
            <pc:docMk/>
            <pc:sldMk cId="3846134347" sldId="2147477776"/>
            <ac:spMk id="6" creationId="{1E34943F-8DF5-FCC6-27A0-FF46EC9BEFF0}"/>
          </ac:spMkLst>
        </pc:spChg>
      </pc:sldChg>
      <pc:sldChg chg="modSp">
        <pc:chgData name="Ummat, Shivi" userId="S::shiviu@amazon.com::c9ac934f-fc13-4e5c-8ca4-2104f5fa597c" providerId="AD" clId="Web-{D075BBA5-84A1-EB85-9473-B14BB32D7E89}" dt="2026-05-06T17:01:27.045" v="632" actId="20577"/>
        <pc:sldMkLst>
          <pc:docMk/>
          <pc:sldMk cId="613712510" sldId="2147477777"/>
        </pc:sldMkLst>
        <pc:spChg chg="mod">
          <ac:chgData name="Ummat, Shivi" userId="S::shiviu@amazon.com::c9ac934f-fc13-4e5c-8ca4-2104f5fa597c" providerId="AD" clId="Web-{D075BBA5-84A1-EB85-9473-B14BB32D7E89}" dt="2026-05-06T17:00:57.151" v="629" actId="20577"/>
          <ac:spMkLst>
            <pc:docMk/>
            <pc:sldMk cId="613712510" sldId="2147477777"/>
            <ac:spMk id="7" creationId="{A8D23B58-F2AD-1EFE-ECB4-51FFC3E5CF8D}"/>
          </ac:spMkLst>
        </pc:spChg>
        <pc:spChg chg="mod">
          <ac:chgData name="Ummat, Shivi" userId="S::shiviu@amazon.com::c9ac934f-fc13-4e5c-8ca4-2104f5fa597c" providerId="AD" clId="Web-{D075BBA5-84A1-EB85-9473-B14BB32D7E89}" dt="2026-05-06T17:01:27.045" v="632" actId="20577"/>
          <ac:spMkLst>
            <pc:docMk/>
            <pc:sldMk cId="613712510" sldId="2147477777"/>
            <ac:spMk id="55" creationId="{C3EA35E9-F6A0-C291-FA92-A168D05E3057}"/>
          </ac:spMkLst>
        </pc:spChg>
      </pc:sldChg>
      <pc:sldChg chg="modSp">
        <pc:chgData name="Ummat, Shivi" userId="S::shiviu@amazon.com::c9ac934f-fc13-4e5c-8ca4-2104f5fa597c" providerId="AD" clId="Web-{D075BBA5-84A1-EB85-9473-B14BB32D7E89}" dt="2026-05-06T17:03:02.939" v="665" actId="20577"/>
        <pc:sldMkLst>
          <pc:docMk/>
          <pc:sldMk cId="886281557" sldId="2147477778"/>
        </pc:sldMkLst>
        <pc:spChg chg="mod">
          <ac:chgData name="Ummat, Shivi" userId="S::shiviu@amazon.com::c9ac934f-fc13-4e5c-8ca4-2104f5fa597c" providerId="AD" clId="Web-{D075BBA5-84A1-EB85-9473-B14BB32D7E89}" dt="2026-05-06T17:03:02.939" v="665" actId="20577"/>
          <ac:spMkLst>
            <pc:docMk/>
            <pc:sldMk cId="886281557" sldId="2147477778"/>
            <ac:spMk id="13" creationId="{0D5D066D-8193-F406-3150-993C22E678EC}"/>
          </ac:spMkLst>
        </pc:spChg>
      </pc:sldChg>
      <pc:sldChg chg="modSp">
        <pc:chgData name="Ummat, Shivi" userId="S::shiviu@amazon.com::c9ac934f-fc13-4e5c-8ca4-2104f5fa597c" providerId="AD" clId="Web-{D075BBA5-84A1-EB85-9473-B14BB32D7E89}" dt="2026-05-06T17:05:02.569" v="690" actId="20577"/>
        <pc:sldMkLst>
          <pc:docMk/>
          <pc:sldMk cId="1865279650" sldId="2147477779"/>
        </pc:sldMkLst>
        <pc:spChg chg="mod">
          <ac:chgData name="Ummat, Shivi" userId="S::shiviu@amazon.com::c9ac934f-fc13-4e5c-8ca4-2104f5fa597c" providerId="AD" clId="Web-{D075BBA5-84A1-EB85-9473-B14BB32D7E89}" dt="2026-05-06T17:05:02.569" v="690" actId="20577"/>
          <ac:spMkLst>
            <pc:docMk/>
            <pc:sldMk cId="1865279650" sldId="2147477779"/>
            <ac:spMk id="19" creationId="{AA2E5ED1-668F-13F0-3A8E-283520C811C3}"/>
          </ac:spMkLst>
        </pc:spChg>
      </pc:sldChg>
      <pc:sldChg chg="modNotes">
        <pc:chgData name="Ummat, Shivi" userId="S::shiviu@amazon.com::c9ac934f-fc13-4e5c-8ca4-2104f5fa597c" providerId="AD" clId="Web-{D075BBA5-84A1-EB85-9473-B14BB32D7E89}" dt="2026-05-06T17:07:47.912" v="703"/>
        <pc:sldMkLst>
          <pc:docMk/>
          <pc:sldMk cId="3531227146" sldId="2147477780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Evaluations and calculating scores is not enough.</a:t>
            </a:r>
          </a:p>
          <a:p>
            <a:r>
              <a:rPr lang="en-US">
                <a:latin typeface="Calibri"/>
                <a:ea typeface="Calibri"/>
                <a:cs typeface="Calibri"/>
              </a:rPr>
              <a:t>What we really need to do is use the evals to feed back into the system and improve the design.</a:t>
            </a:r>
          </a:p>
          <a:p>
            <a:r>
              <a:rPr lang="en-US">
                <a:latin typeface="Calibri"/>
                <a:ea typeface="Calibri"/>
                <a:cs typeface="Calibri"/>
              </a:rPr>
              <a:t>We often see evals where we run the same prompt against 10 LLMs, calculate a "score", and pick the model with the best result. This is not a complete loop. We need to go back and improve the system based on our evals.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89E5F-BEEF-42A1-A57B-E5A736D51194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234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89E5F-BEEF-42A1-A57B-E5A736D51194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9392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This will be covered in the "Understanding Failures" Module!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89E5F-BEEF-42A1-A57B-E5A736D51194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043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There’s a lot to look at here! Start with </a:t>
            </a:r>
            <a:r>
              <a:rPr lang="en-US" err="1">
                <a:latin typeface="Calibri"/>
                <a:ea typeface="Calibri"/>
                <a:cs typeface="Calibri"/>
              </a:rPr>
              <a:t>AgentCore</a:t>
            </a:r>
            <a:r>
              <a:rPr lang="en-US">
                <a:latin typeface="Calibri"/>
                <a:ea typeface="Calibri"/>
                <a:cs typeface="Calibri"/>
              </a:rPr>
              <a:t> evals framework if it’s too much to digest.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89E5F-BEEF-42A1-A57B-E5A736D51194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128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89E5F-BEEF-42A1-A57B-E5A736D51194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8261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9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9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9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sv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Master" Target="../slideMasters/slideMaster2.xml"/></Relationships>
</file>

<file path=ppt/slideLayouts/_rels/slideLayout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4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3.png"/></Relationships>
</file>

<file path=ppt/slideLayouts/_rels/slideLayout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4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5.png"/></Relationships>
</file>

<file path=ppt/slideLayouts/_rels/slideLayout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4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1.png"/></Relationships>
</file>

<file path=ppt/slideLayouts/_rels/slideLayout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2.xml"/></Relationships>
</file>

<file path=ppt/slideLayouts/_rels/slideLayout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2.xml"/></Relationships>
</file>

<file path=ppt/slideLayouts/_rels/slideLayout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2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2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2.xml"/></Relationships>
</file>

<file path=ppt/slideLayouts/_rels/slideLayout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_rels/slideLayout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2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ide 1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2C1902C-75F7-534A-DA79-C070E1D034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FDF3A4-5795-4C3E-A626-E8705501F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1914-560C-4D5C-AA3F-8A993D908E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35531"/>
          </a:xfr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Enter subtitle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35E33B-41A5-4ACB-9AE6-2F3E7CAA44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3693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 (pronouns)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54CE4ED-4096-479A-AA41-A2286E854B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/>
              <a:t>Enter session ID if required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7D4CE88-F816-4273-A6C0-5D3F9D2E05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35531"/>
          </a:xfr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job title</a:t>
            </a:r>
            <a:br>
              <a:rPr lang="en-US"/>
            </a:br>
            <a:r>
              <a:rPr lang="en-US"/>
              <a:t>Speaker company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CE4815-926B-43B6-82AB-971B1A89CEF6}"/>
              </a:ext>
            </a:extLst>
          </p:cNvPr>
          <p:cNvSpPr txBox="1"/>
          <p:nvPr userDrawn="1"/>
        </p:nvSpPr>
        <p:spPr>
          <a:xfrm>
            <a:off x="504476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3E43EBB-89F7-CE68-C5FA-E5E366904B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2686" y="5622947"/>
            <a:ext cx="979714" cy="587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93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 userDrawn="1">
          <p15:clr>
            <a:srgbClr val="FBAE40"/>
          </p15:clr>
        </p15:guide>
        <p15:guide id="3" orient="horz" pos="2736" userDrawn="1">
          <p15:clr>
            <a:srgbClr val="FBAE40"/>
          </p15:clr>
        </p15:guide>
        <p15:guide id="4" orient="horz" pos="1272" userDrawn="1">
          <p15:clr>
            <a:srgbClr val="FBAE40"/>
          </p15:clr>
        </p15:guide>
        <p15:guide id="5" orient="horz" pos="17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8D603374-8180-8E01-BA18-DE11A6BC29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8CD09BF-BE98-954E-8C83-FD00798ACA2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35531"/>
          </a:xfr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Enter subtitle</a:t>
            </a:r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AAF119F6-59CF-C06E-9DEE-68747AC5B53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3693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 (pronouns)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19378773-656B-3414-4689-741C92BE3E0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/>
              <a:t>Enter session ID if required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3C5437D4-D83E-F7AB-7C05-4D16F6D780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35531"/>
          </a:xfr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job title</a:t>
            </a:r>
            <a:br>
              <a:rPr lang="en-US"/>
            </a:br>
            <a:r>
              <a:rPr lang="en-US"/>
              <a:t>Speaker company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671D03-03D2-3246-0292-3278FC46E9BD}"/>
              </a:ext>
            </a:extLst>
          </p:cNvPr>
          <p:cNvSpPr txBox="1"/>
          <p:nvPr userDrawn="1"/>
        </p:nvSpPr>
        <p:spPr>
          <a:xfrm>
            <a:off x="504476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2065812-9ABB-8591-F3F0-CA1C02DB187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2686" y="5622947"/>
            <a:ext cx="979714" cy="5873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2C415C-2EF2-186A-04FA-1B6BE61C410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title</a:t>
            </a:r>
          </a:p>
        </p:txBody>
      </p:sp>
    </p:spTree>
    <p:extLst>
      <p:ext uri="{BB962C8B-B14F-4D97-AF65-F5344CB8AC3E}">
        <p14:creationId xmlns:p14="http://schemas.microsoft.com/office/powerpoint/2010/main" val="36685176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 userDrawn="1">
          <p15:clr>
            <a:srgbClr val="FBAE40"/>
          </p15:clr>
        </p15:guide>
        <p15:guide id="3" orient="horz" pos="2736" userDrawn="1">
          <p15:clr>
            <a:srgbClr val="FBAE40"/>
          </p15:clr>
        </p15:guide>
        <p15:guide id="4" orient="horz" pos="1272" userDrawn="1">
          <p15:clr>
            <a:srgbClr val="FBAE40"/>
          </p15:clr>
        </p15:guide>
        <p15:guide id="5" orient="horz" pos="172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8265AB5E-77C0-1B4E-7AF6-71F73437182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53CAD519-9A88-CC6D-C64F-32781DE1286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35531"/>
          </a:xfr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Enter subtitle</a:t>
            </a:r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AECD1BDB-3933-70D1-D0B1-585F679690F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3693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 (pronouns)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49BD2DDE-9CEA-E55B-45AC-E81DC0520AE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/>
              <a:t>Enter session ID if required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F4339BC-5512-257D-D251-96C726B392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35531"/>
          </a:xfr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job title</a:t>
            </a:r>
            <a:br>
              <a:rPr lang="en-US"/>
            </a:br>
            <a:r>
              <a:rPr lang="en-US"/>
              <a:t>Speaker company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8E9AEE-EE0A-4511-286D-B7E92DB33387}"/>
              </a:ext>
            </a:extLst>
          </p:cNvPr>
          <p:cNvSpPr txBox="1"/>
          <p:nvPr userDrawn="1"/>
        </p:nvSpPr>
        <p:spPr>
          <a:xfrm>
            <a:off x="504476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69DB8BB-A96F-21D2-BD02-CDCB6C03824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2686" y="5622947"/>
            <a:ext cx="979714" cy="5873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C69315F-6BED-09F1-C555-D62EBCC2C2C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title</a:t>
            </a:r>
          </a:p>
        </p:txBody>
      </p:sp>
    </p:spTree>
    <p:extLst>
      <p:ext uri="{BB962C8B-B14F-4D97-AF65-F5344CB8AC3E}">
        <p14:creationId xmlns:p14="http://schemas.microsoft.com/office/powerpoint/2010/main" val="2375224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 userDrawn="1">
          <p15:clr>
            <a:srgbClr val="FBAE40"/>
          </p15:clr>
        </p15:guide>
        <p15:guide id="3" orient="horz" pos="2736" userDrawn="1">
          <p15:clr>
            <a:srgbClr val="FBAE40"/>
          </p15:clr>
        </p15:guide>
        <p15:guide id="4" orient="horz" pos="1272" userDrawn="1">
          <p15:clr>
            <a:srgbClr val="FBAE40"/>
          </p15:clr>
        </p15:guide>
        <p15:guide id="5" orient="horz" pos="172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13E1A9C0-25D4-6213-F6DE-1B604250E5D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0F04AFD-CEAF-D96A-9FBC-9500445458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1918337"/>
            <a:ext cx="6460998" cy="535531"/>
          </a:xfr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Enter subtitle</a:t>
            </a:r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0187CBED-F3F8-A0AE-DBEA-EEEA1D2E766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3693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 (pronouns)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857500-2C8E-9211-5B61-DC83BC3450CB}"/>
              </a:ext>
            </a:extLst>
          </p:cNvPr>
          <p:cNvSpPr/>
          <p:nvPr userDrawn="1"/>
        </p:nvSpPr>
        <p:spPr>
          <a:xfrm>
            <a:off x="609598" y="304800"/>
            <a:ext cx="2993681" cy="28895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US" b="0" i="0" err="1">
              <a:solidFill>
                <a:schemeClr val="tx1"/>
              </a:solidFill>
              <a:latin typeface="Amazon Ember Display" panose="020F0603020204020204" pitchFamily="34" charset="0"/>
            </a:endParaRP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17F887A3-28C2-6DE9-5807-21C410AB73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2969" y="332014"/>
            <a:ext cx="6477002" cy="2308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2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/>
              <a:t>Enter session ID if required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BBFEBE6D-8293-FD48-7C86-4989B458ECE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35531"/>
          </a:xfr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job title</a:t>
            </a:r>
            <a:br>
              <a:rPr lang="en-US"/>
            </a:br>
            <a:r>
              <a:rPr lang="en-US"/>
              <a:t>Speaker company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412FE6-3787-9446-924A-F202645A1CFC}"/>
              </a:ext>
            </a:extLst>
          </p:cNvPr>
          <p:cNvSpPr txBox="1"/>
          <p:nvPr userDrawn="1"/>
        </p:nvSpPr>
        <p:spPr>
          <a:xfrm>
            <a:off x="504476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6B38457-CE92-7B1F-6614-6136E9F8F98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228" y="5740417"/>
            <a:ext cx="783771" cy="46988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19ABE821-C29F-8323-0B26-4C07043DC762}"/>
              </a:ext>
            </a:extLst>
          </p:cNvPr>
          <p:cNvSpPr txBox="1"/>
          <p:nvPr userDrawn="1"/>
        </p:nvSpPr>
        <p:spPr>
          <a:xfrm>
            <a:off x="-135802" y="2471596"/>
            <a:ext cx="65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endParaRPr lang="en-US" b="0" i="0" err="1">
              <a:latin typeface="Amazon Ember Display" panose="020F0603020204020204" pitchFamily="34" charset="0"/>
            </a:endParaRP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10165371-E8F4-C898-9295-C3E433A3EF2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9278" y="928262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title</a:t>
            </a:r>
          </a:p>
        </p:txBody>
      </p:sp>
    </p:spTree>
    <p:extLst>
      <p:ext uri="{BB962C8B-B14F-4D97-AF65-F5344CB8AC3E}">
        <p14:creationId xmlns:p14="http://schemas.microsoft.com/office/powerpoint/2010/main" val="3374332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 userDrawn="1">
          <p15:clr>
            <a:srgbClr val="FBAE40"/>
          </p15:clr>
        </p15:guide>
        <p15:guide id="3" orient="horz" pos="2736" userDrawn="1">
          <p15:clr>
            <a:srgbClr val="FBAE40"/>
          </p15:clr>
        </p15:guide>
        <p15:guide id="4" orient="horz" pos="1272" userDrawn="1">
          <p15:clr>
            <a:srgbClr val="FBAE40"/>
          </p15:clr>
        </p15:guide>
        <p15:guide id="5" orient="horz" pos="1728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D2F7587B-9987-686E-FBA3-C703A035951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80812B7-8A92-F272-875E-0D757C691E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3693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 (pronouns)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404D9CE-381D-295C-A64E-88C5D0C0A61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35531"/>
          </a:xfr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job title</a:t>
            </a:r>
            <a:br>
              <a:rPr lang="en-US"/>
            </a:br>
            <a:r>
              <a:rPr lang="en-US"/>
              <a:t>Speaker company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F72D21-07F0-8A31-A886-8180F34B788F}"/>
              </a:ext>
            </a:extLst>
          </p:cNvPr>
          <p:cNvSpPr txBox="1"/>
          <p:nvPr userDrawn="1"/>
        </p:nvSpPr>
        <p:spPr>
          <a:xfrm>
            <a:off x="504476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AF3C931-F34B-7961-BC75-B4572B02FF7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228" y="5740417"/>
            <a:ext cx="783771" cy="469881"/>
          </a:xfrm>
          <a:prstGeom prst="rect">
            <a:avLst/>
          </a:prstGeom>
        </p:spPr>
      </p:pic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2F49425-7DA0-E6A1-AFFB-06CE3587D57C}"/>
              </a:ext>
            </a:extLst>
          </p:cNvPr>
          <p:cNvSpPr/>
          <p:nvPr userDrawn="1"/>
        </p:nvSpPr>
        <p:spPr>
          <a:xfrm>
            <a:off x="609598" y="304800"/>
            <a:ext cx="2993681" cy="28895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US" b="0" i="0" err="1">
              <a:solidFill>
                <a:schemeClr val="tx1"/>
              </a:solidFill>
              <a:latin typeface="Amazon Ember Display" panose="020F0603020204020204" pitchFamily="34" charset="0"/>
            </a:endParaRP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C8E54E3F-3CBC-43DF-D0B7-3007697064A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2969" y="332014"/>
            <a:ext cx="6477002" cy="2308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2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/>
              <a:t>Enter session ID if required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7EDB5F6C-924F-E4E4-8B18-2197BA4C3F5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1918337"/>
            <a:ext cx="6460998" cy="535531"/>
          </a:xfr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Enter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F28616-0D97-9CAF-203B-33E2A2B5C1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9278" y="928262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title</a:t>
            </a:r>
          </a:p>
        </p:txBody>
      </p:sp>
    </p:spTree>
    <p:extLst>
      <p:ext uri="{BB962C8B-B14F-4D97-AF65-F5344CB8AC3E}">
        <p14:creationId xmlns:p14="http://schemas.microsoft.com/office/powerpoint/2010/main" val="2198376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 userDrawn="1">
          <p15:clr>
            <a:srgbClr val="FBAE40"/>
          </p15:clr>
        </p15:guide>
        <p15:guide id="3" orient="horz" pos="2736" userDrawn="1">
          <p15:clr>
            <a:srgbClr val="FBAE40"/>
          </p15:clr>
        </p15:guide>
        <p15:guide id="4" orient="horz" pos="1272" userDrawn="1">
          <p15:clr>
            <a:srgbClr val="FBAE40"/>
          </p15:clr>
        </p15:guide>
        <p15:guide id="5" orient="horz" pos="1728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2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C8E54E3F-3CBC-43DF-D0B7-3007697064A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2969" y="332014"/>
            <a:ext cx="6477002" cy="2308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2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709020204020204" pitchFamily="49" charset="0"/>
                <a:cs typeface="Amazon Ember Mono" panose="020B0709020204020204" pitchFamily="49" charset="0"/>
              </a:defRPr>
            </a:lvl1pPr>
          </a:lstStyle>
          <a:p>
            <a:pPr lvl="0"/>
            <a:r>
              <a:rPr lang="en-US"/>
              <a:t>Enter session ID if required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E5BDDB8-98EE-F01A-753C-07B65A3249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80812B7-8A92-F272-875E-0D757C691E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3693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 (pronouns)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404D9CE-381D-295C-A64E-88C5D0C0A61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35531"/>
          </a:xfr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job title</a:t>
            </a:r>
            <a:br>
              <a:rPr lang="en-US"/>
            </a:br>
            <a:r>
              <a:rPr lang="en-US"/>
              <a:t>Speaker company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F72D21-07F0-8A31-A886-8180F34B788F}"/>
              </a:ext>
            </a:extLst>
          </p:cNvPr>
          <p:cNvSpPr txBox="1"/>
          <p:nvPr userDrawn="1"/>
        </p:nvSpPr>
        <p:spPr>
          <a:xfrm>
            <a:off x="504476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AF3C931-F34B-7961-BC75-B4572B02FF7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228" y="5740417"/>
            <a:ext cx="783771" cy="469881"/>
          </a:xfrm>
          <a:prstGeom prst="rect">
            <a:avLst/>
          </a:prstGeom>
        </p:spPr>
      </p:pic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2F49425-7DA0-E6A1-AFFB-06CE3587D57C}"/>
              </a:ext>
            </a:extLst>
          </p:cNvPr>
          <p:cNvSpPr/>
          <p:nvPr userDrawn="1"/>
        </p:nvSpPr>
        <p:spPr>
          <a:xfrm>
            <a:off x="609598" y="304800"/>
            <a:ext cx="2993681" cy="28895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US" b="0" i="0" err="1">
              <a:solidFill>
                <a:schemeClr val="tx1"/>
              </a:solidFill>
              <a:latin typeface="Amazon Ember Display" panose="020F0603020204020204" pitchFamily="34" charset="0"/>
            </a:endParaRP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7EDB5F6C-924F-E4E4-8B18-2197BA4C3F5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1918337"/>
            <a:ext cx="6460998" cy="535531"/>
          </a:xfr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Enter subtitle</a:t>
            </a:r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111574D8-2193-6E96-F970-CA48F920463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2969" y="332014"/>
            <a:ext cx="6477002" cy="2308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2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/>
              <a:t>Enter session ID if required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F67C28C-2194-7DE3-C4ED-8EF747692F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9278" y="928262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title</a:t>
            </a:r>
          </a:p>
        </p:txBody>
      </p:sp>
    </p:spTree>
    <p:extLst>
      <p:ext uri="{BB962C8B-B14F-4D97-AF65-F5344CB8AC3E}">
        <p14:creationId xmlns:p14="http://schemas.microsoft.com/office/powerpoint/2010/main" val="929522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 1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6BE91D-E2C8-E92E-F84F-301C485175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8671D03-03D2-3246-0292-3278FC46E9BD}"/>
              </a:ext>
            </a:extLst>
          </p:cNvPr>
          <p:cNvSpPr txBox="1"/>
          <p:nvPr userDrawn="1"/>
        </p:nvSpPr>
        <p:spPr>
          <a:xfrm>
            <a:off x="504476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2065812-9ABB-8591-F3F0-CA1C02DB187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8" y="314619"/>
            <a:ext cx="1283702" cy="769597"/>
          </a:xfrm>
          <a:prstGeom prst="rect">
            <a:avLst/>
          </a:prstGeom>
        </p:spPr>
      </p:pic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A667889-09AD-2802-609E-5B422FC70CC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965866"/>
            <a:ext cx="3713020" cy="191515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3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/>
              <a:t>ENTER EYEBROW TREATMENT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6A177297-A5AF-7CEE-5816-E3D493824EE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4440902"/>
            <a:ext cx="6460999" cy="166539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title</a:t>
            </a:r>
            <a:br>
              <a:rPr lang="en-US"/>
            </a:br>
            <a:r>
              <a:rPr lang="en-US"/>
              <a:t>here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0363E65-101C-AC0F-9792-DAB94457D9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70126" y="5034988"/>
            <a:ext cx="2544628" cy="313932"/>
          </a:xfrm>
        </p:spPr>
        <p:txBody>
          <a:bodyPr wrap="square"/>
          <a:lstStyle>
            <a:lvl1pPr marL="0" indent="0" algn="ctr">
              <a:spcAft>
                <a:spcPts val="3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In collaboration with</a:t>
            </a:r>
          </a:p>
        </p:txBody>
      </p:sp>
    </p:spTree>
    <p:extLst>
      <p:ext uri="{BB962C8B-B14F-4D97-AF65-F5344CB8AC3E}">
        <p14:creationId xmlns:p14="http://schemas.microsoft.com/office/powerpoint/2010/main" val="1968015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 1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8D603374-8180-8E01-BA18-DE11A6BC29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19378773-656B-3414-4689-741C92BE3E0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7" y="3965866"/>
            <a:ext cx="3142271" cy="191515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3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/>
              <a:t>ENTER EYEBROW TREATMENT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671D03-03D2-3246-0292-3278FC46E9BD}"/>
              </a:ext>
            </a:extLst>
          </p:cNvPr>
          <p:cNvSpPr txBox="1"/>
          <p:nvPr userDrawn="1"/>
        </p:nvSpPr>
        <p:spPr>
          <a:xfrm>
            <a:off x="504476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2C415C-2EF2-186A-04FA-1B6BE61C410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4440902"/>
            <a:ext cx="6460999" cy="166539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title</a:t>
            </a:r>
            <a:br>
              <a:rPr lang="en-US"/>
            </a:br>
            <a:r>
              <a:rPr lang="en-US"/>
              <a:t>here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45DBD93-60E8-0B8F-03C1-2B446EC2F70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8" y="314619"/>
            <a:ext cx="1283702" cy="769597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3897E40-56A2-91DD-CCE8-8E38608EBFA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70126" y="5034988"/>
            <a:ext cx="2544628" cy="313932"/>
          </a:xfrm>
        </p:spPr>
        <p:txBody>
          <a:bodyPr wrap="square"/>
          <a:lstStyle>
            <a:lvl1pPr marL="0" indent="0" algn="ctr">
              <a:spcAft>
                <a:spcPts val="3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In collaboration with</a:t>
            </a:r>
          </a:p>
        </p:txBody>
      </p:sp>
    </p:spTree>
    <p:extLst>
      <p:ext uri="{BB962C8B-B14F-4D97-AF65-F5344CB8AC3E}">
        <p14:creationId xmlns:p14="http://schemas.microsoft.com/office/powerpoint/2010/main" val="3277099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1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C35B44E-D009-7238-7D9A-79314B1D0C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8671D03-03D2-3246-0292-3278FC46E9BD}"/>
              </a:ext>
            </a:extLst>
          </p:cNvPr>
          <p:cNvSpPr txBox="1"/>
          <p:nvPr userDrawn="1"/>
        </p:nvSpPr>
        <p:spPr>
          <a:xfrm>
            <a:off x="504476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F7A14831-118F-D903-FBF8-08F6C0E1C51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965866"/>
            <a:ext cx="3170550" cy="191515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3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/>
              <a:t>ENTER EYEBROW TREATMENT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5667255-5717-15E3-15D5-EE54F25E24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4440902"/>
            <a:ext cx="6460999" cy="166539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title</a:t>
            </a:r>
            <a:br>
              <a:rPr lang="en-US"/>
            </a:br>
            <a:r>
              <a:rPr lang="en-US"/>
              <a:t>here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AA3514D-62F7-F4CA-514C-09D1E5C317B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8" y="314619"/>
            <a:ext cx="1283702" cy="769597"/>
          </a:xfrm>
          <a:prstGeom prst="rect">
            <a:avLst/>
          </a:prstGeom>
        </p:spPr>
      </p:pic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37019E3F-7419-4C95-D907-DC1BEA4036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70126" y="5034988"/>
            <a:ext cx="2544628" cy="313932"/>
          </a:xfrm>
        </p:spPr>
        <p:txBody>
          <a:bodyPr wrap="square"/>
          <a:lstStyle>
            <a:lvl1pPr marL="0" indent="0" algn="ctr">
              <a:spcAft>
                <a:spcPts val="3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In collaboration with</a:t>
            </a:r>
          </a:p>
        </p:txBody>
      </p:sp>
    </p:spTree>
    <p:extLst>
      <p:ext uri="{BB962C8B-B14F-4D97-AF65-F5344CB8AC3E}">
        <p14:creationId xmlns:p14="http://schemas.microsoft.com/office/powerpoint/2010/main" val="3515829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67F1B3F-5EAF-BF4D-EAC3-027F3AE85E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391CB6-D820-4A96-8204-600D7D9568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5376" y="914401"/>
            <a:ext cx="10972800" cy="5909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Agenda layout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714500"/>
            <a:ext cx="10972800" cy="3293209"/>
          </a:xfr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high-level agenda items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5A1D86-6A7C-4718-BC8A-729563F7E07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06736434-7E81-994B-854B-1BF33F160A0D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5447C4-003F-49F1-92D9-AA8E1601814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4C0F27-F073-46C5-99AA-D6BC67A40F5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4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D9356ED-54C0-AD03-2028-FEFC88C137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714500"/>
            <a:ext cx="10972800" cy="3293209"/>
          </a:xfr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high-level agenda items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5A1D86-6A7C-4718-BC8A-729563F7E07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06736434-7E81-994B-854B-1BF33F160A0D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5447C4-003F-49F1-92D9-AA8E1601814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4C0F27-F073-46C5-99AA-D6BC67A40F5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F3380B-4C2C-4CFA-5735-2689C62E6B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5376" y="914401"/>
            <a:ext cx="10972800" cy="5909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Agenda layout</a:t>
            </a:r>
          </a:p>
        </p:txBody>
      </p:sp>
    </p:spTree>
    <p:extLst>
      <p:ext uri="{BB962C8B-B14F-4D97-AF65-F5344CB8AC3E}">
        <p14:creationId xmlns:p14="http://schemas.microsoft.com/office/powerpoint/2010/main" val="1070793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B267722-074B-A21B-E711-8760B52945C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714500"/>
            <a:ext cx="10972800" cy="3293209"/>
          </a:xfr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high-level agenda items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5A1D86-6A7C-4718-BC8A-729563F7E07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06736434-7E81-994B-854B-1BF33F160A0D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5447C4-003F-49F1-92D9-AA8E1601814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4C0F27-F073-46C5-99AA-D6BC67A40F5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D7451C-3F29-6F6D-F332-22252720A0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5376" y="914401"/>
            <a:ext cx="10972800" cy="5909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Agenda layout</a:t>
            </a:r>
          </a:p>
        </p:txBody>
      </p:sp>
    </p:spTree>
    <p:extLst>
      <p:ext uri="{BB962C8B-B14F-4D97-AF65-F5344CB8AC3E}">
        <p14:creationId xmlns:p14="http://schemas.microsoft.com/office/powerpoint/2010/main" val="1893051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C8CF9-BF86-4458-BFA4-38F0F2DB98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914401"/>
            <a:ext cx="10972800" cy="5909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Title only layout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A22A18-A983-4477-9CE2-E889A7803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9600D62F-E191-C046-B6EA-E79BE99AA24A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6B6389-19E6-4677-81FB-25CCEB0E3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907AE9-2A8E-446F-AC5C-E522F1C02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795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Gradi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32C0AD3-8E0A-E268-62C3-C4FC5A4FB67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3C8CF9-BF86-4458-BFA4-38F0F2DB98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914401"/>
            <a:ext cx="10972800" cy="5909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Title only layout with gradient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F00575-76B9-4D8B-9903-136ED9A42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393093C1-DE68-B74B-A980-4E3BCEBC269D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CDB515-1F55-4916-8897-BD5A83C12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0F2630-6040-4D96-BE1B-D7C27F2C1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337A45-3492-46BC-9D48-C3D40511713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875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4FB8723-8ACA-4EE1-B41C-61357DA12BF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904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428B6B8-8E5D-CCC5-1806-0A8018C1A944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</p:spTree>
    <p:extLst>
      <p:ext uri="{BB962C8B-B14F-4D97-AF65-F5344CB8AC3E}">
        <p14:creationId xmlns:p14="http://schemas.microsoft.com/office/powerpoint/2010/main" val="3401688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80C3FBB-5E23-AF69-9744-2F6B8EFD3C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3C8CF9-BF86-4458-BFA4-38F0F2DB98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914401"/>
            <a:ext cx="10972800" cy="5909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Title only layout with gradient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F00575-76B9-4D8B-9903-136ED9A42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393093C1-DE68-B74B-A980-4E3BCEBC269D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CDB515-1F55-4916-8897-BD5A83C12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0F2630-6040-4D96-BE1B-D7C27F2C1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337A45-3492-46BC-9D48-C3D40511713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875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4FB8723-8ACA-4EE1-B41C-61357DA12BF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904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F4A711-3A53-0556-7C8C-BBE097FED1A5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</p:spTree>
    <p:extLst>
      <p:ext uri="{BB962C8B-B14F-4D97-AF65-F5344CB8AC3E}">
        <p14:creationId xmlns:p14="http://schemas.microsoft.com/office/powerpoint/2010/main" val="3165444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Gradi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89A2D94-1136-E0D2-3E6B-F8762074B8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3C8CF9-BF86-4458-BFA4-38F0F2DB98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914401"/>
            <a:ext cx="10972800" cy="5909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Title only layout with gradient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F00575-76B9-4D8B-9903-136ED9A42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393093C1-DE68-B74B-A980-4E3BCEBC269D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CDB515-1F55-4916-8897-BD5A83C12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0F2630-6040-4D96-BE1B-D7C27F2C1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337A45-3492-46BC-9D48-C3D40511713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875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4FB8723-8ACA-4EE1-B41C-61357DA12BF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904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D5991EA-CAC1-E0F6-9D55-149B6A0AE199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</p:spTree>
    <p:extLst>
      <p:ext uri="{BB962C8B-B14F-4D97-AF65-F5344CB8AC3E}">
        <p14:creationId xmlns:p14="http://schemas.microsoft.com/office/powerpoint/2010/main" val="2226023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C8CF9-BF86-4458-BFA4-38F0F2DB98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Title and subtitle layout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6213DF-CEC6-4F46-9CD4-5ED4A416AF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455968"/>
            <a:ext cx="10972800" cy="341632"/>
          </a:xfrm>
        </p:spPr>
        <p:txBody>
          <a:bodyPr/>
          <a:lstStyle>
            <a:lvl1pPr marL="0" indent="0">
              <a:buNone/>
              <a:defRPr sz="1800" b="0" i="0" cap="none" spc="0" baseline="0"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Enter subtitle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12CB8C-58A4-4758-8C91-E8641A9F6DC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31D3B374-854B-EF47-9B56-0018B9F83111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444248-408B-4052-8B56-17F469F98EA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178479-5E5D-4B94-9958-5C40D64BED6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2047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 userDrawn="1">
          <p15:clr>
            <a:srgbClr val="9FCC3B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86B726-34C0-4C1C-A252-97930DC77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238B2222-37A4-5449-B1D9-9B13ADA59E84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3103B0-BAC9-4248-BF05-F8F64F81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B167B-71A0-4735-93B6-5A034F89F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39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ECA2-6D6E-4722-9B75-7468AE1E58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Title and content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5BCD8-5D1C-48DC-A21B-317A0B7D55A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600" y="1714500"/>
            <a:ext cx="10972800" cy="2511457"/>
          </a:xfrm>
        </p:spPr>
        <p:txBody>
          <a:bodyPr/>
          <a:lstStyle>
            <a:lvl1pPr marL="0" indent="0">
              <a:spcAft>
                <a:spcPts val="1800"/>
              </a:spcAft>
              <a:buNone/>
              <a:defRPr b="0" i="0">
                <a:latin typeface="Amazon Ember Display" panose="020F0603020204020204" pitchFamily="34" charset="0"/>
              </a:defRPr>
            </a:lvl1pPr>
            <a:lvl2pPr marL="285750" indent="0">
              <a:spcAft>
                <a:spcPts val="1800"/>
              </a:spcAft>
              <a:buNone/>
              <a:defRPr b="0" i="0">
                <a:latin typeface="Amazon Ember Display" panose="020F0603020204020204" pitchFamily="34" charset="0"/>
              </a:defRPr>
            </a:lvl2pPr>
            <a:lvl3pPr marL="628650" indent="0">
              <a:spcAft>
                <a:spcPts val="1800"/>
              </a:spcAft>
              <a:buNone/>
              <a:defRPr b="0" i="0">
                <a:latin typeface="Amazon Ember Display" panose="020F0603020204020204" pitchFamily="34" charset="0"/>
              </a:defRPr>
            </a:lvl3pPr>
            <a:lvl4pPr marL="914400" indent="0">
              <a:spcAft>
                <a:spcPts val="1800"/>
              </a:spcAft>
              <a:buNone/>
              <a:defRPr b="0" i="0">
                <a:latin typeface="Amazon Ember Display" panose="020F0603020204020204" pitchFamily="34" charset="0"/>
              </a:defRPr>
            </a:lvl4pPr>
            <a:lvl5pPr marL="1143000" indent="0">
              <a:spcAft>
                <a:spcPts val="1800"/>
              </a:spcAft>
              <a:buNone/>
              <a:defRPr b="0" i="0">
                <a:latin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B02A07-9279-4389-95B8-CFF5307F9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B9026E32-37D5-A446-8A01-9B6BBEB5E690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24D072-A634-4E51-88E3-AFF4BBF53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391B74-659E-4EB1-8DB0-B962093F0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322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ECA2-6D6E-4722-9B75-7468AE1E58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Title and bulleted content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5BCD8-5D1C-48DC-A21B-317A0B7D55A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600" y="1714500"/>
            <a:ext cx="10972800" cy="2203680"/>
          </a:xfrm>
        </p:spPr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  <a:lvl2pPr>
              <a:defRPr b="0" i="0">
                <a:latin typeface="Amazon Ember Display" panose="020F0603020204020204" pitchFamily="34" charset="0"/>
              </a:defRPr>
            </a:lvl2pPr>
            <a:lvl3pPr>
              <a:defRPr b="0" i="0">
                <a:latin typeface="Amazon Ember Display" panose="020F0603020204020204" pitchFamily="34" charset="0"/>
              </a:defRPr>
            </a:lvl3pPr>
            <a:lvl4pPr>
              <a:defRPr b="0" i="0">
                <a:latin typeface="Amazon Ember Display" panose="020F0603020204020204" pitchFamily="34" charset="0"/>
              </a:defRPr>
            </a:lvl4pPr>
            <a:lvl5pPr>
              <a:defRPr b="0" i="0">
                <a:latin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28ABEB-87DF-4979-B8D5-38D09C158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F68F78D1-9721-044C-B65C-A6FC97994CEC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DE3A9-1F3C-45F4-9F53-543C4B62D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27DE2B-5658-4ECD-9AB5-497E1D05E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197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ECA2-6D6E-4722-9B75-7468AE1E58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Title, subtitle, and content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5BCD8-5D1C-48DC-A21B-317A0B7D55A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600" y="2133600"/>
            <a:ext cx="10972800" cy="2511457"/>
          </a:xfrm>
        </p:spPr>
        <p:txBody>
          <a:bodyPr/>
          <a:lstStyle>
            <a:lvl1pPr marL="0" indent="0">
              <a:spcAft>
                <a:spcPts val="1800"/>
              </a:spcAft>
              <a:buNone/>
              <a:defRPr b="0" i="0">
                <a:latin typeface="Amazon Ember Display" panose="020F0603020204020204" pitchFamily="34" charset="0"/>
              </a:defRPr>
            </a:lvl1pPr>
            <a:lvl2pPr marL="285750" indent="0">
              <a:spcAft>
                <a:spcPts val="1800"/>
              </a:spcAft>
              <a:buNone/>
              <a:defRPr b="0" i="0">
                <a:latin typeface="Amazon Ember Display" panose="020F0603020204020204" pitchFamily="34" charset="0"/>
              </a:defRPr>
            </a:lvl2pPr>
            <a:lvl3pPr marL="628650" indent="0">
              <a:spcAft>
                <a:spcPts val="1800"/>
              </a:spcAft>
              <a:buNone/>
              <a:defRPr b="0" i="0">
                <a:latin typeface="Amazon Ember Display" panose="020F0603020204020204" pitchFamily="34" charset="0"/>
              </a:defRPr>
            </a:lvl3pPr>
            <a:lvl4pPr marL="914400" indent="0">
              <a:spcAft>
                <a:spcPts val="1800"/>
              </a:spcAft>
              <a:buNone/>
              <a:defRPr b="0" i="0">
                <a:latin typeface="Amazon Ember Display" panose="020F0603020204020204" pitchFamily="34" charset="0"/>
              </a:defRPr>
            </a:lvl4pPr>
            <a:lvl5pPr marL="1143000" indent="0">
              <a:spcAft>
                <a:spcPts val="1800"/>
              </a:spcAft>
              <a:buNone/>
              <a:defRPr b="0" i="0">
                <a:latin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2CBB3C-A513-466E-B53F-E5E5781263E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455968"/>
            <a:ext cx="10972800" cy="341632"/>
          </a:xfrm>
        </p:spPr>
        <p:txBody>
          <a:bodyPr/>
          <a:lstStyle>
            <a:lvl1pPr marL="0" indent="0">
              <a:buNone/>
              <a:defRPr lang="en-US" sz="1800" b="0" i="0" kern="1200" cap="none" spc="0" baseline="0" dirty="0">
                <a:solidFill>
                  <a:schemeClr val="tx2"/>
                </a:solidFill>
                <a:latin typeface="Amazon Ember Display" panose="020F0603020204020204" pitchFamily="34" charset="0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rial" panose="020B0604020202020204" pitchFamily="34" charset="0"/>
              <a:buNone/>
            </a:pPr>
            <a:r>
              <a:rPr lang="en-US"/>
              <a:t>Enter subtitle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D2500-AAFD-4464-92DE-45442731C6FD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C4422CFE-CB70-E144-AF43-F0FCE393742F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A7C935-E20D-482F-89A5-4255E88216F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19C1A1-91E5-46D2-97FB-94E48C63B96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49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 userDrawn="1">
          <p15:clr>
            <a:srgbClr val="9FCC3B"/>
          </p15:clr>
        </p15:guide>
        <p15:guide id="2" orient="horz" pos="1128" userDrawn="1">
          <p15:clr>
            <a:srgbClr val="9FCC3B"/>
          </p15:clr>
        </p15:guide>
        <p15:guide id="3" orient="horz" pos="1344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and Bullete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ECA2-6D6E-4722-9B75-7468AE1E58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Title, subtitle, and bulleted content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5BCD8-5D1C-48DC-A21B-317A0B7D55A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600" y="1981200"/>
            <a:ext cx="10972800" cy="2203680"/>
          </a:xfrm>
        </p:spPr>
        <p:txBody>
          <a:bodyPr/>
          <a:lstStyle>
            <a:lvl1pPr marL="457200" indent="-45720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</a:defRPr>
            </a:lvl1pPr>
            <a:lvl2pPr marL="628650" indent="-34290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</a:defRPr>
            </a:lvl2pPr>
            <a:lvl3pPr marL="971550" indent="-34290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</a:defRPr>
            </a:lvl3pPr>
            <a:lvl4pPr marL="1144588" indent="-28575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</a:defRPr>
            </a:lvl4pPr>
            <a:lvl5pPr marL="1316038" indent="-28575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C73DDF9C-7004-4F4E-8707-3F8553760CA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457034"/>
            <a:ext cx="10972800" cy="341632"/>
          </a:xfrm>
        </p:spPr>
        <p:txBody>
          <a:bodyPr/>
          <a:lstStyle>
            <a:lvl1pPr marL="0" indent="0">
              <a:buNone/>
              <a:defRPr lang="en-US" sz="1800" b="0" i="0" kern="1200" cap="none" spc="0" baseline="0" dirty="0">
                <a:solidFill>
                  <a:schemeClr val="tx2"/>
                </a:solidFill>
                <a:latin typeface="Amazon Ember Display" panose="020F0603020204020204" pitchFamily="34" charset="0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rial" panose="020B0604020202020204" pitchFamily="34" charset="0"/>
              <a:buNone/>
            </a:pPr>
            <a:r>
              <a:rPr lang="en-US"/>
              <a:t>Enter subtitle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E9B8C3-36CA-4A97-B3FF-2FCDD97E1A0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F4FC2D43-256D-6645-BCF9-A844B8D70195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EEE534-0361-47D3-8F92-2D7522A226D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4270F7-2BCA-4119-8F34-BD17AB29E14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1736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 userDrawn="1">
          <p15:clr>
            <a:srgbClr val="9FCC3B"/>
          </p15:clr>
        </p15:guide>
        <p15:guide id="2" orient="horz" pos="1128" userDrawn="1">
          <p15:clr>
            <a:srgbClr val="9FCC3B"/>
          </p15:clr>
        </p15:guide>
        <p15:guide id="3" orient="horz" pos="1248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,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D5368F4-2030-03F3-1497-C6D85632C8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F8ECA2-6D6E-4722-9B75-7468AE1E58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5334000" cy="97872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Title, content, and image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5BCD8-5D1C-48DC-A21B-317A0B7D55A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600" y="2171700"/>
            <a:ext cx="5334000" cy="1412694"/>
          </a:xfrm>
        </p:spPr>
        <p:txBody>
          <a:bodyPr/>
          <a:lstStyle>
            <a:lvl1pPr marL="0" indent="0">
              <a:spcAft>
                <a:spcPts val="1800"/>
              </a:spcAft>
              <a:buNone/>
              <a:defRPr sz="2400" b="0" i="0">
                <a:latin typeface="Amazon Ember Display" panose="020F0603020204020204" pitchFamily="34" charset="0"/>
              </a:defRPr>
            </a:lvl1pPr>
            <a:lvl2pPr marL="285750" indent="0">
              <a:spcAft>
                <a:spcPts val="1800"/>
              </a:spcAft>
              <a:buNone/>
              <a:defRPr sz="2000" b="0" i="0">
                <a:latin typeface="Amazon Ember Display" panose="020F0603020204020204" pitchFamily="34" charset="0"/>
              </a:defRPr>
            </a:lvl2pPr>
            <a:lvl3pPr marL="628650" indent="0">
              <a:spcAft>
                <a:spcPts val="1800"/>
              </a:spcAft>
              <a:buNone/>
              <a:defRPr sz="1800" b="0" i="0">
                <a:latin typeface="Amazon Ember Display" panose="020F0603020204020204" pitchFamily="34" charset="0"/>
              </a:defRPr>
            </a:lvl3pPr>
            <a:lvl4pPr marL="914400" indent="0">
              <a:spcAft>
                <a:spcPts val="1800"/>
              </a:spcAft>
              <a:buNone/>
              <a:defRPr sz="1600"/>
            </a:lvl4pPr>
            <a:lvl5pPr marL="1143000" indent="0">
              <a:spcAft>
                <a:spcPts val="1800"/>
              </a:spcAft>
              <a:buNone/>
              <a:defRPr sz="1600"/>
            </a:lvl5pPr>
          </a:lstStyle>
          <a:p>
            <a:pPr lvl="0"/>
            <a:r>
              <a:rPr lang="en-US"/>
              <a:t>Enter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3FE715-EC87-4B8E-9C5A-5A9D588BB97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08C0C526-AA41-9246-8D2F-123642CF358A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D5F6CD-847A-4EBE-9BAA-72269373CEE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C972F2-75D0-4C1D-B2C9-D4DDBBA7EBA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1FFFB4-FF6D-9545-8FF8-67BC87137E26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6EB6BB-732B-826B-70F6-0884CC3AB2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912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orient="horz" pos="1368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, Content,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A572058-8A2F-63B1-24B9-FF2FF1B0200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F8ECA2-6D6E-4722-9B75-7468AE1E58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5334000" cy="97872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Title, content, and image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5BCD8-5D1C-48DC-A21B-317A0B7D55A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600" y="2171700"/>
            <a:ext cx="5334000" cy="1412694"/>
          </a:xfrm>
        </p:spPr>
        <p:txBody>
          <a:bodyPr/>
          <a:lstStyle>
            <a:lvl1pPr marL="0" indent="0">
              <a:spcAft>
                <a:spcPts val="1800"/>
              </a:spcAft>
              <a:buNone/>
              <a:defRPr sz="2400" b="0" i="0">
                <a:latin typeface="Amazon Ember Display" panose="020F0603020204020204" pitchFamily="34" charset="0"/>
              </a:defRPr>
            </a:lvl1pPr>
            <a:lvl2pPr marL="285750" indent="0">
              <a:spcAft>
                <a:spcPts val="1800"/>
              </a:spcAft>
              <a:buNone/>
              <a:defRPr sz="2000" b="0" i="0">
                <a:latin typeface="Amazon Ember Display" panose="020F0603020204020204" pitchFamily="34" charset="0"/>
              </a:defRPr>
            </a:lvl2pPr>
            <a:lvl3pPr marL="628650" indent="0">
              <a:spcAft>
                <a:spcPts val="1800"/>
              </a:spcAft>
              <a:buNone/>
              <a:defRPr sz="1800" b="0" i="0">
                <a:latin typeface="Amazon Ember Display" panose="020F0603020204020204" pitchFamily="34" charset="0"/>
              </a:defRPr>
            </a:lvl3pPr>
            <a:lvl4pPr marL="914400" indent="0">
              <a:spcAft>
                <a:spcPts val="1800"/>
              </a:spcAft>
              <a:buNone/>
              <a:defRPr sz="1600"/>
            </a:lvl4pPr>
            <a:lvl5pPr marL="1143000" indent="0">
              <a:spcAft>
                <a:spcPts val="1800"/>
              </a:spcAft>
              <a:buNone/>
              <a:defRPr sz="1600"/>
            </a:lvl5pPr>
          </a:lstStyle>
          <a:p>
            <a:pPr lvl="0"/>
            <a:r>
              <a:rPr lang="en-US"/>
              <a:t>Enter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3FE715-EC87-4B8E-9C5A-5A9D588BB97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08C0C526-AA41-9246-8D2F-123642CF358A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D5F6CD-847A-4EBE-9BAA-72269373CEE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C972F2-75D0-4C1D-B2C9-D4DDBBA7EBA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3EF575-8224-DA14-5D32-515D4952C561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3D20E4C-9187-3688-70E3-A4C82F7586D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580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orient="horz" pos="1368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568B873-04D3-AF11-8C29-6653AFF106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2A4C8A-667C-40C7-9A6D-BA3F977C5F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Two-column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10331E-4F8F-4DEC-91C1-F631560E660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09600" y="1714500"/>
            <a:ext cx="5248274" cy="2317558"/>
          </a:xfrm>
        </p:spPr>
        <p:txBody>
          <a:bodyPr/>
          <a:lstStyle>
            <a:lvl1pPr marL="0" indent="0">
              <a:spcAft>
                <a:spcPts val="1800"/>
              </a:spcAft>
              <a:buNone/>
              <a:defRPr sz="2400" b="0" i="0">
                <a:latin typeface="Amazon Ember Display" panose="020F0603020204020204" pitchFamily="34" charset="0"/>
              </a:defRPr>
            </a:lvl1pPr>
            <a:lvl2pPr marL="285750" indent="0">
              <a:spcAft>
                <a:spcPts val="1800"/>
              </a:spcAft>
              <a:buNone/>
              <a:defRPr sz="2000" b="0" i="0">
                <a:latin typeface="Amazon Ember Display" panose="020F0603020204020204" pitchFamily="34" charset="0"/>
              </a:defRPr>
            </a:lvl2pPr>
            <a:lvl3pPr marL="628650" indent="0">
              <a:spcAft>
                <a:spcPts val="1800"/>
              </a:spcAft>
              <a:buNone/>
              <a:defRPr sz="1800" b="0" i="0">
                <a:latin typeface="Amazon Ember Display" panose="020F0603020204020204" pitchFamily="34" charset="0"/>
              </a:defRPr>
            </a:lvl3pPr>
            <a:lvl4pPr marL="9144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</a:defRPr>
            </a:lvl4pPr>
            <a:lvl5pPr marL="11430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72257F-5E84-444A-B9C4-CCB856025EB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4125" y="1714499"/>
            <a:ext cx="5248276" cy="2317558"/>
          </a:xfrm>
        </p:spPr>
        <p:txBody>
          <a:bodyPr/>
          <a:lstStyle>
            <a:lvl1pPr marL="0" indent="0">
              <a:spcAft>
                <a:spcPts val="1800"/>
              </a:spcAft>
              <a:buNone/>
              <a:defRPr sz="2400" b="0" i="0">
                <a:latin typeface="Amazon Ember Display" panose="020F0603020204020204" pitchFamily="34" charset="0"/>
              </a:defRPr>
            </a:lvl1pPr>
            <a:lvl2pPr marL="285750" indent="0">
              <a:spcAft>
                <a:spcPts val="1800"/>
              </a:spcAft>
              <a:buNone/>
              <a:defRPr sz="2000" b="0" i="0">
                <a:latin typeface="Amazon Ember Display" panose="020F0603020204020204" pitchFamily="34" charset="0"/>
              </a:defRPr>
            </a:lvl2pPr>
            <a:lvl3pPr marL="628650" indent="0">
              <a:spcAft>
                <a:spcPts val="1800"/>
              </a:spcAft>
              <a:buNone/>
              <a:defRPr sz="1800" b="0" i="0">
                <a:latin typeface="Amazon Ember Display" panose="020F0603020204020204" pitchFamily="34" charset="0"/>
              </a:defRPr>
            </a:lvl3pPr>
            <a:lvl4pPr marL="9144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</a:defRPr>
            </a:lvl4pPr>
            <a:lvl5pPr marL="11430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8530C4-DC55-4C62-84CC-692229E78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C6CBC29B-2875-A847-90DD-93F5B9D216F5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4B8C68-5C05-4F96-9FF2-B531F83A5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B81369-2E97-4C0B-9762-D765E2837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813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A4C8A-667C-40C7-9A6D-BA3F977C5F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Two-column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10331E-4F8F-4DEC-91C1-F631560E660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09600" y="1714500"/>
            <a:ext cx="5248274" cy="2317558"/>
          </a:xfrm>
        </p:spPr>
        <p:txBody>
          <a:bodyPr/>
          <a:lstStyle>
            <a:lvl1pPr marL="0" indent="0">
              <a:spcAft>
                <a:spcPts val="1800"/>
              </a:spcAft>
              <a:buNone/>
              <a:defRPr sz="2400" b="0" i="0">
                <a:latin typeface="Amazon Ember Display" panose="020F0603020204020204" pitchFamily="34" charset="0"/>
              </a:defRPr>
            </a:lvl1pPr>
            <a:lvl2pPr marL="285750" indent="0">
              <a:spcAft>
                <a:spcPts val="1800"/>
              </a:spcAft>
              <a:buNone/>
              <a:defRPr sz="2000" b="0" i="0">
                <a:latin typeface="Amazon Ember Display" panose="020F0603020204020204" pitchFamily="34" charset="0"/>
              </a:defRPr>
            </a:lvl2pPr>
            <a:lvl3pPr marL="628650" indent="0">
              <a:spcAft>
                <a:spcPts val="1800"/>
              </a:spcAft>
              <a:buNone/>
              <a:defRPr sz="1800" b="0" i="0">
                <a:latin typeface="Amazon Ember Display" panose="020F0603020204020204" pitchFamily="34" charset="0"/>
              </a:defRPr>
            </a:lvl3pPr>
            <a:lvl4pPr marL="9144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</a:defRPr>
            </a:lvl4pPr>
            <a:lvl5pPr marL="11430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72257F-5E84-444A-B9C4-CCB856025EB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4125" y="1714499"/>
            <a:ext cx="5248276" cy="2317558"/>
          </a:xfrm>
        </p:spPr>
        <p:txBody>
          <a:bodyPr/>
          <a:lstStyle>
            <a:lvl1pPr marL="0" indent="0">
              <a:spcAft>
                <a:spcPts val="1800"/>
              </a:spcAft>
              <a:buNone/>
              <a:defRPr sz="2400" b="0" i="0">
                <a:latin typeface="Amazon Ember Display" panose="020F0603020204020204" pitchFamily="34" charset="0"/>
              </a:defRPr>
            </a:lvl1pPr>
            <a:lvl2pPr marL="285750" indent="0">
              <a:spcAft>
                <a:spcPts val="1800"/>
              </a:spcAft>
              <a:buNone/>
              <a:defRPr sz="2000" b="0" i="0">
                <a:latin typeface="Amazon Ember Display" panose="020F0603020204020204" pitchFamily="34" charset="0"/>
              </a:defRPr>
            </a:lvl2pPr>
            <a:lvl3pPr marL="628650" indent="0">
              <a:spcAft>
                <a:spcPts val="1800"/>
              </a:spcAft>
              <a:buNone/>
              <a:defRPr sz="1800" b="0" i="0">
                <a:latin typeface="Amazon Ember Display" panose="020F0603020204020204" pitchFamily="34" charset="0"/>
              </a:defRPr>
            </a:lvl3pPr>
            <a:lvl4pPr marL="9144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</a:defRPr>
            </a:lvl4pPr>
            <a:lvl5pPr marL="11430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8530C4-DC55-4C62-84CC-692229E78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C6CBC29B-2875-A847-90DD-93F5B9D216F5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4B8C68-5C05-4F96-9FF2-B531F83A5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B81369-2E97-4C0B-9762-D765E2837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409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D5D51-461F-4BF3-B83C-3319F4FEFF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7577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Two-column layout with subheadings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1CA65A-3F20-4CCD-AE7B-297E975BC0E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9599" y="1743647"/>
            <a:ext cx="5248656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BED614-1324-4FC8-94DC-2BB58446A18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09598" y="2141554"/>
            <a:ext cx="5248656" cy="1064907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CE1A54-1330-4A91-B63D-5CFA63F9FFDF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334125" y="1743647"/>
            <a:ext cx="5248656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49DC76-96C3-408F-9627-4D642BE1BDD7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34125" y="2141554"/>
            <a:ext cx="5248656" cy="1064907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6D1DC3-FE4E-4BC2-8CA3-4ED12B138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D467C09E-9944-944E-A974-7D6AA4E02B83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4AE993-84F9-4B17-BB98-5AAAFAF3E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2CB0EC-BB93-4417-89BD-8704180EA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097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344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hree column with sub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D5D51-461F-4BF3-B83C-3319F4FEFF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7577"/>
            <a:ext cx="10972800" cy="5355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Three-column layout with subheadings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1CA65A-3F20-4CCD-AE7B-297E975BC0E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9599" y="1743647"/>
            <a:ext cx="3483864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BED614-1324-4FC8-94DC-2BB58446A18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09598" y="2141554"/>
            <a:ext cx="3483864" cy="1314206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CE1A54-1330-4A91-B63D-5CFA63F9FFDF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354068" y="1743647"/>
            <a:ext cx="3483864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49DC76-96C3-408F-9627-4D642BE1BDD7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354067" y="2141554"/>
            <a:ext cx="3483864" cy="1314206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B7A6272-EB3F-49FE-8293-213DA74B26E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98536" y="1743647"/>
            <a:ext cx="3483864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A4C7D216-B044-4089-8FA7-0E2598881E8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098536" y="2141554"/>
            <a:ext cx="3483864" cy="1314206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B58E081-E30E-4521-AEC0-F25E96B2F80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6F02E835-1245-C748-8E9F-651FE6B45587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E5D495B-454B-46AE-A85D-594A0B9FDDC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05D547-F845-48C9-979D-DD2269BB9C80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503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344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 with sub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D5D51-461F-4BF3-B83C-3319F4FEFF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7577"/>
            <a:ext cx="10972800" cy="5355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Three-column layout with subheadings and images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1CA65A-3F20-4CCD-AE7B-297E975BC0E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9599" y="3286697"/>
            <a:ext cx="3483864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BED614-1324-4FC8-94DC-2BB58446A18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09598" y="3656030"/>
            <a:ext cx="3483864" cy="1064907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CE1A54-1330-4A91-B63D-5CFA63F9FFDF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354068" y="3286697"/>
            <a:ext cx="3483864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49DC76-96C3-408F-9627-4D642BE1BDD7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354067" y="3656030"/>
            <a:ext cx="3483864" cy="1064907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B7A6272-EB3F-49FE-8293-213DA74B26E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98536" y="3286697"/>
            <a:ext cx="3483864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A4C7D216-B044-4089-8FA7-0E2598881E8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098536" y="3656030"/>
            <a:ext cx="3483864" cy="1064907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FFCFB8E8-C9F0-4143-9378-EA7F6C76665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F96E8718-D810-5D42-BBA7-DBDBA7B074E9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D7D1B458-DF75-45ED-B8CC-69A72676AB03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BB1AFFF-5B96-4371-BCA2-F0CE04ECF7F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E1FED918-02AD-4AE8-80A2-5FBE2CA7CD4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00631" y="1553369"/>
            <a:ext cx="1701800" cy="1481931"/>
          </a:xfrm>
        </p:spPr>
        <p:txBody>
          <a:bodyPr>
            <a:noAutofit/>
          </a:bodyPr>
          <a:lstStyle>
            <a:lvl1pPr marL="0" indent="0">
              <a:buNone/>
              <a:defRPr sz="1800" b="0" i="0">
                <a:latin typeface="Amazon Ember Display" panose="020F0603020204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6A07340D-F35E-44B1-83E7-553D9B9F4A1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245099" y="1553369"/>
            <a:ext cx="1701800" cy="1481931"/>
          </a:xfrm>
        </p:spPr>
        <p:txBody>
          <a:bodyPr>
            <a:noAutofit/>
          </a:bodyPr>
          <a:lstStyle>
            <a:lvl1pPr marL="0" indent="0">
              <a:buNone/>
              <a:defRPr sz="1800" b="0" i="0">
                <a:latin typeface="Amazon Ember Display" panose="020F0603020204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0E39C743-124E-4ED1-8147-16B673DA194A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989568" y="1553369"/>
            <a:ext cx="1701800" cy="1481931"/>
          </a:xfrm>
        </p:spPr>
        <p:txBody>
          <a:bodyPr>
            <a:noAutofit/>
          </a:bodyPr>
          <a:lstStyle>
            <a:lvl1pPr marL="0" indent="0">
              <a:buNone/>
              <a:defRPr sz="1800" b="0" i="0">
                <a:latin typeface="Amazon Ember Display" panose="020F0603020204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</p:spTree>
    <p:extLst>
      <p:ext uri="{BB962C8B-B14F-4D97-AF65-F5344CB8AC3E}">
        <p14:creationId xmlns:p14="http://schemas.microsoft.com/office/powerpoint/2010/main" val="1546422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064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Four column with sub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D5D51-461F-4BF3-B83C-3319F4FEFF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7577"/>
            <a:ext cx="10972800" cy="5355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Four-column layout with subheadings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1CA65A-3F20-4CCD-AE7B-297E975BC0E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9599" y="1743647"/>
            <a:ext cx="2377440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BED614-1324-4FC8-94DC-2BB58446A18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09598" y="2141554"/>
            <a:ext cx="2377440" cy="1064907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CE1A54-1330-4A91-B63D-5CFA63F9FFDF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474719" y="1743647"/>
            <a:ext cx="2377440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49DC76-96C3-408F-9627-4D642BE1BDD7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3474719" y="2141554"/>
            <a:ext cx="2377440" cy="1064907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B7A6272-EB3F-49FE-8293-213DA74B26E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39839" y="1743647"/>
            <a:ext cx="2377440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A4C7D216-B044-4089-8FA7-0E2598881E8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39840" y="2141554"/>
            <a:ext cx="2377440" cy="1064907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A70CBA4-9A7C-4AA6-80BD-DA7E39D565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04960" y="1743647"/>
            <a:ext cx="2377440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188FFD55-A15C-40BB-919A-289EBCA6F22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204960" y="2141554"/>
            <a:ext cx="2377440" cy="1064907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DEB3A35-9813-4635-AE9D-3B9F6CA5316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2B958DF5-F549-8B46-95E0-C2CB36033BB5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2617FC00-CD62-4B48-80A6-4E68401E960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1F0D3C1B-0D24-4BCA-810C-31D050008A6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665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344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C643E-9D53-435F-9BF5-216545CC17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7577"/>
            <a:ext cx="10972800" cy="535531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Picture with caption layout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0FD460-44A4-4368-BEE3-4B57384F2D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10300" y="1714501"/>
            <a:ext cx="5372100" cy="4495798"/>
          </a:xfrm>
        </p:spPr>
        <p:txBody>
          <a:bodyPr>
            <a:noAutofit/>
          </a:bodyPr>
          <a:lstStyle>
            <a:lvl1pPr marL="0" indent="0">
              <a:buNone/>
              <a:defRPr sz="2400" b="0" i="0">
                <a:latin typeface="Amazon Ember Display" panose="020F06030202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F8F45C-51B3-4A66-AF8A-1A15D125710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09598" y="1714501"/>
            <a:ext cx="5372101" cy="313932"/>
          </a:xfrm>
        </p:spPr>
        <p:txBody>
          <a:bodyPr/>
          <a:lstStyle>
            <a:lvl1pPr marL="0" indent="0">
              <a:buNone/>
              <a:defRPr sz="1600" b="0" i="0">
                <a:latin typeface="Amazon Ember Display" panose="020F06030202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Enter descriptive text here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AB3B1C-D783-464F-B951-6F802A18E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96301397-8FE7-FB4B-82EE-58C288712F6D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B0C078-A6D5-4C61-A732-EC72F4B2E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FCB9B7-F1A6-4E7E-9A44-4A1BF91C8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620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Screen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5DE8161-89FB-4C0E-91DC-BB077E8FD54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"/>
            <a:ext cx="12192000" cy="6857998"/>
          </a:xfr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Amazon Ember Display" panose="020F0603020204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069760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er logo wall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B31D2-1E8A-4798-BD13-0606620FD0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Customer logo wall layout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046C62-58BE-4875-9CF1-988E9FBC80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C3A8789C-A0D1-A74F-A15D-501FE221905E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9F8648-DA5C-4249-B315-5FCC6764F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4976B-D5E7-498C-99B5-7AA17CD10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7C4FF75-DBF1-4846-9B49-7424CC9B81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90841" y="2194560"/>
            <a:ext cx="1828800" cy="1097280"/>
          </a:xfrm>
        </p:spPr>
        <p:txBody>
          <a:bodyPr>
            <a:noAutofit/>
          </a:bodyPr>
          <a:lstStyle>
            <a:lvl1pPr marL="0" indent="0">
              <a:buNone/>
              <a:defRPr sz="11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  <a:lvl2pPr marL="285750" indent="0">
              <a:buNone/>
              <a:defRPr/>
            </a:lvl2pPr>
            <a:lvl3pPr marL="628650" indent="0">
              <a:buNone/>
              <a:defRPr/>
            </a:lvl3pPr>
            <a:lvl4pPr marL="858838" indent="0">
              <a:buNone/>
              <a:defRPr/>
            </a:lvl4pPr>
            <a:lvl5pPr marL="1030288" indent="0">
              <a:buNone/>
              <a:defRPr/>
            </a:lvl5pPr>
          </a:lstStyle>
          <a:p>
            <a:pPr lvl="0"/>
            <a:r>
              <a:rPr lang="en-US"/>
              <a:t>Click photo icon to add logo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AA3F6BBD-CD6D-4350-B54B-BE6A362B5E0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572359" y="2194560"/>
            <a:ext cx="1828800" cy="1097280"/>
          </a:xfrm>
        </p:spPr>
        <p:txBody>
          <a:bodyPr>
            <a:noAutofit/>
          </a:bodyPr>
          <a:lstStyle>
            <a:lvl1pPr marL="0" indent="0">
              <a:buNone/>
              <a:defRPr sz="11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  <a:lvl2pPr marL="285750" indent="0">
              <a:buNone/>
              <a:defRPr/>
            </a:lvl2pPr>
            <a:lvl3pPr marL="628650" indent="0">
              <a:buNone/>
              <a:defRPr/>
            </a:lvl3pPr>
            <a:lvl4pPr marL="858838" indent="0">
              <a:buNone/>
              <a:defRPr/>
            </a:lvl4pPr>
            <a:lvl5pPr marL="1030288" indent="0">
              <a:buNone/>
              <a:defRPr/>
            </a:lvl5pPr>
          </a:lstStyle>
          <a:p>
            <a:pPr lvl="0"/>
            <a:r>
              <a:rPr lang="en-US"/>
              <a:t>Click photo icon to add logo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F03249D0-599C-470C-AF38-A23174D881DA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718014" y="2194560"/>
            <a:ext cx="1828800" cy="1097280"/>
          </a:xfrm>
        </p:spPr>
        <p:txBody>
          <a:bodyPr>
            <a:noAutofit/>
          </a:bodyPr>
          <a:lstStyle>
            <a:lvl1pPr marL="0" indent="0">
              <a:buNone/>
              <a:defRPr sz="11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  <a:lvl2pPr marL="285750" indent="0">
              <a:buNone/>
              <a:defRPr/>
            </a:lvl2pPr>
            <a:lvl3pPr marL="628650" indent="0">
              <a:buNone/>
              <a:defRPr/>
            </a:lvl3pPr>
            <a:lvl4pPr marL="858838" indent="0">
              <a:buNone/>
              <a:defRPr/>
            </a:lvl4pPr>
            <a:lvl5pPr marL="1030288" indent="0">
              <a:buNone/>
              <a:defRPr/>
            </a:lvl5pPr>
          </a:lstStyle>
          <a:p>
            <a:pPr lvl="0"/>
            <a:r>
              <a:rPr lang="en-US"/>
              <a:t>Click photo icon to add logo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494B0474-3C2B-4A1F-847C-77DB62476761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645187" y="2194560"/>
            <a:ext cx="1828800" cy="1097280"/>
          </a:xfrm>
        </p:spPr>
        <p:txBody>
          <a:bodyPr>
            <a:noAutofit/>
          </a:bodyPr>
          <a:lstStyle>
            <a:lvl1pPr marL="0" indent="0">
              <a:buNone/>
              <a:defRPr sz="11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  <a:lvl2pPr marL="285750" indent="0">
              <a:buNone/>
              <a:defRPr/>
            </a:lvl2pPr>
            <a:lvl3pPr marL="628650" indent="0">
              <a:buNone/>
              <a:defRPr/>
            </a:lvl3pPr>
            <a:lvl4pPr marL="858838" indent="0">
              <a:buNone/>
              <a:defRPr/>
            </a:lvl4pPr>
            <a:lvl5pPr marL="1030288" indent="0">
              <a:buNone/>
              <a:defRPr/>
            </a:lvl5pPr>
          </a:lstStyle>
          <a:p>
            <a:pPr lvl="0"/>
            <a:r>
              <a:rPr lang="en-US"/>
              <a:t>Click photo icon to add logo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B3D3A2C-F2FE-4E58-9179-32ACA63A87E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90841" y="4059936"/>
            <a:ext cx="1828800" cy="1097280"/>
          </a:xfrm>
        </p:spPr>
        <p:txBody>
          <a:bodyPr>
            <a:noAutofit/>
          </a:bodyPr>
          <a:lstStyle>
            <a:lvl1pPr marL="0" indent="0">
              <a:buNone/>
              <a:defRPr sz="11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  <a:lvl2pPr marL="285750" indent="0">
              <a:buNone/>
              <a:defRPr/>
            </a:lvl2pPr>
            <a:lvl3pPr marL="628650" indent="0">
              <a:buNone/>
              <a:defRPr/>
            </a:lvl3pPr>
            <a:lvl4pPr marL="858838" indent="0">
              <a:buNone/>
              <a:defRPr/>
            </a:lvl4pPr>
            <a:lvl5pPr marL="1030288" indent="0">
              <a:buNone/>
              <a:defRPr/>
            </a:lvl5pPr>
          </a:lstStyle>
          <a:p>
            <a:pPr lvl="0"/>
            <a:r>
              <a:rPr lang="en-US"/>
              <a:t>Click photo icon to add logo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D9DA6D6E-7CB2-43EC-A618-77FD5AC6869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9572359" y="4059936"/>
            <a:ext cx="1828800" cy="1097280"/>
          </a:xfrm>
        </p:spPr>
        <p:txBody>
          <a:bodyPr>
            <a:noAutofit/>
          </a:bodyPr>
          <a:lstStyle>
            <a:lvl1pPr marL="0" indent="0">
              <a:buNone/>
              <a:defRPr sz="11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  <a:lvl2pPr marL="285750" indent="0">
              <a:buNone/>
              <a:defRPr/>
            </a:lvl2pPr>
            <a:lvl3pPr marL="628650" indent="0">
              <a:buNone/>
              <a:defRPr/>
            </a:lvl3pPr>
            <a:lvl4pPr marL="858838" indent="0">
              <a:buNone/>
              <a:defRPr/>
            </a:lvl4pPr>
            <a:lvl5pPr marL="1030288" indent="0">
              <a:buNone/>
              <a:defRPr/>
            </a:lvl5pPr>
          </a:lstStyle>
          <a:p>
            <a:pPr lvl="0"/>
            <a:r>
              <a:rPr lang="en-US"/>
              <a:t>Click photo icon to add logo</a:t>
            </a:r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DD3BB708-38D6-4216-8681-62B5B1293221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3718014" y="4059936"/>
            <a:ext cx="1828800" cy="1097280"/>
          </a:xfrm>
        </p:spPr>
        <p:txBody>
          <a:bodyPr>
            <a:noAutofit/>
          </a:bodyPr>
          <a:lstStyle>
            <a:lvl1pPr marL="0" indent="0">
              <a:buNone/>
              <a:defRPr sz="11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  <a:lvl2pPr marL="285750" indent="0">
              <a:buNone/>
              <a:defRPr/>
            </a:lvl2pPr>
            <a:lvl3pPr marL="628650" indent="0">
              <a:buNone/>
              <a:defRPr/>
            </a:lvl3pPr>
            <a:lvl4pPr marL="858838" indent="0">
              <a:buNone/>
              <a:defRPr/>
            </a:lvl4pPr>
            <a:lvl5pPr marL="1030288" indent="0">
              <a:buNone/>
              <a:defRPr/>
            </a:lvl5pPr>
          </a:lstStyle>
          <a:p>
            <a:pPr lvl="0"/>
            <a:r>
              <a:rPr lang="en-US"/>
              <a:t>Click photo icon to add logo</a:t>
            </a:r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D95B1CF7-30AD-446D-BB48-437779BB20A2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645187" y="4059936"/>
            <a:ext cx="1828800" cy="1097280"/>
          </a:xfrm>
        </p:spPr>
        <p:txBody>
          <a:bodyPr>
            <a:noAutofit/>
          </a:bodyPr>
          <a:lstStyle>
            <a:lvl1pPr marL="0" indent="0">
              <a:buNone/>
              <a:defRPr sz="11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  <a:lvl2pPr marL="285750" indent="0">
              <a:buNone/>
              <a:defRPr/>
            </a:lvl2pPr>
            <a:lvl3pPr marL="628650" indent="0">
              <a:buNone/>
              <a:defRPr/>
            </a:lvl3pPr>
            <a:lvl4pPr marL="858838" indent="0">
              <a:buNone/>
              <a:defRPr/>
            </a:lvl4pPr>
            <a:lvl5pPr marL="1030288" indent="0">
              <a:buNone/>
              <a:defRPr/>
            </a:lvl5pPr>
          </a:lstStyle>
          <a:p>
            <a:pPr lvl="0"/>
            <a:r>
              <a:rPr lang="en-US"/>
              <a:t>Click photo icon to add logo</a:t>
            </a:r>
          </a:p>
        </p:txBody>
      </p:sp>
    </p:spTree>
    <p:extLst>
      <p:ext uri="{BB962C8B-B14F-4D97-AF65-F5344CB8AC3E}">
        <p14:creationId xmlns:p14="http://schemas.microsoft.com/office/powerpoint/2010/main" val="962856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A4C8A-667C-40C7-9A6D-BA3F977C5F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Two-column with bullets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10331E-4F8F-4DEC-91C1-F631560E660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09600" y="1714500"/>
            <a:ext cx="5248274" cy="2342180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 b="0" i="0">
                <a:latin typeface="Amazon Ember Display" panose="020F0603020204020204" pitchFamily="34" charset="0"/>
              </a:defRPr>
            </a:lvl1pPr>
            <a:lvl2pPr marL="628650" indent="-342900">
              <a:buFont typeface="Arial" panose="020B0604020202020204" pitchFamily="34" charset="0"/>
              <a:buChar char="•"/>
              <a:defRPr sz="2000" b="0" i="0">
                <a:latin typeface="Amazon Ember Display" panose="020F0603020204020204" pitchFamily="34" charset="0"/>
              </a:defRPr>
            </a:lvl2pPr>
            <a:lvl3pPr marL="914400" indent="-285750">
              <a:buFont typeface="Arial" panose="020B0604020202020204" pitchFamily="34" charset="0"/>
              <a:buChar char="•"/>
              <a:defRPr sz="1800" b="0" i="0">
                <a:latin typeface="Amazon Ember Display" panose="020F0603020204020204" pitchFamily="34" charset="0"/>
              </a:defRPr>
            </a:lvl3pPr>
            <a:lvl4pPr marL="1144588" indent="-285750">
              <a:buFont typeface="Arial" panose="020B0604020202020204" pitchFamily="34" charset="0"/>
              <a:buChar char="•"/>
              <a:defRPr sz="1600" b="0" i="0">
                <a:latin typeface="Amazon Ember Display" panose="020F0603020204020204" pitchFamily="34" charset="0"/>
              </a:defRPr>
            </a:lvl4pPr>
            <a:lvl5pPr marL="1316038" indent="-285750">
              <a:buFont typeface="Arial" panose="020B0604020202020204" pitchFamily="34" charset="0"/>
              <a:buChar char="•"/>
              <a:defRPr sz="1600" b="0" i="0">
                <a:latin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72257F-5E84-444A-B9C4-CCB856025EB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4125" y="1714500"/>
            <a:ext cx="5248276" cy="2342180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 b="0" i="0">
                <a:latin typeface="Amazon Ember Display" panose="020F0603020204020204" pitchFamily="34" charset="0"/>
              </a:defRPr>
            </a:lvl1pPr>
            <a:lvl2pPr marL="628650" indent="-342900">
              <a:buFont typeface="Arial" panose="020B0604020202020204" pitchFamily="34" charset="0"/>
              <a:buChar char="•"/>
              <a:defRPr sz="2000" b="0" i="0">
                <a:latin typeface="Amazon Ember Display" panose="020F0603020204020204" pitchFamily="34" charset="0"/>
              </a:defRPr>
            </a:lvl2pPr>
            <a:lvl3pPr marL="914400" indent="-285750">
              <a:buFont typeface="Arial" panose="020B0604020202020204" pitchFamily="34" charset="0"/>
              <a:buChar char="•"/>
              <a:defRPr sz="1800" b="0" i="0">
                <a:latin typeface="Amazon Ember Display" panose="020F0603020204020204" pitchFamily="34" charset="0"/>
              </a:defRPr>
            </a:lvl3pPr>
            <a:lvl4pPr marL="1144588" indent="-285750">
              <a:buFont typeface="Arial" panose="020B0604020202020204" pitchFamily="34" charset="0"/>
              <a:buChar char="•"/>
              <a:defRPr sz="1600" b="0" i="0">
                <a:latin typeface="Amazon Ember Display" panose="020F0603020204020204" pitchFamily="34" charset="0"/>
              </a:defRPr>
            </a:lvl4pPr>
            <a:lvl5pPr marL="1316038" indent="-285750">
              <a:buFont typeface="Arial" panose="020B0604020202020204" pitchFamily="34" charset="0"/>
              <a:buChar char="•"/>
              <a:defRPr sz="1600" b="0" i="0">
                <a:latin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285F99-D5A6-480F-A674-A76B91945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9C031CC3-E800-D94E-ACE2-59E99B1146F6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6AC62E-3DD2-43DB-9AAA-009DDB88F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B9EF5C-832F-4F15-B95C-60157E7BD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623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A4C8A-667C-40C7-9A6D-BA3F977C5F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Two-column with subtitle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10331E-4F8F-4DEC-91C1-F631560E660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09600" y="2133600"/>
            <a:ext cx="5248274" cy="2317558"/>
          </a:xfrm>
        </p:spPr>
        <p:txBody>
          <a:bodyPr/>
          <a:lstStyle>
            <a:lvl1pPr marL="0" indent="0">
              <a:spcAft>
                <a:spcPts val="1800"/>
              </a:spcAft>
              <a:buNone/>
              <a:defRPr sz="2400" b="0" i="0">
                <a:latin typeface="Amazon Ember Display" panose="020F0603020204020204" pitchFamily="34" charset="0"/>
              </a:defRPr>
            </a:lvl1pPr>
            <a:lvl2pPr marL="285750" indent="0">
              <a:spcAft>
                <a:spcPts val="1800"/>
              </a:spcAft>
              <a:buNone/>
              <a:defRPr sz="2000" b="0" i="0">
                <a:latin typeface="Amazon Ember Display" panose="020F0603020204020204" pitchFamily="34" charset="0"/>
              </a:defRPr>
            </a:lvl2pPr>
            <a:lvl3pPr marL="628650" indent="0">
              <a:spcAft>
                <a:spcPts val="1800"/>
              </a:spcAft>
              <a:buNone/>
              <a:defRPr sz="1800" b="0" i="0">
                <a:latin typeface="Amazon Ember Display" panose="020F0603020204020204" pitchFamily="34" charset="0"/>
              </a:defRPr>
            </a:lvl3pPr>
            <a:lvl4pPr marL="9144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</a:defRPr>
            </a:lvl4pPr>
            <a:lvl5pPr marL="11430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72257F-5E84-444A-B9C4-CCB856025EB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4125" y="2133598"/>
            <a:ext cx="5248276" cy="2317558"/>
          </a:xfrm>
        </p:spPr>
        <p:txBody>
          <a:bodyPr/>
          <a:lstStyle>
            <a:lvl1pPr marL="0" indent="0">
              <a:spcAft>
                <a:spcPts val="1800"/>
              </a:spcAft>
              <a:buNone/>
              <a:defRPr sz="2400" b="0" i="0">
                <a:latin typeface="Amazon Ember Display" panose="020F0603020204020204" pitchFamily="34" charset="0"/>
              </a:defRPr>
            </a:lvl1pPr>
            <a:lvl2pPr marL="285750" indent="0">
              <a:spcAft>
                <a:spcPts val="1800"/>
              </a:spcAft>
              <a:buNone/>
              <a:defRPr sz="2000" b="0" i="0">
                <a:latin typeface="Amazon Ember Display" panose="020F0603020204020204" pitchFamily="34" charset="0"/>
              </a:defRPr>
            </a:lvl2pPr>
            <a:lvl3pPr marL="628650" indent="0">
              <a:spcAft>
                <a:spcPts val="1800"/>
              </a:spcAft>
              <a:buNone/>
              <a:defRPr sz="1800" b="0" i="0">
                <a:latin typeface="Amazon Ember Display" panose="020F0603020204020204" pitchFamily="34" charset="0"/>
              </a:defRPr>
            </a:lvl3pPr>
            <a:lvl4pPr marL="9144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</a:defRPr>
            </a:lvl4pPr>
            <a:lvl5pPr marL="11430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9D7037-6014-41C7-AAA4-041F7B6E51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1455968"/>
            <a:ext cx="10972800" cy="341632"/>
          </a:xfrm>
        </p:spPr>
        <p:txBody>
          <a:bodyPr/>
          <a:lstStyle>
            <a:lvl1pPr marL="0" indent="0">
              <a:buNone/>
              <a:defRPr lang="en-US" sz="1800" b="0" i="0" kern="1200" cap="none" spc="0" baseline="0" dirty="0">
                <a:solidFill>
                  <a:schemeClr val="tx2"/>
                </a:solidFill>
                <a:latin typeface="Amazon Ember Display" panose="020F0603020204020204" pitchFamily="34" charset="0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rial" panose="020B0604020202020204" pitchFamily="34" charset="0"/>
              <a:buNone/>
            </a:pPr>
            <a:r>
              <a:rPr lang="en-US"/>
              <a:t>Enter subtitle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7882DCB-3FBB-4107-96D9-358054987DA9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344B5C68-7AAF-714C-BA5C-79EE2A2BF521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E50B923-C7E4-4160-8DCE-6199F6C430E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778C9A-1C98-4EC3-A992-895A3DF0E69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490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840" userDrawn="1">
          <p15:clr>
            <a:srgbClr val="9FCC3B"/>
          </p15:clr>
        </p15:guide>
        <p15:guide id="3" orient="horz" pos="1128" userDrawn="1">
          <p15:clr>
            <a:srgbClr val="9FCC3B"/>
          </p15:clr>
        </p15:guide>
        <p15:guide id="4" orient="horz" pos="1344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, Subtitle,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A4C8A-667C-40C7-9A6D-BA3F977C5F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Two-column, subtitle, bullets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10331E-4F8F-4DEC-91C1-F631560E660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09600" y="2133601"/>
            <a:ext cx="5248274" cy="2342180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 b="0" i="0">
                <a:latin typeface="Amazon Ember Display" panose="020F0603020204020204" pitchFamily="34" charset="0"/>
              </a:defRPr>
            </a:lvl1pPr>
            <a:lvl2pPr marL="628650" indent="-342900">
              <a:buFont typeface="Arial" panose="020B0604020202020204" pitchFamily="34" charset="0"/>
              <a:buChar char="•"/>
              <a:defRPr sz="2000" b="0" i="0">
                <a:latin typeface="Amazon Ember Display" panose="020F0603020204020204" pitchFamily="34" charset="0"/>
              </a:defRPr>
            </a:lvl2pPr>
            <a:lvl3pPr marL="914400" indent="-285750">
              <a:buFont typeface="Arial" panose="020B0604020202020204" pitchFamily="34" charset="0"/>
              <a:buChar char="•"/>
              <a:defRPr sz="1800" b="0" i="0">
                <a:latin typeface="Amazon Ember Display" panose="020F0603020204020204" pitchFamily="34" charset="0"/>
              </a:defRPr>
            </a:lvl3pPr>
            <a:lvl4pPr marL="1144588" indent="-285750">
              <a:buFont typeface="Arial" panose="020B0604020202020204" pitchFamily="34" charset="0"/>
              <a:buChar char="•"/>
              <a:defRPr sz="1600" b="0" i="0">
                <a:latin typeface="Amazon Ember Display" panose="020F0603020204020204" pitchFamily="34" charset="0"/>
              </a:defRPr>
            </a:lvl4pPr>
            <a:lvl5pPr marL="1316038" indent="-285750">
              <a:buFont typeface="Arial" panose="020B0604020202020204" pitchFamily="34" charset="0"/>
              <a:buChar char="•"/>
              <a:defRPr sz="1600" b="0" i="0">
                <a:latin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72257F-5E84-444A-B9C4-CCB856025EB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4125" y="2133600"/>
            <a:ext cx="5248276" cy="2342180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 b="0" i="0">
                <a:latin typeface="Amazon Ember Display" panose="020F0603020204020204" pitchFamily="34" charset="0"/>
              </a:defRPr>
            </a:lvl1pPr>
            <a:lvl2pPr marL="628650" indent="-342900">
              <a:buFont typeface="Arial" panose="020B0604020202020204" pitchFamily="34" charset="0"/>
              <a:buChar char="•"/>
              <a:defRPr sz="2000" b="0" i="0">
                <a:latin typeface="Amazon Ember Display" panose="020F0603020204020204" pitchFamily="34" charset="0"/>
              </a:defRPr>
            </a:lvl2pPr>
            <a:lvl3pPr marL="914400" indent="-285750">
              <a:buFont typeface="Arial" panose="020B0604020202020204" pitchFamily="34" charset="0"/>
              <a:buChar char="•"/>
              <a:defRPr sz="1800" b="0" i="0">
                <a:latin typeface="Amazon Ember Display" panose="020F0603020204020204" pitchFamily="34" charset="0"/>
              </a:defRPr>
            </a:lvl3pPr>
            <a:lvl4pPr marL="1144588" indent="-285750">
              <a:buFont typeface="Arial" panose="020B0604020202020204" pitchFamily="34" charset="0"/>
              <a:buChar char="•"/>
              <a:defRPr sz="1600" b="0" i="0">
                <a:latin typeface="Amazon Ember Display" panose="020F0603020204020204" pitchFamily="34" charset="0"/>
              </a:defRPr>
            </a:lvl4pPr>
            <a:lvl5pPr marL="1316038" indent="-285750">
              <a:buFont typeface="Arial" panose="020B0604020202020204" pitchFamily="34" charset="0"/>
              <a:buChar char="•"/>
              <a:defRPr sz="1600" b="0" i="0">
                <a:latin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48919E-8A8C-4C90-854E-20FDD2FCCD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1455968"/>
            <a:ext cx="10972800" cy="341632"/>
          </a:xfrm>
        </p:spPr>
        <p:txBody>
          <a:bodyPr/>
          <a:lstStyle>
            <a:lvl1pPr marL="0" indent="0">
              <a:buNone/>
              <a:defRPr lang="en-US" sz="1800" b="0" i="0" kern="1200" cap="none" spc="0" baseline="0" dirty="0">
                <a:solidFill>
                  <a:schemeClr val="tx2"/>
                </a:solidFill>
                <a:latin typeface="Amazon Ember Display" panose="020F0603020204020204" pitchFamily="34" charset="0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rial" panose="020B0604020202020204" pitchFamily="34" charset="0"/>
              <a:buNone/>
            </a:pPr>
            <a:r>
              <a:rPr lang="en-US"/>
              <a:t>Enter subtitle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FEA9DE9-1720-43CB-BEB4-4A471EA86C1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122D055C-F955-814B-8E36-6633B2B2BF72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644196F-CE34-473D-A802-821F7968F21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F4E16D6-76D0-4B95-931F-9F32F34A84E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148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840" userDrawn="1">
          <p15:clr>
            <a:srgbClr val="9FCC3B"/>
          </p15:clr>
        </p15:guide>
        <p15:guide id="3" orient="horz" pos="1128" userDrawn="1">
          <p15:clr>
            <a:srgbClr val="9FCC3B"/>
          </p15:clr>
        </p15:guide>
        <p15:guide id="4" orient="horz" pos="1344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826B4EB-F6CC-4C37-3CA9-1BCB13DA1DF9}"/>
              </a:ext>
            </a:extLst>
          </p:cNvPr>
          <p:cNvSpPr/>
          <p:nvPr userDrawn="1"/>
        </p:nvSpPr>
        <p:spPr>
          <a:xfrm>
            <a:off x="512956" y="512957"/>
            <a:ext cx="11159444" cy="5697344"/>
          </a:xfrm>
          <a:prstGeom prst="roundRect">
            <a:avLst>
              <a:gd name="adj" fmla="val 1733"/>
            </a:avLst>
          </a:prstGeom>
          <a:solidFill>
            <a:srgbClr val="EBFF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US" b="0" i="0" err="1">
              <a:solidFill>
                <a:schemeClr val="tx1"/>
              </a:solidFill>
              <a:latin typeface="Amazon Ember Display" panose="020F06030202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117ECE-DA96-4373-B8B2-4E847C5ACB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40082" y="1975199"/>
            <a:ext cx="8067261" cy="1920526"/>
          </a:xfrm>
          <a:prstGeom prst="rect">
            <a:avLst/>
          </a:prstGeom>
        </p:spPr>
        <p:txBody>
          <a:bodyPr lIns="91440" rIns="0" anchor="b" anchorCtr="0"/>
          <a:lstStyle>
            <a:lvl1pPr>
              <a:defRPr sz="4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quote here. Reposition quote mark graphics to frame the quote.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CC38951-92FB-41A4-A9D4-F3B7D3577E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40082" y="4127500"/>
            <a:ext cx="8067261" cy="369332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2000" b="0" i="0"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Quoted person’s name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1DEF90-4BC7-4449-B8ED-B9BEFD74704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82BEA218-CD6F-B44E-B26C-C64BF244E0F0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0F1DAA-08EC-40A3-9CC6-57B8099A6FAA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D867C9-C0CC-45E6-BDB6-5AAA8DF8A9C3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3442E0A2-8098-1B6F-94F7-A9E27EC775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40082" y="4496832"/>
            <a:ext cx="8067261" cy="313932"/>
          </a:xfrm>
        </p:spPr>
        <p:txBody>
          <a:bodyPr/>
          <a:lstStyle>
            <a:lvl1pPr marL="0" indent="0">
              <a:buNone/>
              <a:defRPr sz="1600" b="0" i="0"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Quoted person’s affiliation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061DE8E-6B1F-49ED-9610-31027D9B77D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928" y="1942480"/>
            <a:ext cx="398998" cy="338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73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248" userDrawn="1">
          <p15:clr>
            <a:srgbClr val="FBAE40"/>
          </p15:clr>
        </p15:guide>
        <p15:guide id="2" orient="horz" pos="2592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Gradi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5B6475A-312A-4920-A448-D3119241BF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117ECE-DA96-4373-B8B2-4E847C5ACB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40082" y="1975199"/>
            <a:ext cx="8067261" cy="1920526"/>
          </a:xfrm>
          <a:prstGeom prst="rect">
            <a:avLst/>
          </a:prstGeom>
        </p:spPr>
        <p:txBody>
          <a:bodyPr lIns="91440" anchor="b" anchorCtr="0"/>
          <a:lstStyle>
            <a:lvl1pPr>
              <a:defRPr sz="4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quote here. Reposition quote mark graphics to frame the quote.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CC38951-92FB-41A4-A9D4-F3B7D3577E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40082" y="4127500"/>
            <a:ext cx="8067261" cy="369332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2000" b="0" i="0"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Quoted person’s name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C436BC0-B224-4E6F-99AF-155A3657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40082" y="4496832"/>
            <a:ext cx="8067261" cy="313932"/>
          </a:xfrm>
        </p:spPr>
        <p:txBody>
          <a:bodyPr/>
          <a:lstStyle>
            <a:lvl1pPr marL="0" indent="0">
              <a:buNone/>
              <a:defRPr sz="1600" b="0" i="0"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Quoted person’s affiliation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1DEF90-4BC7-4449-B8ED-B9BEFD74704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82BEA218-CD6F-B44E-B26C-C64BF244E0F0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0F1DAA-08EC-40A3-9CC6-57B8099A6FAA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D867C9-C0CC-45E6-BDB6-5AAA8DF8A9C3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9F35CF-0293-AD03-12BE-0AD2771A7530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5E86E16-D3C5-9BCB-7BE2-1CA4299DCF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904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925287C-25B0-64C0-57CE-B3ACA784D0F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928" y="1942480"/>
            <a:ext cx="398998" cy="338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717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248" userDrawn="1">
          <p15:clr>
            <a:srgbClr val="FBAE40"/>
          </p15:clr>
        </p15:guide>
        <p15:guide id="2" orient="horz" pos="2592" userDrawn="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BC6D9BD-DEEA-4A7B-C871-4536799F034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117ECE-DA96-4373-B8B2-4E847C5ACB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40082" y="1975199"/>
            <a:ext cx="8067261" cy="1920526"/>
          </a:xfrm>
          <a:prstGeom prst="rect">
            <a:avLst/>
          </a:prstGeom>
        </p:spPr>
        <p:txBody>
          <a:bodyPr lIns="91440" anchor="b" anchorCtr="0"/>
          <a:lstStyle>
            <a:lvl1pPr>
              <a:defRPr sz="4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quote here. Reposition quote mark graphics to frame the quote.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CC38951-92FB-41A4-A9D4-F3B7D3577E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40082" y="4127500"/>
            <a:ext cx="8067261" cy="369332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2000" b="0" i="0"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Quoted person’s name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C436BC0-B224-4E6F-99AF-155A3657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40082" y="4496832"/>
            <a:ext cx="8067261" cy="313932"/>
          </a:xfrm>
        </p:spPr>
        <p:txBody>
          <a:bodyPr/>
          <a:lstStyle>
            <a:lvl1pPr marL="0" indent="0">
              <a:buNone/>
              <a:defRPr sz="1600" b="0" i="0"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Quoted person’s affiliation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1DEF90-4BC7-4449-B8ED-B9BEFD74704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82BEA218-CD6F-B44E-B26C-C64BF244E0F0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0F1DAA-08EC-40A3-9CC6-57B8099A6FAA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D867C9-C0CC-45E6-BDB6-5AAA8DF8A9C3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FA2AE2-2071-6FBA-C0DF-DC91D9C45E81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0CE3C06-636B-539A-57AF-295DAA75FF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904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6B17F81-88A9-5971-99D1-BBD6A8A8BDE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928" y="1942480"/>
            <a:ext cx="398998" cy="338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380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248" userDrawn="1">
          <p15:clr>
            <a:srgbClr val="FBAE40"/>
          </p15:clr>
        </p15:guide>
        <p15:guide id="2" orient="horz" pos="2592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Gradi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D91062C-933C-ED0F-B73C-DC245E7FAF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21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117ECE-DA96-4373-B8B2-4E847C5ACB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40082" y="1975199"/>
            <a:ext cx="8067261" cy="1920526"/>
          </a:xfrm>
          <a:prstGeom prst="rect">
            <a:avLst/>
          </a:prstGeom>
        </p:spPr>
        <p:txBody>
          <a:bodyPr lIns="91440" anchor="b" anchorCtr="0"/>
          <a:lstStyle>
            <a:lvl1pPr>
              <a:defRPr sz="4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quote here. Reposition quote mark graphics to frame the quote.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CC38951-92FB-41A4-A9D4-F3B7D3577E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40082" y="4127500"/>
            <a:ext cx="8067261" cy="369332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2000" b="0" i="0"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Quoted person’s name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C436BC0-B224-4E6F-99AF-155A3657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40082" y="4496832"/>
            <a:ext cx="8067261" cy="313932"/>
          </a:xfrm>
        </p:spPr>
        <p:txBody>
          <a:bodyPr/>
          <a:lstStyle>
            <a:lvl1pPr marL="0" indent="0">
              <a:buNone/>
              <a:defRPr sz="1600" b="0" i="0"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Quoted person’s affiliation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1DEF90-4BC7-4449-B8ED-B9BEFD74704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82BEA218-CD6F-B44E-B26C-C64BF244E0F0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0F1DAA-08EC-40A3-9CC6-57B8099A6FAA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D867C9-C0CC-45E6-BDB6-5AAA8DF8A9C3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74E9CC-3075-EE68-DD01-BF810D0A2E59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0573292-B887-5760-95C0-AEDAC62EB34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904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B2E29BE-BB61-D337-4DBC-22CE338B031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928" y="1942480"/>
            <a:ext cx="398998" cy="338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41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248" userDrawn="1">
          <p15:clr>
            <a:srgbClr val="FBAE40"/>
          </p15:clr>
        </p15:guide>
        <p15:guide id="2" orient="horz" pos="2592" userDrawn="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D26354-B9D3-DA3A-9E84-842EA468AB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Section layout: Enter section name here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5053DED-8B0A-4549-8967-4B01D5F3B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504A1AE1-7907-F24D-8677-0B8F5F67234B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4D5AC-C55E-442D-A261-2526AFE66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BE13C20-A770-495A-BA36-0CE111A91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D8B1BE-F62C-9842-9FF0-A53695D03916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7D7B46F-CBF3-F8B3-401A-040A31AF595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960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4D43F54-D03F-0326-2168-E4B64C32573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Section layout: Enter section name here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5053DED-8B0A-4549-8967-4B01D5F3B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504A1AE1-7907-F24D-8677-0B8F5F67234B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4D5AC-C55E-442D-A261-2526AFE66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BE13C20-A770-495A-BA36-0CE111A91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solidFill>
                  <a:schemeClr val="tx1"/>
                </a:solidFill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CECC62-1D56-92A3-418D-0EC34FDA9B78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4951714-F565-6DF2-258E-6733254008D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749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11771A-14EB-27CD-4981-540766F89DC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Section layout: Enter section name here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5053DED-8B0A-4549-8967-4B01D5F3B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504A1AE1-7907-F24D-8677-0B8F5F67234B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4D5AC-C55E-442D-A261-2526AFE66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BE13C20-A770-495A-BA36-0CE111A91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solidFill>
                  <a:schemeClr val="tx1"/>
                </a:solidFill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6FE5FF-6177-0943-300C-32D19148D86C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85BE82B-F0D4-AF27-F993-CB2CA95285D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97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ECA2-6D6E-4722-9B75-7468AE1E58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Code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5BCD8-5D1C-48DC-A21B-317A0B7D55A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600" y="1714500"/>
            <a:ext cx="10972800" cy="1646605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</a:defRPr>
            </a:lvl1pPr>
            <a:lvl2pPr marL="2286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</a:defRPr>
            </a:lvl2pPr>
            <a:lvl3pPr marL="4572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</a:defRPr>
            </a:lvl3pPr>
            <a:lvl4pPr marL="6858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</a:defRPr>
            </a:lvl4pPr>
            <a:lvl5pPr marL="9144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</a:defRPr>
            </a:lvl5pPr>
          </a:lstStyle>
          <a:p>
            <a:pPr lvl="0"/>
            <a:r>
              <a:rPr lang="en-US"/>
              <a:t>Type or paste plain-text code here; or click icon to add image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09EAB3-8007-4FDC-BADB-BADCE0CE1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14000039-AC38-8C4D-BBF6-A4179217D919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375AEC-53B6-4043-9677-30AD83B0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F51AD4-FDAE-4E07-B685-874180F10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2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de -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A4C8A-667C-40C7-9A6D-BA3F977C5F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Two-column code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10331E-4F8F-4DEC-91C1-F631560E660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09600" y="1714500"/>
            <a:ext cx="5248274" cy="1646605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</a:defRPr>
            </a:lvl1pPr>
            <a:lvl2pPr marL="2286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</a:defRPr>
            </a:lvl2pPr>
            <a:lvl3pPr marL="4572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</a:defRPr>
            </a:lvl3pPr>
            <a:lvl4pPr marL="6858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</a:defRPr>
            </a:lvl4pPr>
            <a:lvl5pPr marL="9144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</a:defRPr>
            </a:lvl5pPr>
          </a:lstStyle>
          <a:p>
            <a:pPr lvl="0"/>
            <a:r>
              <a:rPr lang="en-US"/>
              <a:t>Enter code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72257F-5E84-444A-B9C4-CCB856025EB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4125" y="1714500"/>
            <a:ext cx="5248276" cy="1646605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</a:defRPr>
            </a:lvl1pPr>
            <a:lvl2pPr marL="2286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</a:defRPr>
            </a:lvl2pPr>
            <a:lvl3pPr marL="4572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</a:defRPr>
            </a:lvl3pPr>
            <a:lvl4pPr marL="6858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</a:defRPr>
            </a:lvl4pPr>
            <a:lvl5pPr marL="9144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</a:defRPr>
            </a:lvl5pPr>
          </a:lstStyle>
          <a:p>
            <a:pPr lvl="0"/>
            <a:r>
              <a:rPr lang="en-US"/>
              <a:t>Enter code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810155-AFE0-49FD-8E9F-C55D66232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BA838F1F-E927-864D-8933-A87A9B46D340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9A757A-A572-48F6-B0E7-EBDAFBA59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BBE49C-423E-451A-A0D2-7D73F2531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319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90820-803B-4C55-BA9E-AE3223753E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56" y="3226552"/>
            <a:ext cx="6823869" cy="750238"/>
          </a:xfrm>
          <a:prstGeom prst="rect">
            <a:avLst/>
          </a:prstGeom>
        </p:spPr>
        <p:txBody>
          <a:bodyPr/>
          <a:lstStyle>
            <a:lvl1pPr>
              <a:defRPr sz="2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subtitle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841FE7-5B7D-4299-B262-F8E574B5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F5CD9E88-8D52-D44B-9301-05276D5B5248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8617C0-A817-49E3-9857-07752AB40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B99A66-7F1A-495E-B008-D2DB34B05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F7951E-E6AB-4553-9142-A91D5BC58C21}"/>
              </a:ext>
            </a:extLst>
          </p:cNvPr>
          <p:cNvSpPr txBox="1"/>
          <p:nvPr userDrawn="1"/>
        </p:nvSpPr>
        <p:spPr>
          <a:xfrm>
            <a:off x="609599" y="2428875"/>
            <a:ext cx="6867525" cy="955666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27667581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Demo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73436"/>
            <a:ext cx="7823200" cy="1311128"/>
          </a:xfrm>
          <a:prstGeom prst="rect">
            <a:avLst/>
          </a:prstGeom>
        </p:spPr>
        <p:txBody>
          <a:bodyPr anchor="ctr" anchorCtr="0"/>
          <a:lstStyle>
            <a:lvl1pPr>
              <a:defRPr sz="4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Video or demo divider: Enter “Video” or “Demo” here</a:t>
            </a:r>
          </a:p>
        </p:txBody>
      </p:sp>
    </p:spTree>
    <p:extLst>
      <p:ext uri="{BB962C8B-B14F-4D97-AF65-F5344CB8AC3E}">
        <p14:creationId xmlns:p14="http://schemas.microsoft.com/office/powerpoint/2010/main" val="32874641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C300D94-E16B-4268-9D8D-053D71D5DC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94672" y="2327672"/>
            <a:ext cx="2202656" cy="2202656"/>
          </a:xfrm>
          <a:prstGeom prst="rect">
            <a:avLst/>
          </a:prstGeom>
        </p:spPr>
      </p:pic>
      <p:sp>
        <p:nvSpPr>
          <p:cNvPr id="7" name="Media Placeholder 6">
            <a:extLst>
              <a:ext uri="{FF2B5EF4-FFF2-40B4-BE49-F238E27FC236}">
                <a16:creationId xmlns:a16="http://schemas.microsoft.com/office/drawing/2014/main" id="{6100FBD5-D226-4B79-8009-A3AA42458FC8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lIns="548640" anchor="ctr">
            <a:noAutofit/>
          </a:bodyPr>
          <a:lstStyle>
            <a:lvl1pPr marL="0" indent="0" algn="ctr">
              <a:buNone/>
              <a:defRPr b="0" i="0">
                <a:latin typeface="Amazon Ember Display" panose="020F0603020204020204" pitchFamily="34" charset="0"/>
              </a:defRPr>
            </a:lvl1pPr>
          </a:lstStyle>
          <a:p>
            <a:r>
              <a:rPr lang="en-US"/>
              <a:t>Click icon to add media</a:t>
            </a:r>
          </a:p>
        </p:txBody>
      </p:sp>
    </p:spTree>
    <p:extLst>
      <p:ext uri="{BB962C8B-B14F-4D97-AF65-F5344CB8AC3E}">
        <p14:creationId xmlns:p14="http://schemas.microsoft.com/office/powerpoint/2010/main" val="3527290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1A51E-0F08-4B7B-9A9F-00CF3AA310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646331"/>
          </a:xfrm>
          <a:prstGeom prst="rect">
            <a:avLst/>
          </a:prstGeom>
        </p:spPr>
        <p:txBody>
          <a:bodyPr anchor="t" anchorCtr="0">
            <a:norm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Content with caption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F6EECF-7227-4AD4-BC6B-F6715716A80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10300" y="1714501"/>
            <a:ext cx="5372100" cy="2591479"/>
          </a:xfrm>
        </p:spPr>
        <p:txBody>
          <a:bodyPr/>
          <a:lstStyle>
            <a:lvl1pPr marL="457200" indent="-457200">
              <a:buFont typeface="Arial" panose="020B0604020202020204" pitchFamily="34" charset="0"/>
              <a:buChar char="•"/>
              <a:defRPr sz="2800" b="0" i="0">
                <a:latin typeface="Amazon Ember Display" panose="020F0603020204020204" pitchFamily="34" charset="0"/>
              </a:defRPr>
            </a:lvl1pPr>
            <a:lvl2pPr marL="628650" indent="-342900">
              <a:buFont typeface="Arial" panose="020B0604020202020204" pitchFamily="34" charset="0"/>
              <a:buChar char="•"/>
              <a:defRPr sz="2400" b="0" i="0">
                <a:latin typeface="Amazon Ember Display" panose="020F0603020204020204" pitchFamily="34" charset="0"/>
              </a:defRPr>
            </a:lvl2pPr>
            <a:lvl3pPr marL="971550" indent="-342900">
              <a:buFont typeface="Arial" panose="020B0604020202020204" pitchFamily="34" charset="0"/>
              <a:buChar char="•"/>
              <a:defRPr sz="2000" b="0" i="0">
                <a:latin typeface="Amazon Ember Display" panose="020F0603020204020204" pitchFamily="34" charset="0"/>
              </a:defRPr>
            </a:lvl3pPr>
            <a:lvl4pPr marL="1144588" indent="-285750">
              <a:buFont typeface="Arial" panose="020B0604020202020204" pitchFamily="34" charset="0"/>
              <a:buChar char="•"/>
              <a:defRPr sz="1800" b="0" i="0">
                <a:latin typeface="Amazon Ember Display" panose="020F0603020204020204" pitchFamily="34" charset="0"/>
              </a:defRPr>
            </a:lvl4pPr>
            <a:lvl5pPr marL="1316038" indent="-285750">
              <a:buFont typeface="Arial" panose="020B0604020202020204" pitchFamily="34" charset="0"/>
              <a:buChar char="•"/>
              <a:defRPr sz="1800" b="0" i="0">
                <a:latin typeface="Amazon Ember Display" panose="020F0603020204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0C0C8A-CCAE-4B98-91F0-838AA4F55C8F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09598" y="1725611"/>
            <a:ext cx="5372101" cy="313932"/>
          </a:xfrm>
        </p:spPr>
        <p:txBody>
          <a:bodyPr/>
          <a:lstStyle>
            <a:lvl1pPr marL="0" indent="0">
              <a:buNone/>
              <a:defRPr sz="1600" b="0" i="0">
                <a:latin typeface="Amazon Ember Display" panose="020F06030202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Enter descriptive text here</a:t>
            </a:r>
          </a:p>
        </p:txBody>
      </p:sp>
    </p:spTree>
    <p:extLst>
      <p:ext uri="{BB962C8B-B14F-4D97-AF65-F5344CB8AC3E}">
        <p14:creationId xmlns:p14="http://schemas.microsoft.com/office/powerpoint/2010/main" val="3854058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63FEA24-4BB1-51F6-D1A3-1CDE18E45E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FFA190-394C-4586-A84A-BA2A677030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82D70F-F9C4-4C4C-A916-589EA4438C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contact info (email or socials)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93A1250-E885-4935-B98D-9C62E4E5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7E9957-AB07-4CE6-BD9E-3631EF6ED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contact info (email or socials)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064B62F-5416-46A2-BBC6-945C362C63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BBE44B1-E140-4E35-AF0B-41A3CDA5C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contact info (email or socials)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EBFA3-8C5E-448A-B03D-8DAAEBB407B0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B9A91F-2413-643E-00B4-F93DC225552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2686" y="5622947"/>
            <a:ext cx="979714" cy="58735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902F78A-89C5-9A95-F0BE-08B93E2052E0}"/>
              </a:ext>
            </a:extLst>
          </p:cNvPr>
          <p:cNvSpPr txBox="1"/>
          <p:nvPr userDrawn="1"/>
        </p:nvSpPr>
        <p:spPr>
          <a:xfrm>
            <a:off x="527766" y="6025634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</p:spTree>
    <p:extLst>
      <p:ext uri="{BB962C8B-B14F-4D97-AF65-F5344CB8AC3E}">
        <p14:creationId xmlns:p14="http://schemas.microsoft.com/office/powerpoint/2010/main" val="1596711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54CF3CEA-C5D6-3EE2-0ADF-9CA879927A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F4CEAE59-88AB-067D-8305-5D60E5C0CC9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7ED4E7E8-6939-47DD-F50C-1BE8D7C7AB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contact info (email or socials)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B0E08B7E-513C-0B0B-9DC0-33A10068E81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21EF1BFC-F8EA-31FF-2ECB-6FE640057D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contact info (email or socials)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BCF5D785-7779-B4A7-1593-D9E4005D418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6C67EAE0-22D8-7774-6075-2E7C8D3579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contact info (email or socials)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B073B14-3FCE-9EBE-8EF4-076D31F5D3A9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64E461-542C-9DF0-B91E-B36341643F32}"/>
              </a:ext>
            </a:extLst>
          </p:cNvPr>
          <p:cNvSpPr txBox="1"/>
          <p:nvPr userDrawn="1"/>
        </p:nvSpPr>
        <p:spPr>
          <a:xfrm>
            <a:off x="-1352550" y="3771900"/>
            <a:ext cx="65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endParaRPr lang="en-US" b="0" i="0" err="1">
              <a:latin typeface="Amazon Ember Display" panose="020F0603020204020204" pitchFamily="34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625BCAF-5C90-042B-0BAB-CD0E59CCA8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2686" y="5622947"/>
            <a:ext cx="979714" cy="5873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EC7666-E95B-BA1B-9CE7-A188F672FA46}"/>
              </a:ext>
            </a:extLst>
          </p:cNvPr>
          <p:cNvSpPr txBox="1"/>
          <p:nvPr userDrawn="1"/>
        </p:nvSpPr>
        <p:spPr>
          <a:xfrm>
            <a:off x="527766" y="6025634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</p:spTree>
    <p:extLst>
      <p:ext uri="{BB962C8B-B14F-4D97-AF65-F5344CB8AC3E}">
        <p14:creationId xmlns:p14="http://schemas.microsoft.com/office/powerpoint/2010/main" val="2377077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00EE6D9C-875B-CBBD-B13E-569C0B9A8F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C3E01366-E822-32FE-65C0-B3B4125945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1E78FCF9-F25E-3767-EB4A-8D919FAD0C7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contact info (email or socials)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A1C9D7C-4935-7A74-21C6-B88B45377B8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20D6E1ED-92EF-4477-D94E-EDA210EF88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contact info (email or socials)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3F1AB78F-B9B6-3B94-6F03-015F0598F3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7B0FD9D2-77A6-9253-CB15-84E1C403FB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contact info (email or socials)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E79A02-C451-B664-9107-9D196F3382D7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416FB4C-1D1E-4119-B730-03DD2E265086}"/>
              </a:ext>
            </a:extLst>
          </p:cNvPr>
          <p:cNvSpPr txBox="1"/>
          <p:nvPr userDrawn="1"/>
        </p:nvSpPr>
        <p:spPr>
          <a:xfrm>
            <a:off x="-1352550" y="3771900"/>
            <a:ext cx="65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endParaRPr lang="en-US" b="0" i="0" err="1">
              <a:latin typeface="Amazon Ember Display" panose="020F0603020204020204" pitchFamily="34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0CC1F33-20B4-A2CC-CBF3-F33B6E957A3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2686" y="5622947"/>
            <a:ext cx="979714" cy="5873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2CA65A-606C-B6BF-5226-3CAA4640D586}"/>
              </a:ext>
            </a:extLst>
          </p:cNvPr>
          <p:cNvSpPr txBox="1"/>
          <p:nvPr userDrawn="1"/>
        </p:nvSpPr>
        <p:spPr>
          <a:xfrm>
            <a:off x="527766" y="6025634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</p:spTree>
    <p:extLst>
      <p:ext uri="{BB962C8B-B14F-4D97-AF65-F5344CB8AC3E}">
        <p14:creationId xmlns:p14="http://schemas.microsoft.com/office/powerpoint/2010/main" val="10777928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FA33D-5535-4C9A-8FE3-B37ABA63B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14401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93D77A-024C-472F-B312-4E06A5BAE0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9076329" y="1718982"/>
            <a:ext cx="2506071" cy="4491317"/>
          </a:xfrm>
        </p:spPr>
        <p:txBody>
          <a:bodyPr vert="eaVert"/>
          <a:lstStyle>
            <a:lvl1pPr marL="457200" indent="-45720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</a:defRPr>
            </a:lvl1pPr>
            <a:lvl2pPr marL="628650" indent="-34290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</a:defRPr>
            </a:lvl2pPr>
            <a:lvl3pPr marL="971550" indent="-34290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</a:defRPr>
            </a:lvl3pPr>
            <a:lvl4pPr marL="1144588" indent="-28575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</a:defRPr>
            </a:lvl4pPr>
            <a:lvl5pPr marL="1316038" indent="-28575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7BCF1F-274F-4C05-8696-189CDAE0C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8DF6AC9B-6FB6-E64C-9786-C40DFE89F624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FBB62C-DD5C-4CC6-98BC-330285579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D4DAD-D906-4444-864A-7CED33CED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625061DB-7406-41C8-A121-52D8D4484FD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097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F2CA4B-F100-498A-9F95-D1048E98B3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914399"/>
            <a:ext cx="2857500" cy="5295901"/>
          </a:xfrm>
          <a:prstGeom prst="rect">
            <a:avLst/>
          </a:prstGeom>
        </p:spPr>
        <p:txBody>
          <a:bodyPr vert="eaVert">
            <a:norm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442DEB-18AA-41C3-A034-B81C200697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66429" y="914399"/>
            <a:ext cx="2506071" cy="5295901"/>
          </a:xfrm>
        </p:spPr>
        <p:txBody>
          <a:bodyPr vert="eaVert"/>
          <a:lstStyle>
            <a:lvl1pPr marL="457200" indent="-45720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</a:defRPr>
            </a:lvl1pPr>
            <a:lvl2pPr marL="628650" indent="-34290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</a:defRPr>
            </a:lvl2pPr>
            <a:lvl3pPr marL="971550" indent="-34290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</a:defRPr>
            </a:lvl3pPr>
            <a:lvl4pPr marL="1144588" indent="-28575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</a:defRPr>
            </a:lvl4pPr>
            <a:lvl5pPr marL="1316038" indent="-28575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98874D-2362-4107-9CFB-6624C519C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21DD148F-2774-EA45-8C22-2C39149188FB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81FEF1-5834-4539-A37C-ED5E275C6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AA1474-147C-4D4E-B55D-24F747B20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625061DB-7406-41C8-A121-52D8D4484FD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748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 Not U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A4731D4-24B7-407D-A119-09109E0E0D80}"/>
              </a:ext>
            </a:extLst>
          </p:cNvPr>
          <p:cNvSpPr txBox="1"/>
          <p:nvPr userDrawn="1"/>
        </p:nvSpPr>
        <p:spPr>
          <a:xfrm>
            <a:off x="3486150" y="2512370"/>
            <a:ext cx="7353300" cy="1874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80000"/>
              </a:lnSpc>
            </a:pPr>
            <a:r>
              <a:rPr lang="en-US" sz="6000">
                <a:latin typeface="+mj-lt"/>
              </a:rPr>
              <a:t>Do not use layouts after this slide.</a:t>
            </a:r>
            <a:br>
              <a:rPr lang="en-US" sz="6000">
                <a:latin typeface="+mj-lt"/>
              </a:rPr>
            </a:br>
            <a:r>
              <a:rPr lang="en-US" sz="2000">
                <a:latin typeface="+mj-lt"/>
              </a:rPr>
              <a:t>They are not part of the official template.</a:t>
            </a:r>
            <a:endParaRPr lang="en-US" sz="6000">
              <a:latin typeface="+mj-lt"/>
            </a:endParaRPr>
          </a:p>
        </p:txBody>
      </p:sp>
      <p:pic>
        <p:nvPicPr>
          <p:cNvPr id="7" name="Graphic 6" descr="Stop sign">
            <a:extLst>
              <a:ext uri="{FF2B5EF4-FFF2-40B4-BE49-F238E27FC236}">
                <a16:creationId xmlns:a16="http://schemas.microsoft.com/office/drawing/2014/main" id="{2E1D490C-0B7A-44B5-A2CC-97504831122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7250" y="2114549"/>
            <a:ext cx="2628900" cy="26289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56A91D7-A142-41A9-9775-90FA8A0EC8F4}"/>
              </a:ext>
            </a:extLst>
          </p:cNvPr>
          <p:cNvSpPr/>
          <p:nvPr userDrawn="1"/>
        </p:nvSpPr>
        <p:spPr>
          <a:xfrm>
            <a:off x="380999" y="6337300"/>
            <a:ext cx="4943475" cy="5207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mazon Ember Display" panose="020F0603020204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A252AA-410C-4410-AE45-9D483892FCD8}"/>
              </a:ext>
            </a:extLst>
          </p:cNvPr>
          <p:cNvSpPr/>
          <p:nvPr userDrawn="1"/>
        </p:nvSpPr>
        <p:spPr>
          <a:xfrm>
            <a:off x="380999" y="163722"/>
            <a:ext cx="4943475" cy="5207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9047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0601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515100"/>
            <a:ext cx="1066667" cy="4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04103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F73FA-018C-42B4-99E2-A1521E83AB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-647700"/>
            <a:ext cx="11925300" cy="638175"/>
          </a:xfrm>
        </p:spPr>
        <p:txBody>
          <a:bodyPr/>
          <a:lstStyle>
            <a:lvl1pPr>
              <a:defRPr sz="3600">
                <a:solidFill>
                  <a:schemeClr val="bg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Blank layout (enter descriptive title here for accessibility)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547A17-167C-4B7C-9EB3-78A50E0839D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9753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227905"/>
      </p:ext>
    </p:extLst>
  </p:cSld>
  <p:clrMapOvr>
    <a:masterClrMapping/>
  </p:clrMapOvr>
  <p:transition>
    <p:fade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ide 1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7593843-4CBC-A712-CB2B-B4F878BE34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B6776E-568F-A5A4-981B-E30628F8727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2686" y="5616413"/>
            <a:ext cx="979714" cy="5861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FDF3A4-5795-4C3E-A626-E8705501F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1914-560C-4D5C-AA3F-8A993D908E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35531"/>
          </a:xfr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Enter subtitle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35E33B-41A5-4ACB-9AE6-2F3E7CAA44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3693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 (pronouns)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54CE4ED-4096-479A-AA41-A2286E854B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/>
              <a:t>Enter session ID if required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7D4CE88-F816-4273-A6C0-5D3F9D2E05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35531"/>
          </a:xfr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job title</a:t>
            </a:r>
            <a:br>
              <a:rPr lang="en-US"/>
            </a:br>
            <a:r>
              <a:rPr lang="en-US"/>
              <a:t>Speaker company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CE4815-926B-43B6-82AB-971B1A89CEF6}"/>
              </a:ext>
            </a:extLst>
          </p:cNvPr>
          <p:cNvSpPr txBox="1"/>
          <p:nvPr userDrawn="1"/>
        </p:nvSpPr>
        <p:spPr>
          <a:xfrm>
            <a:off x="504476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</p:spTree>
    <p:extLst>
      <p:ext uri="{BB962C8B-B14F-4D97-AF65-F5344CB8AC3E}">
        <p14:creationId xmlns:p14="http://schemas.microsoft.com/office/powerpoint/2010/main" val="3116447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0273828A-79F8-15CD-9D21-FB44B77FDBB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53CAD519-9A88-CC6D-C64F-32781DE1286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35531"/>
          </a:xfr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Enter subtitle</a:t>
            </a:r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AECD1BDB-3933-70D1-D0B1-585F679690F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3693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 (pronouns)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49BD2DDE-9CEA-E55B-45AC-E81DC0520AE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/>
              <a:t>Enter session ID if required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F4339BC-5512-257D-D251-96C726B392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35531"/>
          </a:xfr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job title</a:t>
            </a:r>
            <a:br>
              <a:rPr lang="en-US"/>
            </a:br>
            <a:r>
              <a:rPr lang="en-US"/>
              <a:t>Speaker company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8E9AEE-EE0A-4511-286D-B7E92DB33387}"/>
              </a:ext>
            </a:extLst>
          </p:cNvPr>
          <p:cNvSpPr txBox="1"/>
          <p:nvPr userDrawn="1"/>
        </p:nvSpPr>
        <p:spPr>
          <a:xfrm>
            <a:off x="504476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69315F-6BED-09F1-C555-D62EBCC2C2C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title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A0E7CF6-AEC8-B8B6-2040-09A06124894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2686" y="5616413"/>
            <a:ext cx="979714" cy="586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523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30B1A274-34CE-9318-18E9-83796CAE51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8CD09BF-BE98-954E-8C83-FD00798ACA2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35531"/>
          </a:xfr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Enter subtitle</a:t>
            </a:r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AAF119F6-59CF-C06E-9DEE-68747AC5B53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3693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 (pronouns)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19378773-656B-3414-4689-741C92BE3E0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/>
              <a:t>Enter session ID if required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3C5437D4-D83E-F7AB-7C05-4D16F6D780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35531"/>
          </a:xfr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job title</a:t>
            </a:r>
            <a:br>
              <a:rPr lang="en-US"/>
            </a:br>
            <a:r>
              <a:rPr lang="en-US"/>
              <a:t>Speaker company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671D03-03D2-3246-0292-3278FC46E9BD}"/>
              </a:ext>
            </a:extLst>
          </p:cNvPr>
          <p:cNvSpPr txBox="1"/>
          <p:nvPr userDrawn="1"/>
        </p:nvSpPr>
        <p:spPr>
          <a:xfrm>
            <a:off x="504476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2C415C-2EF2-186A-04FA-1B6BE61C410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title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7D75C48-1113-B98D-B01C-9CF253E8BBE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2686" y="5616413"/>
            <a:ext cx="979714" cy="586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355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1C5CAEF-E4CF-4B92-233A-7553242F643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2001" cy="6858001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0F04AFD-CEAF-D96A-9FBC-9500445458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1918337"/>
            <a:ext cx="6460998" cy="535531"/>
          </a:xfr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Enter subtitle</a:t>
            </a:r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0187CBED-F3F8-A0AE-DBEA-EEEA1D2E766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3693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 (pronouns)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857500-2C8E-9211-5B61-DC83BC3450CB}"/>
              </a:ext>
            </a:extLst>
          </p:cNvPr>
          <p:cNvSpPr/>
          <p:nvPr userDrawn="1"/>
        </p:nvSpPr>
        <p:spPr>
          <a:xfrm>
            <a:off x="609598" y="304800"/>
            <a:ext cx="2993681" cy="288951"/>
          </a:xfrm>
          <a:prstGeom prst="round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US" b="0" i="0" err="1">
              <a:solidFill>
                <a:schemeClr val="tx1"/>
              </a:solidFill>
              <a:latin typeface="Amazon Ember Display" panose="020F0603020204020204" pitchFamily="34" charset="0"/>
            </a:endParaRP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17F887A3-28C2-6DE9-5807-21C410AB73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2969" y="332014"/>
            <a:ext cx="6477002" cy="2308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2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/>
              <a:t>Enter session ID if required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BBFEBE6D-8293-FD48-7C86-4989B458ECE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35531"/>
          </a:xfr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job title</a:t>
            </a:r>
            <a:br>
              <a:rPr lang="en-US"/>
            </a:br>
            <a:r>
              <a:rPr lang="en-US"/>
              <a:t>Speaker company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412FE6-3787-9446-924A-F202645A1CFC}"/>
              </a:ext>
            </a:extLst>
          </p:cNvPr>
          <p:cNvSpPr txBox="1"/>
          <p:nvPr userDrawn="1"/>
        </p:nvSpPr>
        <p:spPr>
          <a:xfrm>
            <a:off x="504476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ABE821-C29F-8323-0B26-4C07043DC762}"/>
              </a:ext>
            </a:extLst>
          </p:cNvPr>
          <p:cNvSpPr txBox="1"/>
          <p:nvPr userDrawn="1"/>
        </p:nvSpPr>
        <p:spPr>
          <a:xfrm>
            <a:off x="-135802" y="2471596"/>
            <a:ext cx="65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endParaRPr lang="en-US" b="0" i="0" err="1">
              <a:latin typeface="Amazon Ember Display" panose="020F0603020204020204" pitchFamily="34" charset="0"/>
            </a:endParaRP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10165371-E8F4-C898-9295-C3E433A3EF2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9278" y="928262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title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D45EB7E-B60E-0A55-8AB4-0421DDF33C1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05455" y="5759695"/>
            <a:ext cx="740228" cy="442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20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846A2E1-DADB-E7FA-8523-F125A4AEE4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80812B7-8A92-F272-875E-0D757C691E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3693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 (pronouns)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404D9CE-381D-295C-A64E-88C5D0C0A61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35531"/>
          </a:xfr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job title</a:t>
            </a:r>
            <a:br>
              <a:rPr lang="en-US"/>
            </a:br>
            <a:r>
              <a:rPr lang="en-US"/>
              <a:t>Speaker company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F72D21-07F0-8A31-A886-8180F34B788F}"/>
              </a:ext>
            </a:extLst>
          </p:cNvPr>
          <p:cNvSpPr txBox="1"/>
          <p:nvPr userDrawn="1"/>
        </p:nvSpPr>
        <p:spPr>
          <a:xfrm>
            <a:off x="504476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2F49425-7DA0-E6A1-AFFB-06CE3587D57C}"/>
              </a:ext>
            </a:extLst>
          </p:cNvPr>
          <p:cNvSpPr/>
          <p:nvPr userDrawn="1"/>
        </p:nvSpPr>
        <p:spPr>
          <a:xfrm>
            <a:off x="609598" y="304800"/>
            <a:ext cx="2993681" cy="288951"/>
          </a:xfrm>
          <a:prstGeom prst="roundRect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US" b="0" i="0" err="1">
              <a:solidFill>
                <a:schemeClr val="tx1"/>
              </a:solidFill>
              <a:latin typeface="Amazon Ember Display" panose="020F0603020204020204" pitchFamily="34" charset="0"/>
            </a:endParaRP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C8E54E3F-3CBC-43DF-D0B7-3007697064A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2969" y="332014"/>
            <a:ext cx="6477002" cy="2308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2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/>
              <a:t>Enter session ID if required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7EDB5F6C-924F-E4E4-8B18-2197BA4C3F5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1918337"/>
            <a:ext cx="6460998" cy="535531"/>
          </a:xfr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Enter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F28616-0D97-9CAF-203B-33E2A2B5C1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9278" y="928262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6139FD2-9628-8192-7052-B005333F7B8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05455" y="5759695"/>
            <a:ext cx="740228" cy="442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990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2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EF178C6C-A11A-B7DA-DE97-C5EF3DA242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C8E54E3F-3CBC-43DF-D0B7-3007697064A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2969" y="332014"/>
            <a:ext cx="6477002" cy="2308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2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709020204020204" pitchFamily="49" charset="0"/>
                <a:cs typeface="Amazon Ember Mono" panose="020B0709020204020204" pitchFamily="49" charset="0"/>
              </a:defRPr>
            </a:lvl1pPr>
          </a:lstStyle>
          <a:p>
            <a:pPr lvl="0"/>
            <a:r>
              <a:rPr lang="en-US"/>
              <a:t>Enter session ID if required</a:t>
            </a:r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80812B7-8A92-F272-875E-0D757C691E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3693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 (pronouns)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404D9CE-381D-295C-A64E-88C5D0C0A61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35531"/>
          </a:xfr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job title</a:t>
            </a:r>
            <a:br>
              <a:rPr lang="en-US"/>
            </a:br>
            <a:r>
              <a:rPr lang="en-US"/>
              <a:t>Speaker company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F72D21-07F0-8A31-A886-8180F34B788F}"/>
              </a:ext>
            </a:extLst>
          </p:cNvPr>
          <p:cNvSpPr txBox="1"/>
          <p:nvPr userDrawn="1"/>
        </p:nvSpPr>
        <p:spPr>
          <a:xfrm>
            <a:off x="504476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2F49425-7DA0-E6A1-AFFB-06CE3587D57C}"/>
              </a:ext>
            </a:extLst>
          </p:cNvPr>
          <p:cNvSpPr/>
          <p:nvPr userDrawn="1"/>
        </p:nvSpPr>
        <p:spPr>
          <a:xfrm>
            <a:off x="609598" y="304800"/>
            <a:ext cx="2993681" cy="288951"/>
          </a:xfrm>
          <a:prstGeom prst="round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US" b="0" i="0" err="1">
              <a:solidFill>
                <a:schemeClr val="tx1"/>
              </a:solidFill>
              <a:latin typeface="Amazon Ember Display" panose="020F0603020204020204" pitchFamily="34" charset="0"/>
            </a:endParaRP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7EDB5F6C-924F-E4E4-8B18-2197BA4C3F5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1918337"/>
            <a:ext cx="6460998" cy="535531"/>
          </a:xfr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Enter subtitle</a:t>
            </a:r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111574D8-2193-6E96-F970-CA48F920463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2969" y="332014"/>
            <a:ext cx="6477002" cy="2308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2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/>
              <a:t>Enter session ID if required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F67C28C-2194-7DE3-C4ED-8EF747692F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9278" y="928262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title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FD3426E-C2E7-51F1-EBF9-5831816B57D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05455" y="5759695"/>
            <a:ext cx="740228" cy="442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463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8361C3B-4A14-5F26-5768-6B75326001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391CB6-D820-4A96-8204-600D7D9568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5376" y="914401"/>
            <a:ext cx="10972800" cy="5909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Agenda layout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714500"/>
            <a:ext cx="10972800" cy="3549690"/>
          </a:xfr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high-level agenda items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5A1D86-6A7C-4718-BC8A-729563F7E07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06736434-7E81-994B-854B-1BF33F160A0D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5447C4-003F-49F1-92D9-AA8E1601814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4C0F27-F073-46C5-99AA-D6BC67A40F5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583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E4742-39F0-4C44-00E8-B91F451C1F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714500"/>
            <a:ext cx="10972800" cy="3549690"/>
          </a:xfr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high-level agenda items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5A1D86-6A7C-4718-BC8A-729563F7E07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06736434-7E81-994B-854B-1BF33F160A0D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5447C4-003F-49F1-92D9-AA8E1601814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4C0F27-F073-46C5-99AA-D6BC67A40F5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F3380B-4C2C-4CFA-5735-2689C62E6B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5376" y="914401"/>
            <a:ext cx="10972800" cy="5909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Agenda layout</a:t>
            </a:r>
          </a:p>
        </p:txBody>
      </p:sp>
    </p:spTree>
    <p:extLst>
      <p:ext uri="{BB962C8B-B14F-4D97-AF65-F5344CB8AC3E}">
        <p14:creationId xmlns:p14="http://schemas.microsoft.com/office/powerpoint/2010/main" val="1981300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6932EFD-B8A1-B84B-48C9-1BE2EB4AF0A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714500"/>
            <a:ext cx="10972800" cy="3549690"/>
          </a:xfr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high-level agenda items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5A1D86-6A7C-4718-BC8A-729563F7E07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06736434-7E81-994B-854B-1BF33F160A0D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5447C4-003F-49F1-92D9-AA8E1601814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4C0F27-F073-46C5-99AA-D6BC67A40F5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D7451C-3F29-6F6D-F332-22252720A0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5376" y="914401"/>
            <a:ext cx="10972800" cy="5909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Agenda layout</a:t>
            </a:r>
          </a:p>
        </p:txBody>
      </p:sp>
    </p:spTree>
    <p:extLst>
      <p:ext uri="{BB962C8B-B14F-4D97-AF65-F5344CB8AC3E}">
        <p14:creationId xmlns:p14="http://schemas.microsoft.com/office/powerpoint/2010/main" val="3317383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C8CF9-BF86-4458-BFA4-38F0F2DB98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914401"/>
            <a:ext cx="10972800" cy="5909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Title only layout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A22A18-A983-4477-9CE2-E889A7803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9600D62F-E191-C046-B6EA-E79BE99AA24A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6B6389-19E6-4677-81FB-25CCEB0E3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907AE9-2A8E-446F-AC5C-E522F1C02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46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Gradi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8A1DB3-21D8-7727-05ED-700D044617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3C8CF9-BF86-4458-BFA4-38F0F2DB98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914401"/>
            <a:ext cx="10972800" cy="5909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Title only layout with gradient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F00575-76B9-4D8B-9903-136ED9A42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393093C1-DE68-B74B-A980-4E3BCEBC269D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CDB515-1F55-4916-8897-BD5A83C12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0F2630-6040-4D96-BE1B-D7C27F2C1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337A45-3492-46BC-9D48-C3D40511713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87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DDBE47E-DAA2-53AD-A19F-7E10713DCC3B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</p:spTree>
    <p:extLst>
      <p:ext uri="{BB962C8B-B14F-4D97-AF65-F5344CB8AC3E}">
        <p14:creationId xmlns:p14="http://schemas.microsoft.com/office/powerpoint/2010/main" val="1465233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9B5C98E-29D0-7549-A4E6-151AFAD547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3C8CF9-BF86-4458-BFA4-38F0F2DB98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914401"/>
            <a:ext cx="10972800" cy="5909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Title only layout with gradient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F00575-76B9-4D8B-9903-136ED9A42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393093C1-DE68-B74B-A980-4E3BCEBC269D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CDB515-1F55-4916-8897-BD5A83C12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0F2630-6040-4D96-BE1B-D7C27F2C1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337A45-3492-46BC-9D48-C3D40511713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87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2237F78-6104-4004-2FA4-4DC0815B72C9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</p:spTree>
    <p:extLst>
      <p:ext uri="{BB962C8B-B14F-4D97-AF65-F5344CB8AC3E}">
        <p14:creationId xmlns:p14="http://schemas.microsoft.com/office/powerpoint/2010/main" val="58284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Gradi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242795-04B8-8DCD-975B-E72373E3A3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3C8CF9-BF86-4458-BFA4-38F0F2DB98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914401"/>
            <a:ext cx="10972800" cy="5909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Title only layout with gradient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F00575-76B9-4D8B-9903-136ED9A42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393093C1-DE68-B74B-A980-4E3BCEBC269D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CDB515-1F55-4916-8897-BD5A83C12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0F2630-6040-4D96-BE1B-D7C27F2C1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337A45-3492-46BC-9D48-C3D40511713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87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9D7D0A3-F064-9569-A6C6-9EFB587B0B1C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</p:spTree>
    <p:extLst>
      <p:ext uri="{BB962C8B-B14F-4D97-AF65-F5344CB8AC3E}">
        <p14:creationId xmlns:p14="http://schemas.microsoft.com/office/powerpoint/2010/main" val="4165905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C8CF9-BF86-4458-BFA4-38F0F2DB98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Title and subtitle layout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6213DF-CEC6-4F46-9CD4-5ED4A416AF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455968"/>
            <a:ext cx="10972800" cy="341632"/>
          </a:xfrm>
        </p:spPr>
        <p:txBody>
          <a:bodyPr/>
          <a:lstStyle>
            <a:lvl1pPr marL="0" indent="0">
              <a:buNone/>
              <a:defRPr sz="1800" b="0" i="0" cap="none" spc="0" baseline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Enter subtitle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12CB8C-58A4-4758-8C91-E8641A9F6DC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31D3B374-854B-EF47-9B56-0018B9F83111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444248-408B-4052-8B56-17F469F98EA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178479-5E5D-4B94-9958-5C40D64BED6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509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>
          <p15:clr>
            <a:srgbClr val="9FCC3B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86B726-34C0-4C1C-A252-97930DC77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238B2222-37A4-5449-B1D9-9B13ADA59E84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3103B0-BAC9-4248-BF05-F8F64F81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B167B-71A0-4735-93B6-5A034F89F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984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ECA2-6D6E-4722-9B75-7468AE1E58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Title and content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5BCD8-5D1C-48DC-A21B-317A0B7D55A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600" y="1714500"/>
            <a:ext cx="10972800" cy="2767937"/>
          </a:xfrm>
        </p:spPr>
        <p:txBody>
          <a:bodyPr/>
          <a:lstStyle>
            <a:lvl1pPr marL="0" indent="0">
              <a:spcAft>
                <a:spcPts val="1800"/>
              </a:spcAft>
              <a:buNone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spcAft>
                <a:spcPts val="1800"/>
              </a:spcAft>
              <a:buNone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628650" indent="0">
              <a:spcAft>
                <a:spcPts val="1800"/>
              </a:spcAft>
              <a:buNone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914400" indent="0">
              <a:spcAft>
                <a:spcPts val="1800"/>
              </a:spcAft>
              <a:buNone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4pPr>
            <a:lvl5pPr marL="1143000" indent="0">
              <a:spcAft>
                <a:spcPts val="1800"/>
              </a:spcAft>
              <a:buNone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B02A07-9279-4389-95B8-CFF5307F9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B9026E32-37D5-A446-8A01-9B6BBEB5E690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24D072-A634-4E51-88E3-AFF4BBF53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391B74-659E-4EB1-8DB0-B962093F0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86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ECA2-6D6E-4722-9B75-7468AE1E58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Title and bulleted content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5BCD8-5D1C-48DC-A21B-317A0B7D55A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600" y="1714500"/>
            <a:ext cx="10972800" cy="1844608"/>
          </a:xfrm>
        </p:spPr>
        <p:txBody>
          <a:bodyPr/>
          <a:lstStyle>
            <a:lvl1pPr marL="457200" indent="-45720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800100" indent="-34290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1257300" indent="-34290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1657350" indent="-28575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4pPr>
            <a:lvl5pPr marL="2114550" indent="-28575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28ABEB-87DF-4979-B8D5-38D09C158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F68F78D1-9721-044C-B65C-A6FC97994CEC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DE3A9-1F3C-45F4-9F53-543C4B62D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27DE2B-5658-4ECD-9AB5-497E1D05E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81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ECA2-6D6E-4722-9B75-7468AE1E58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Title, subtitle, and content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5BCD8-5D1C-48DC-A21B-317A0B7D55A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600" y="2133600"/>
            <a:ext cx="10972800" cy="2767937"/>
          </a:xfrm>
        </p:spPr>
        <p:txBody>
          <a:bodyPr/>
          <a:lstStyle>
            <a:lvl1pPr marL="0" indent="0">
              <a:spcAft>
                <a:spcPts val="1800"/>
              </a:spcAft>
              <a:buNone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spcAft>
                <a:spcPts val="1800"/>
              </a:spcAft>
              <a:buNone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628650" indent="0">
              <a:spcAft>
                <a:spcPts val="1800"/>
              </a:spcAft>
              <a:buNone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914400" indent="0">
              <a:spcAft>
                <a:spcPts val="1800"/>
              </a:spcAft>
              <a:buNone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4pPr>
            <a:lvl5pPr marL="1143000" indent="0">
              <a:spcAft>
                <a:spcPts val="1800"/>
              </a:spcAft>
              <a:buNone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2CBB3C-A513-466E-B53F-E5E5781263E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455968"/>
            <a:ext cx="10972800" cy="341632"/>
          </a:xfrm>
        </p:spPr>
        <p:txBody>
          <a:bodyPr/>
          <a:lstStyle>
            <a:lvl1pPr marL="0" indent="0">
              <a:buNone/>
              <a:defRPr lang="en-US" sz="1800" b="0" i="0" kern="1200" cap="none" spc="0" baseline="0" dirty="0">
                <a:solidFill>
                  <a:schemeClr val="tx1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Enter subtitle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D2500-AAFD-4464-92DE-45442731C6FD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C4422CFE-CB70-E144-AF43-F0FCE393742F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A7C935-E20D-482F-89A5-4255E88216F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19C1A1-91E5-46D2-97FB-94E48C63B96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057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>
          <p15:clr>
            <a:srgbClr val="9FCC3B"/>
          </p15:clr>
        </p15:guide>
        <p15:guide id="2" orient="horz" pos="1128">
          <p15:clr>
            <a:srgbClr val="9FCC3B"/>
          </p15:clr>
        </p15:guide>
        <p15:guide id="3" orient="horz" pos="1344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and 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ECA2-6D6E-4722-9B75-7468AE1E58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Title, subtitle, and bulleted content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5BCD8-5D1C-48DC-A21B-317A0B7D55A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600" y="1981200"/>
            <a:ext cx="10972800" cy="1844608"/>
          </a:xfrm>
        </p:spPr>
        <p:txBody>
          <a:bodyPr/>
          <a:lstStyle>
            <a:lvl1pPr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4pPr>
            <a:lvl5pPr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C73DDF9C-7004-4F4E-8707-3F8553760CA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457034"/>
            <a:ext cx="10972800" cy="341632"/>
          </a:xfrm>
        </p:spPr>
        <p:txBody>
          <a:bodyPr/>
          <a:lstStyle>
            <a:lvl1pPr marL="0" indent="0">
              <a:buNone/>
              <a:defRPr lang="en-US" sz="1800" b="0" i="0" kern="1200" cap="none" spc="0" baseline="0" dirty="0">
                <a:solidFill>
                  <a:schemeClr val="tx1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Enter subtitle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E9B8C3-36CA-4A97-B3FF-2FCDD97E1A0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F4FC2D43-256D-6645-BCF9-A844B8D70195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EEE534-0361-47D3-8F92-2D7522A226D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4270F7-2BCA-4119-8F34-BD17AB29E14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179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>
          <p15:clr>
            <a:srgbClr val="9FCC3B"/>
          </p15:clr>
        </p15:guide>
        <p15:guide id="2" orient="horz" pos="1128">
          <p15:clr>
            <a:srgbClr val="9FCC3B"/>
          </p15:clr>
        </p15:guide>
        <p15:guide id="3" orient="horz" pos="1248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,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C03484E-63E1-C65B-B9E9-64BEBDE8D89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F8ECA2-6D6E-4722-9B75-7468AE1E58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5334000" cy="97872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solidFill>
                  <a:schemeClr val="bg1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Title, content, and image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5BCD8-5D1C-48DC-A21B-317A0B7D55A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600" y="2171700"/>
            <a:ext cx="5334000" cy="1540935"/>
          </a:xfrm>
        </p:spPr>
        <p:txBody>
          <a:bodyPr/>
          <a:lstStyle>
            <a:lvl1pPr marL="0" indent="0">
              <a:spcAft>
                <a:spcPts val="1800"/>
              </a:spcAft>
              <a:buNone/>
              <a:defRPr sz="2400" b="0" i="0">
                <a:solidFill>
                  <a:schemeClr val="bg1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spcAft>
                <a:spcPts val="1800"/>
              </a:spcAft>
              <a:buNone/>
              <a:defRPr sz="2000" b="0" i="0">
                <a:solidFill>
                  <a:schemeClr val="bg1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628650" indent="0">
              <a:spcAft>
                <a:spcPts val="1800"/>
              </a:spcAft>
              <a:buNone/>
              <a:defRPr sz="1800" b="0" i="0">
                <a:solidFill>
                  <a:schemeClr val="bg1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914400" indent="0">
              <a:spcAft>
                <a:spcPts val="1800"/>
              </a:spcAft>
              <a:buNone/>
              <a:defRPr sz="1600"/>
            </a:lvl4pPr>
            <a:lvl5pPr marL="1143000" indent="0">
              <a:spcAft>
                <a:spcPts val="1800"/>
              </a:spcAft>
              <a:buNone/>
              <a:defRPr sz="1600"/>
            </a:lvl5pPr>
          </a:lstStyle>
          <a:p>
            <a:pPr lvl="0"/>
            <a:r>
              <a:rPr lang="en-US"/>
              <a:t>Enter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3FE715-EC87-4B8E-9C5A-5A9D588BB97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08C0C526-AA41-9246-8D2F-123642CF358A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D5F6CD-847A-4EBE-9BAA-72269373CEE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C972F2-75D0-4C1D-B2C9-D4DDBBA7EBA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F72762-FFD8-44A0-D0C3-72BB36D53F86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bg1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</p:spTree>
    <p:extLst>
      <p:ext uri="{BB962C8B-B14F-4D97-AF65-F5344CB8AC3E}">
        <p14:creationId xmlns:p14="http://schemas.microsoft.com/office/powerpoint/2010/main" val="59282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orient="horz" pos="1368">
          <p15:clr>
            <a:srgbClr val="FBAE40"/>
          </p15:clr>
        </p15:guide>
      </p15:sldGuideLst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, Content,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76996DA-5BE5-07A1-3E6B-5009A6B7A22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F8ECA2-6D6E-4722-9B75-7468AE1E58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5334000" cy="97872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Title, content, and image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5BCD8-5D1C-48DC-A21B-317A0B7D55A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600" y="2171700"/>
            <a:ext cx="5334000" cy="1540935"/>
          </a:xfrm>
        </p:spPr>
        <p:txBody>
          <a:bodyPr/>
          <a:lstStyle>
            <a:lvl1pPr marL="0" indent="0">
              <a:spcAft>
                <a:spcPts val="1800"/>
              </a:spcAft>
              <a:buNone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spcAft>
                <a:spcPts val="1800"/>
              </a:spcAft>
              <a:buNone/>
              <a:defRPr sz="20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628650" indent="0">
              <a:spcAft>
                <a:spcPts val="1800"/>
              </a:spcAft>
              <a:buNone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914400" indent="0">
              <a:spcAft>
                <a:spcPts val="1800"/>
              </a:spcAft>
              <a:buNone/>
              <a:defRPr sz="1600"/>
            </a:lvl4pPr>
            <a:lvl5pPr marL="1143000" indent="0">
              <a:spcAft>
                <a:spcPts val="1800"/>
              </a:spcAft>
              <a:buNone/>
              <a:defRPr sz="1600"/>
            </a:lvl5pPr>
          </a:lstStyle>
          <a:p>
            <a:pPr lvl="0"/>
            <a:r>
              <a:rPr lang="en-US"/>
              <a:t>Enter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3FE715-EC87-4B8E-9C5A-5A9D588BB97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08C0C526-AA41-9246-8D2F-123642CF358A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D5F6CD-847A-4EBE-9BAA-72269373CEE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C972F2-75D0-4C1D-B2C9-D4DDBBA7EBA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4A259B-C4CE-849A-F79A-9E5DAF81688F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1BD7AE4-AC04-819B-6BE0-5525488F82E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8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33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orient="horz" pos="1368">
          <p15:clr>
            <a:srgbClr val="FBAE40"/>
          </p15:clr>
        </p15:guide>
      </p15:sldGuideLst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1A0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3A03B37-6F96-EEE5-6D3D-8FE6A854A4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5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2A4C8A-667C-40C7-9A6D-BA3F977C5F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Two-column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10331E-4F8F-4DEC-91C1-F631560E660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09600" y="1714500"/>
            <a:ext cx="5248274" cy="2574038"/>
          </a:xfrm>
        </p:spPr>
        <p:txBody>
          <a:bodyPr/>
          <a:lstStyle>
            <a:lvl1pPr marL="0" indent="0">
              <a:spcAft>
                <a:spcPts val="1800"/>
              </a:spcAft>
              <a:buNone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spcAft>
                <a:spcPts val="1800"/>
              </a:spcAft>
              <a:buNone/>
              <a:defRPr sz="20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628650" indent="0">
              <a:spcAft>
                <a:spcPts val="1800"/>
              </a:spcAft>
              <a:buNone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9144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4pPr>
            <a:lvl5pPr marL="11430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72257F-5E84-444A-B9C4-CCB856025EB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4125" y="1714499"/>
            <a:ext cx="5248276" cy="2574038"/>
          </a:xfrm>
        </p:spPr>
        <p:txBody>
          <a:bodyPr/>
          <a:lstStyle>
            <a:lvl1pPr marL="0" indent="0">
              <a:spcAft>
                <a:spcPts val="1800"/>
              </a:spcAft>
              <a:buNone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spcAft>
                <a:spcPts val="1800"/>
              </a:spcAft>
              <a:buNone/>
              <a:defRPr sz="20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628650" indent="0">
              <a:spcAft>
                <a:spcPts val="1800"/>
              </a:spcAft>
              <a:buNone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9144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4pPr>
            <a:lvl5pPr marL="11430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8530C4-DC55-4C62-84CC-692229E78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C6CBC29B-2875-A847-90DD-93F5B9D216F5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4B8C68-5C05-4F96-9FF2-B531F83A5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B81369-2E97-4C0B-9762-D765E2837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037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A4C8A-667C-40C7-9A6D-BA3F977C5F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Two-column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10331E-4F8F-4DEC-91C1-F631560E660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09600" y="1714500"/>
            <a:ext cx="5248274" cy="2574038"/>
          </a:xfrm>
        </p:spPr>
        <p:txBody>
          <a:bodyPr/>
          <a:lstStyle>
            <a:lvl1pPr marL="0" indent="0">
              <a:spcAft>
                <a:spcPts val="1800"/>
              </a:spcAft>
              <a:buNone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spcAft>
                <a:spcPts val="1800"/>
              </a:spcAft>
              <a:buNone/>
              <a:defRPr sz="20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628650" indent="0">
              <a:spcAft>
                <a:spcPts val="1800"/>
              </a:spcAft>
              <a:buNone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9144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4pPr>
            <a:lvl5pPr marL="11430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72257F-5E84-444A-B9C4-CCB856025EB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4125" y="1714499"/>
            <a:ext cx="5248276" cy="2574038"/>
          </a:xfrm>
        </p:spPr>
        <p:txBody>
          <a:bodyPr/>
          <a:lstStyle>
            <a:lvl1pPr marL="0" indent="0">
              <a:spcAft>
                <a:spcPts val="1800"/>
              </a:spcAft>
              <a:buNone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spcAft>
                <a:spcPts val="1800"/>
              </a:spcAft>
              <a:buNone/>
              <a:defRPr sz="20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628650" indent="0">
              <a:spcAft>
                <a:spcPts val="1800"/>
              </a:spcAft>
              <a:buNone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9144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4pPr>
            <a:lvl5pPr marL="11430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8530C4-DC55-4C62-84CC-692229E78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C6CBC29B-2875-A847-90DD-93F5B9D216F5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4B8C68-5C05-4F96-9FF2-B531F83A5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B81369-2E97-4C0B-9762-D765E2837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470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D5D51-461F-4BF3-B83C-3319F4FEFF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7577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Two-column layout with subheadings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1CA65A-3F20-4CCD-AE7B-297E975BC0E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9599" y="1743647"/>
            <a:ext cx="5248656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BED614-1324-4FC8-94DC-2BB58446A18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09598" y="2141554"/>
            <a:ext cx="5248656" cy="885371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CE1A54-1330-4A91-B63D-5CFA63F9FFDF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334125" y="1743647"/>
            <a:ext cx="5248656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49DC76-96C3-408F-9627-4D642BE1BDD7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34125" y="2141554"/>
            <a:ext cx="5248656" cy="885371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6D1DC3-FE4E-4BC2-8CA3-4ED12B138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D467C09E-9944-944E-A974-7D6AA4E02B83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4AE993-84F9-4B17-BB98-5AAAFAF3E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2CB0EC-BB93-4417-89BD-8704180EA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418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344">
          <p15:clr>
            <a:srgbClr val="FBAE40"/>
          </p15:clr>
        </p15:guide>
      </p15:sldGuideLst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hree column with sub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D5D51-461F-4BF3-B83C-3319F4FEFF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7577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Three-column layout with subheadings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1CA65A-3F20-4CCD-AE7B-297E975BC0E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9599" y="1743647"/>
            <a:ext cx="3483864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BED614-1324-4FC8-94DC-2BB58446A18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09598" y="2141554"/>
            <a:ext cx="3483864" cy="1134670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CE1A54-1330-4A91-B63D-5CFA63F9FFDF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354068" y="1743647"/>
            <a:ext cx="3483864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49DC76-96C3-408F-9627-4D642BE1BDD7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354067" y="2141554"/>
            <a:ext cx="3483864" cy="1134670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B7A6272-EB3F-49FE-8293-213DA74B26E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98536" y="1743647"/>
            <a:ext cx="3483864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A4C7D216-B044-4089-8FA7-0E2598881E8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098536" y="2141554"/>
            <a:ext cx="3483864" cy="1134670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B58E081-E30E-4521-AEC0-F25E96B2F80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6F02E835-1245-C748-8E9F-651FE6B45587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E5D495B-454B-46AE-A85D-594A0B9FDDC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05D547-F845-48C9-979D-DD2269BB9C80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244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344">
          <p15:clr>
            <a:srgbClr val="FBAE40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 with sub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D5D51-461F-4BF3-B83C-3319F4FEFF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7577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Three-column layout with subheadings and images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1CA65A-3F20-4CCD-AE7B-297E975BC0E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9599" y="3286697"/>
            <a:ext cx="3483864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BED614-1324-4FC8-94DC-2BB58446A18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09598" y="3656030"/>
            <a:ext cx="3483864" cy="885371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CE1A54-1330-4A91-B63D-5CFA63F9FFDF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354068" y="3286697"/>
            <a:ext cx="3483864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49DC76-96C3-408F-9627-4D642BE1BDD7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354067" y="3656030"/>
            <a:ext cx="3483864" cy="885371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B7A6272-EB3F-49FE-8293-213DA74B26E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98536" y="3286697"/>
            <a:ext cx="3483864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A4C7D216-B044-4089-8FA7-0E2598881E8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098536" y="3656030"/>
            <a:ext cx="3483864" cy="885371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FFCFB8E8-C9F0-4143-9378-EA7F6C76665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F96E8718-D810-5D42-BBA7-DBDBA7B074E9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D7D1B458-DF75-45ED-B8CC-69A72676AB03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BB1AFFF-5B96-4371-BCA2-F0CE04ECF7F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E1FED918-02AD-4AE8-80A2-5FBE2CA7CD4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00631" y="1553369"/>
            <a:ext cx="1701800" cy="1481931"/>
          </a:xfrm>
        </p:spPr>
        <p:txBody>
          <a:bodyPr>
            <a:noAutofit/>
          </a:bodyPr>
          <a:lstStyle>
            <a:lvl1pPr marL="0" indent="0">
              <a:buNone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6A07340D-F35E-44B1-83E7-553D9B9F4A1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245099" y="1553369"/>
            <a:ext cx="1701800" cy="1481931"/>
          </a:xfrm>
        </p:spPr>
        <p:txBody>
          <a:bodyPr>
            <a:noAutofit/>
          </a:bodyPr>
          <a:lstStyle>
            <a:lvl1pPr marL="0" indent="0">
              <a:buNone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0E39C743-124E-4ED1-8147-16B673DA194A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989568" y="1553369"/>
            <a:ext cx="1701800" cy="1481931"/>
          </a:xfrm>
        </p:spPr>
        <p:txBody>
          <a:bodyPr>
            <a:noAutofit/>
          </a:bodyPr>
          <a:lstStyle>
            <a:lvl1pPr marL="0" indent="0">
              <a:buNone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</p:spTree>
    <p:extLst>
      <p:ext uri="{BB962C8B-B14F-4D97-AF65-F5344CB8AC3E}">
        <p14:creationId xmlns:p14="http://schemas.microsoft.com/office/powerpoint/2010/main" val="3060452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064">
          <p15:clr>
            <a:srgbClr val="FBAE40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Four column with sub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D5D51-461F-4BF3-B83C-3319F4FEFF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7577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Four-column layout with subheadings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1CA65A-3F20-4CCD-AE7B-297E975BC0E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9599" y="1743647"/>
            <a:ext cx="2377440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BED614-1324-4FC8-94DC-2BB58446A18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09598" y="2141554"/>
            <a:ext cx="2377440" cy="885371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CE1A54-1330-4A91-B63D-5CFA63F9FFDF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474719" y="1743647"/>
            <a:ext cx="2377440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49DC76-96C3-408F-9627-4D642BE1BDD7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3474719" y="2141554"/>
            <a:ext cx="2377440" cy="885371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B7A6272-EB3F-49FE-8293-213DA74B26E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39839" y="1743647"/>
            <a:ext cx="2377440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A4C7D216-B044-4089-8FA7-0E2598881E8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39840" y="2141554"/>
            <a:ext cx="2377440" cy="885371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A70CBA4-9A7C-4AA6-80BD-DA7E39D565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04960" y="1743647"/>
            <a:ext cx="2377440" cy="369332"/>
          </a:xfrm>
        </p:spPr>
        <p:txBody>
          <a:bodyPr anchor="t"/>
          <a:lstStyle>
            <a:lvl1pPr marL="0" indent="0">
              <a:buNone/>
              <a:defRPr sz="2000" b="0" i="0">
                <a:solidFill>
                  <a:schemeClr val="accent1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Enter heading here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188FFD55-A15C-40BB-919A-289EBCA6F22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204960" y="2141554"/>
            <a:ext cx="2377440" cy="885371"/>
          </a:xfrm>
        </p:spPr>
        <p:txBody>
          <a:bodyPr/>
          <a:lstStyle>
            <a:lvl1pPr marL="0" indent="0">
              <a:buNone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628650" indent="0">
              <a:buNone/>
              <a:defRPr sz="1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858838" indent="0">
              <a:buNone/>
              <a:defRPr sz="1200"/>
            </a:lvl4pPr>
            <a:lvl5pPr marL="1030288" indent="0">
              <a:buNone/>
              <a:defRPr sz="1200"/>
            </a:lvl5pPr>
          </a:lstStyle>
          <a:p>
            <a:pPr lvl="0"/>
            <a:r>
              <a:rPr lang="en-US"/>
              <a:t>Enter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DEB3A35-9813-4635-AE9D-3B9F6CA5316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2B958DF5-F549-8B46-95E0-C2CB36033BB5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2617FC00-CD62-4B48-80A6-4E68401E960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1F0D3C1B-0D24-4BCA-810C-31D050008A6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433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344">
          <p15:clr>
            <a:srgbClr val="FBAE40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C643E-9D53-435F-9BF5-216545CC17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7577"/>
            <a:ext cx="10972800" cy="535531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Picture with caption layout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0FD460-44A4-4368-BEE3-4B57384F2D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10300" y="1714501"/>
            <a:ext cx="5372100" cy="4495798"/>
          </a:xfrm>
        </p:spPr>
        <p:txBody>
          <a:bodyPr>
            <a:noAutofit/>
          </a:bodyPr>
          <a:lstStyle>
            <a:lvl1pPr marL="0" indent="0">
              <a:buNone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F8F45C-51B3-4A66-AF8A-1A15D125710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09598" y="1714501"/>
            <a:ext cx="5372101" cy="313932"/>
          </a:xfrm>
        </p:spPr>
        <p:txBody>
          <a:bodyPr/>
          <a:lstStyle>
            <a:lvl1pPr marL="0" indent="0"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Enter descriptive text here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AB3B1C-D783-464F-B951-6F802A18E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96301397-8FE7-FB4B-82EE-58C288712F6D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B0C078-A6D5-4C61-A732-EC72F4B2E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FCB9B7-F1A6-4E7E-9A44-4A1BF91C8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74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Screen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5DE8161-89FB-4C0E-91DC-BB077E8FD54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"/>
            <a:ext cx="12192000" cy="6857998"/>
          </a:xfr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256977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er logo wall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B31D2-1E8A-4798-BD13-0606620FD0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Customer logo wall layout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046C62-58BE-4875-9CF1-988E9FBC80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C3A8789C-A0D1-A74F-A15D-501FE221905E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9F8648-DA5C-4249-B315-5FCC6764F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4976B-D5E7-498C-99B5-7AA17CD10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7C4FF75-DBF1-4846-9B49-7424CC9B81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90841" y="2194560"/>
            <a:ext cx="1828800" cy="1097280"/>
          </a:xfrm>
        </p:spPr>
        <p:txBody>
          <a:bodyPr>
            <a:noAutofit/>
          </a:bodyPr>
          <a:lstStyle>
            <a:lvl1pPr marL="0" indent="0">
              <a:buNone/>
              <a:defRPr sz="11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buNone/>
              <a:defRPr/>
            </a:lvl2pPr>
            <a:lvl3pPr marL="628650" indent="0">
              <a:buNone/>
              <a:defRPr/>
            </a:lvl3pPr>
            <a:lvl4pPr marL="858838" indent="0">
              <a:buNone/>
              <a:defRPr/>
            </a:lvl4pPr>
            <a:lvl5pPr marL="1030288" indent="0">
              <a:buNone/>
              <a:defRPr/>
            </a:lvl5pPr>
          </a:lstStyle>
          <a:p>
            <a:pPr lvl="0"/>
            <a:r>
              <a:rPr lang="en-US"/>
              <a:t>Click photo icon to add logo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AA3F6BBD-CD6D-4350-B54B-BE6A362B5E0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572359" y="2194560"/>
            <a:ext cx="1828800" cy="1097280"/>
          </a:xfrm>
        </p:spPr>
        <p:txBody>
          <a:bodyPr>
            <a:noAutofit/>
          </a:bodyPr>
          <a:lstStyle>
            <a:lvl1pPr marL="0" indent="0">
              <a:buNone/>
              <a:defRPr sz="11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buNone/>
              <a:defRPr/>
            </a:lvl2pPr>
            <a:lvl3pPr marL="628650" indent="0">
              <a:buNone/>
              <a:defRPr/>
            </a:lvl3pPr>
            <a:lvl4pPr marL="858838" indent="0">
              <a:buNone/>
              <a:defRPr/>
            </a:lvl4pPr>
            <a:lvl5pPr marL="1030288" indent="0">
              <a:buNone/>
              <a:defRPr/>
            </a:lvl5pPr>
          </a:lstStyle>
          <a:p>
            <a:pPr lvl="0"/>
            <a:r>
              <a:rPr lang="en-US"/>
              <a:t>Click photo icon to add logo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F03249D0-599C-470C-AF38-A23174D881DA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718014" y="2194560"/>
            <a:ext cx="1828800" cy="1097280"/>
          </a:xfrm>
        </p:spPr>
        <p:txBody>
          <a:bodyPr>
            <a:noAutofit/>
          </a:bodyPr>
          <a:lstStyle>
            <a:lvl1pPr marL="0" indent="0">
              <a:buNone/>
              <a:defRPr sz="11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buNone/>
              <a:defRPr/>
            </a:lvl2pPr>
            <a:lvl3pPr marL="628650" indent="0">
              <a:buNone/>
              <a:defRPr/>
            </a:lvl3pPr>
            <a:lvl4pPr marL="858838" indent="0">
              <a:buNone/>
              <a:defRPr/>
            </a:lvl4pPr>
            <a:lvl5pPr marL="1030288" indent="0">
              <a:buNone/>
              <a:defRPr/>
            </a:lvl5pPr>
          </a:lstStyle>
          <a:p>
            <a:pPr lvl="0"/>
            <a:r>
              <a:rPr lang="en-US"/>
              <a:t>Click photo icon to add logo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494B0474-3C2B-4A1F-847C-77DB62476761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645187" y="2194560"/>
            <a:ext cx="1828800" cy="1097280"/>
          </a:xfrm>
        </p:spPr>
        <p:txBody>
          <a:bodyPr>
            <a:noAutofit/>
          </a:bodyPr>
          <a:lstStyle>
            <a:lvl1pPr marL="0" indent="0">
              <a:buNone/>
              <a:defRPr sz="11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buNone/>
              <a:defRPr/>
            </a:lvl2pPr>
            <a:lvl3pPr marL="628650" indent="0">
              <a:buNone/>
              <a:defRPr/>
            </a:lvl3pPr>
            <a:lvl4pPr marL="858838" indent="0">
              <a:buNone/>
              <a:defRPr/>
            </a:lvl4pPr>
            <a:lvl5pPr marL="1030288" indent="0">
              <a:buNone/>
              <a:defRPr/>
            </a:lvl5pPr>
          </a:lstStyle>
          <a:p>
            <a:pPr lvl="0"/>
            <a:r>
              <a:rPr lang="en-US"/>
              <a:t>Click photo icon to add logo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B3D3A2C-F2FE-4E58-9179-32ACA63A87E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90841" y="4059936"/>
            <a:ext cx="1828800" cy="1097280"/>
          </a:xfrm>
        </p:spPr>
        <p:txBody>
          <a:bodyPr>
            <a:noAutofit/>
          </a:bodyPr>
          <a:lstStyle>
            <a:lvl1pPr marL="0" indent="0">
              <a:buNone/>
              <a:defRPr sz="11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buNone/>
              <a:defRPr/>
            </a:lvl2pPr>
            <a:lvl3pPr marL="628650" indent="0">
              <a:buNone/>
              <a:defRPr/>
            </a:lvl3pPr>
            <a:lvl4pPr marL="858838" indent="0">
              <a:buNone/>
              <a:defRPr/>
            </a:lvl4pPr>
            <a:lvl5pPr marL="1030288" indent="0">
              <a:buNone/>
              <a:defRPr/>
            </a:lvl5pPr>
          </a:lstStyle>
          <a:p>
            <a:pPr lvl="0"/>
            <a:r>
              <a:rPr lang="en-US"/>
              <a:t>Click photo icon to add logo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D9DA6D6E-7CB2-43EC-A618-77FD5AC6869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9572359" y="4059936"/>
            <a:ext cx="1828800" cy="1097280"/>
          </a:xfrm>
        </p:spPr>
        <p:txBody>
          <a:bodyPr>
            <a:noAutofit/>
          </a:bodyPr>
          <a:lstStyle>
            <a:lvl1pPr marL="0" indent="0">
              <a:buNone/>
              <a:defRPr sz="11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buNone/>
              <a:defRPr/>
            </a:lvl2pPr>
            <a:lvl3pPr marL="628650" indent="0">
              <a:buNone/>
              <a:defRPr/>
            </a:lvl3pPr>
            <a:lvl4pPr marL="858838" indent="0">
              <a:buNone/>
              <a:defRPr/>
            </a:lvl4pPr>
            <a:lvl5pPr marL="1030288" indent="0">
              <a:buNone/>
              <a:defRPr/>
            </a:lvl5pPr>
          </a:lstStyle>
          <a:p>
            <a:pPr lvl="0"/>
            <a:r>
              <a:rPr lang="en-US"/>
              <a:t>Click photo icon to add logo</a:t>
            </a:r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DD3BB708-38D6-4216-8681-62B5B1293221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3718014" y="4059936"/>
            <a:ext cx="1828800" cy="1097280"/>
          </a:xfrm>
        </p:spPr>
        <p:txBody>
          <a:bodyPr>
            <a:noAutofit/>
          </a:bodyPr>
          <a:lstStyle>
            <a:lvl1pPr marL="0" indent="0">
              <a:buNone/>
              <a:defRPr sz="11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buNone/>
              <a:defRPr/>
            </a:lvl2pPr>
            <a:lvl3pPr marL="628650" indent="0">
              <a:buNone/>
              <a:defRPr/>
            </a:lvl3pPr>
            <a:lvl4pPr marL="858838" indent="0">
              <a:buNone/>
              <a:defRPr/>
            </a:lvl4pPr>
            <a:lvl5pPr marL="1030288" indent="0">
              <a:buNone/>
              <a:defRPr/>
            </a:lvl5pPr>
          </a:lstStyle>
          <a:p>
            <a:pPr lvl="0"/>
            <a:r>
              <a:rPr lang="en-US"/>
              <a:t>Click photo icon to add logo</a:t>
            </a:r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D95B1CF7-30AD-446D-BB48-437779BB20A2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645187" y="4059936"/>
            <a:ext cx="1828800" cy="1097280"/>
          </a:xfrm>
        </p:spPr>
        <p:txBody>
          <a:bodyPr>
            <a:noAutofit/>
          </a:bodyPr>
          <a:lstStyle>
            <a:lvl1pPr marL="0" indent="0">
              <a:buNone/>
              <a:defRPr sz="11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buNone/>
              <a:defRPr/>
            </a:lvl2pPr>
            <a:lvl3pPr marL="628650" indent="0">
              <a:buNone/>
              <a:defRPr/>
            </a:lvl3pPr>
            <a:lvl4pPr marL="858838" indent="0">
              <a:buNone/>
              <a:defRPr/>
            </a:lvl4pPr>
            <a:lvl5pPr marL="1030288" indent="0">
              <a:buNone/>
              <a:defRPr/>
            </a:lvl5pPr>
          </a:lstStyle>
          <a:p>
            <a:pPr lvl="0"/>
            <a:r>
              <a:rPr lang="en-US"/>
              <a:t>Click photo icon to add logo</a:t>
            </a:r>
          </a:p>
        </p:txBody>
      </p:sp>
    </p:spTree>
    <p:extLst>
      <p:ext uri="{BB962C8B-B14F-4D97-AF65-F5344CB8AC3E}">
        <p14:creationId xmlns:p14="http://schemas.microsoft.com/office/powerpoint/2010/main" val="3884084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A4C8A-667C-40C7-9A6D-BA3F977C5F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2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Two-column with bullets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10331E-4F8F-4DEC-91C1-F631560E660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09600" y="1714500"/>
            <a:ext cx="5248274" cy="1983107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800100" indent="-342900">
              <a:buFont typeface="Arial" panose="020B0604020202020204" pitchFamily="34" charset="0"/>
              <a:buChar char="•"/>
              <a:defRPr sz="20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1657350" indent="-285750">
              <a:buFont typeface="Arial" panose="020B0604020202020204" pitchFamily="34" charset="0"/>
              <a:buChar char="•"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4pPr>
            <a:lvl5pPr marL="2114550" indent="-285750">
              <a:buFont typeface="Arial" panose="020B0604020202020204" pitchFamily="34" charset="0"/>
              <a:buChar char="•"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72257F-5E84-444A-B9C4-CCB856025EB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4125" y="1714500"/>
            <a:ext cx="5248276" cy="1983107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800100" indent="-342900">
              <a:buFont typeface="Arial" panose="020B0604020202020204" pitchFamily="34" charset="0"/>
              <a:buChar char="•"/>
              <a:defRPr sz="20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1657350" indent="-285750">
              <a:buFont typeface="Arial" panose="020B0604020202020204" pitchFamily="34" charset="0"/>
              <a:buChar char="•"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4pPr>
            <a:lvl5pPr marL="2114550" indent="-285750">
              <a:buFont typeface="Arial" panose="020B0604020202020204" pitchFamily="34" charset="0"/>
              <a:buChar char="•"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285F99-D5A6-480F-A674-A76B91945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9C031CC3-E800-D94E-ACE2-59E99B1146F6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6AC62E-3DD2-43DB-9AAA-009DDB88F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B9EF5C-832F-4F15-B95C-60157E7BD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6030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A4C8A-667C-40C7-9A6D-BA3F977C5F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Two-column with subtitle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10331E-4F8F-4DEC-91C1-F631560E660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09600" y="2133600"/>
            <a:ext cx="5248274" cy="2574038"/>
          </a:xfrm>
        </p:spPr>
        <p:txBody>
          <a:bodyPr/>
          <a:lstStyle>
            <a:lvl1pPr marL="0" indent="0">
              <a:spcAft>
                <a:spcPts val="1800"/>
              </a:spcAft>
              <a:buNone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spcAft>
                <a:spcPts val="1800"/>
              </a:spcAft>
              <a:buNone/>
              <a:defRPr sz="20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628650" indent="0">
              <a:spcAft>
                <a:spcPts val="1800"/>
              </a:spcAft>
              <a:buNone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9144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4pPr>
            <a:lvl5pPr marL="11430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72257F-5E84-444A-B9C4-CCB856025EB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4125" y="2133598"/>
            <a:ext cx="5248276" cy="2574038"/>
          </a:xfrm>
        </p:spPr>
        <p:txBody>
          <a:bodyPr/>
          <a:lstStyle>
            <a:lvl1pPr marL="0" indent="0">
              <a:spcAft>
                <a:spcPts val="1800"/>
              </a:spcAft>
              <a:buNone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85750" indent="0">
              <a:spcAft>
                <a:spcPts val="1800"/>
              </a:spcAft>
              <a:buNone/>
              <a:defRPr sz="20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628650" indent="0">
              <a:spcAft>
                <a:spcPts val="1800"/>
              </a:spcAft>
              <a:buNone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9144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4pPr>
            <a:lvl5pPr marL="1143000" indent="0">
              <a:spcAft>
                <a:spcPts val="1800"/>
              </a:spcAft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9D7037-6014-41C7-AAA4-041F7B6E51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1455968"/>
            <a:ext cx="10972800" cy="341632"/>
          </a:xfrm>
        </p:spPr>
        <p:txBody>
          <a:bodyPr/>
          <a:lstStyle>
            <a:lvl1pPr marL="0" indent="0">
              <a:buNone/>
              <a:defRPr lang="en-US" sz="1800" b="0" i="0" kern="1200" cap="none" spc="0" baseline="0" dirty="0">
                <a:solidFill>
                  <a:schemeClr val="tx1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Enter subtitle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7882DCB-3FBB-4107-96D9-358054987DA9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344B5C68-7AAF-714C-BA5C-79EE2A2BF521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E50B923-C7E4-4160-8DCE-6199F6C430E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778C9A-1C98-4EC3-A992-895A3DF0E69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554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840">
          <p15:clr>
            <a:srgbClr val="9FCC3B"/>
          </p15:clr>
        </p15:guide>
        <p15:guide id="3" orient="horz" pos="1128">
          <p15:clr>
            <a:srgbClr val="9FCC3B"/>
          </p15:clr>
        </p15:guide>
        <p15:guide id="4" orient="horz" pos="1344">
          <p15:clr>
            <a:srgbClr val="FBAE40"/>
          </p15:clr>
        </p15:guide>
      </p15:sldGuideLst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, Subtitle,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A4C8A-667C-40C7-9A6D-BA3F977C5F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Two-column, subtitle, bullets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10331E-4F8F-4DEC-91C1-F631560E660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09600" y="2133601"/>
            <a:ext cx="5248274" cy="1983107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800100" indent="-342900">
              <a:buFont typeface="Arial" panose="020B0604020202020204" pitchFamily="34" charset="0"/>
              <a:buChar char="•"/>
              <a:defRPr sz="20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1657350" indent="-285750">
              <a:buFont typeface="Arial" panose="020B0604020202020204" pitchFamily="34" charset="0"/>
              <a:buChar char="•"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4pPr>
            <a:lvl5pPr marL="2114550" indent="-285750">
              <a:buFont typeface="Arial" panose="020B0604020202020204" pitchFamily="34" charset="0"/>
              <a:buChar char="•"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72257F-5E84-444A-B9C4-CCB856025EB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4125" y="2133600"/>
            <a:ext cx="5248276" cy="1983107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800100" indent="-342900">
              <a:buFont typeface="Arial" panose="020B0604020202020204" pitchFamily="34" charset="0"/>
              <a:buChar char="•"/>
              <a:defRPr sz="20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1657350" indent="-285750">
              <a:buFont typeface="Arial" panose="020B0604020202020204" pitchFamily="34" charset="0"/>
              <a:buChar char="•"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4pPr>
            <a:lvl5pPr marL="2114550" indent="-285750">
              <a:buFont typeface="Arial" panose="020B0604020202020204" pitchFamily="34" charset="0"/>
              <a:buChar char="•"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48919E-8A8C-4C90-854E-20FDD2FCCD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1455968"/>
            <a:ext cx="10972800" cy="341632"/>
          </a:xfrm>
        </p:spPr>
        <p:txBody>
          <a:bodyPr/>
          <a:lstStyle>
            <a:lvl1pPr marL="0" indent="0">
              <a:buNone/>
              <a:defRPr lang="en-US" sz="1800" b="0" i="0" kern="1200" cap="none" spc="0" baseline="0" dirty="0">
                <a:solidFill>
                  <a:schemeClr val="tx1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Enter subtitle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FEA9DE9-1720-43CB-BEB4-4A471EA86C1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122D055C-F955-814B-8E36-6633B2B2BF72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644196F-CE34-473D-A802-821F7968F21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F4E16D6-76D0-4B95-931F-9F32F34A84E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691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840">
          <p15:clr>
            <a:srgbClr val="9FCC3B"/>
          </p15:clr>
        </p15:guide>
        <p15:guide id="3" orient="horz" pos="1128">
          <p15:clr>
            <a:srgbClr val="9FCC3B"/>
          </p15:clr>
        </p15:guide>
        <p15:guide id="4" orient="horz" pos="1344">
          <p15:clr>
            <a:srgbClr val="FBAE40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1763FF7-5605-71F8-6697-EB254219C7B0}"/>
              </a:ext>
            </a:extLst>
          </p:cNvPr>
          <p:cNvSpPr/>
          <p:nvPr userDrawn="1"/>
        </p:nvSpPr>
        <p:spPr>
          <a:xfrm>
            <a:off x="512957" y="501806"/>
            <a:ext cx="11240428" cy="5708494"/>
          </a:xfrm>
          <a:prstGeom prst="roundRect">
            <a:avLst>
              <a:gd name="adj" fmla="val 1532"/>
            </a:avLst>
          </a:prstGeom>
          <a:solidFill>
            <a:srgbClr val="1D26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US" b="0" i="0" err="1">
              <a:solidFill>
                <a:schemeClr val="tx1"/>
              </a:solidFill>
              <a:latin typeface="Amazon Ember Display" panose="020F0603020204020204" pitchFamily="34" charset="0"/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CC38951-92FB-41A4-A9D4-F3B7D3577E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40082" y="4127500"/>
            <a:ext cx="8067261" cy="369332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20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Quoted person’s name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C436BC0-B224-4E6F-99AF-155A3657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40082" y="4496832"/>
            <a:ext cx="8067261" cy="313932"/>
          </a:xfrm>
        </p:spPr>
        <p:txBody>
          <a:bodyPr/>
          <a:lstStyle>
            <a:lvl1pPr marL="0" indent="0"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Quoted person’s affiliation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1DEF90-4BC7-4449-B8ED-B9BEFD74704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82BEA218-CD6F-B44E-B26C-C64BF244E0F0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0F1DAA-08EC-40A3-9CC6-57B8099A6FAA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D867C9-C0CC-45E6-BDB6-5AAA8DF8A9C3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9B32C00-084F-28C0-BB8F-C28174CF1C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928" y="1942480"/>
            <a:ext cx="398998" cy="338709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B57A2FB6-579C-8BDA-C03C-733FDD502C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40082" y="1975199"/>
            <a:ext cx="8067261" cy="1920526"/>
          </a:xfrm>
          <a:prstGeom prst="rect">
            <a:avLst/>
          </a:prstGeom>
        </p:spPr>
        <p:txBody>
          <a:bodyPr anchor="b" anchorCtr="0"/>
          <a:lstStyle>
            <a:lvl1pPr>
              <a:defRPr sz="4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quote here. Reposition quote mark graphics to frame the quote.</a:t>
            </a:r>
          </a:p>
        </p:txBody>
      </p:sp>
    </p:spTree>
    <p:extLst>
      <p:ext uri="{BB962C8B-B14F-4D97-AF65-F5344CB8AC3E}">
        <p14:creationId xmlns:p14="http://schemas.microsoft.com/office/powerpoint/2010/main" val="1003821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464" userDrawn="1">
          <p15:clr>
            <a:srgbClr val="FBAE40"/>
          </p15:clr>
        </p15:guide>
        <p15:guide id="2" orient="horz" pos="2592">
          <p15:clr>
            <a:srgbClr val="FBAE40"/>
          </p15:clr>
        </p15:guide>
      </p15:sldGuideLst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Gradi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E5C7669-14A6-5D54-857D-1FADC64750D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CC38951-92FB-41A4-A9D4-F3B7D3577E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40082" y="4127500"/>
            <a:ext cx="8067261" cy="369332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20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Quoted person’s name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C436BC0-B224-4E6F-99AF-155A3657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40082" y="4496832"/>
            <a:ext cx="8067261" cy="313932"/>
          </a:xfrm>
        </p:spPr>
        <p:txBody>
          <a:bodyPr/>
          <a:lstStyle>
            <a:lvl1pPr marL="0" indent="0"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Quoted person’s affiliation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1DEF90-4BC7-4449-B8ED-B9BEFD74704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82BEA218-CD6F-B44E-B26C-C64BF244E0F0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0F1DAA-08EC-40A3-9CC6-57B8099A6FAA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D867C9-C0CC-45E6-BDB6-5AAA8DF8A9C3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9F35CF-0293-AD03-12BE-0AD2771A7530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20B9D2A-5256-0C86-DBF9-819E149FDD5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883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F237FD4-93CF-BE6F-8A01-F39EF1E259E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928" y="1942480"/>
            <a:ext cx="398997" cy="338709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74CEA261-0749-39A4-C724-57029DDE91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40082" y="1975199"/>
            <a:ext cx="8067261" cy="1920526"/>
          </a:xfrm>
          <a:prstGeom prst="rect">
            <a:avLst/>
          </a:prstGeom>
        </p:spPr>
        <p:txBody>
          <a:bodyPr anchor="b" anchorCtr="0"/>
          <a:lstStyle>
            <a:lvl1pPr>
              <a:defRPr sz="4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quote here. Reposition quote mark graphics to frame the quote.</a:t>
            </a:r>
          </a:p>
        </p:txBody>
      </p:sp>
    </p:spTree>
    <p:extLst>
      <p:ext uri="{BB962C8B-B14F-4D97-AF65-F5344CB8AC3E}">
        <p14:creationId xmlns:p14="http://schemas.microsoft.com/office/powerpoint/2010/main" val="717207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248">
          <p15:clr>
            <a:srgbClr val="FBAE40"/>
          </p15:clr>
        </p15:guide>
        <p15:guide id="2" orient="horz" pos="2592">
          <p15:clr>
            <a:srgbClr val="FBAE4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F8D0445-6250-D8A7-DA99-8E3E6B1939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117ECE-DA96-4373-B8B2-4E847C5ACB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40082" y="1975199"/>
            <a:ext cx="8067261" cy="1920526"/>
          </a:xfrm>
          <a:prstGeom prst="rect">
            <a:avLst/>
          </a:prstGeom>
        </p:spPr>
        <p:txBody>
          <a:bodyPr anchor="b" anchorCtr="0"/>
          <a:lstStyle>
            <a:lvl1pPr>
              <a:defRPr sz="4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quote here. Reposition quote mark graphics to frame the quote.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CC38951-92FB-41A4-A9D4-F3B7D3577E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40082" y="4127500"/>
            <a:ext cx="8067261" cy="369332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20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Quoted person’s name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C436BC0-B224-4E6F-99AF-155A3657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40082" y="4496832"/>
            <a:ext cx="8067261" cy="313932"/>
          </a:xfrm>
        </p:spPr>
        <p:txBody>
          <a:bodyPr/>
          <a:lstStyle>
            <a:lvl1pPr marL="0" indent="0"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Quoted person’s affiliation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1DEF90-4BC7-4449-B8ED-B9BEFD74704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82BEA218-CD6F-B44E-B26C-C64BF244E0F0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0F1DAA-08EC-40A3-9CC6-57B8099A6FAA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D867C9-C0CC-45E6-BDB6-5AAA8DF8A9C3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FA2AE2-2071-6FBA-C0DF-DC91D9C45E81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216E5BB-D7F1-57B7-F47C-38FAC1D8C9F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88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BE8694-CEBE-FC6B-2826-A3C160A8106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928" y="1942480"/>
            <a:ext cx="398997" cy="338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478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248">
          <p15:clr>
            <a:srgbClr val="FBAE40"/>
          </p15:clr>
        </p15:guide>
        <p15:guide id="2" orient="horz" pos="2592">
          <p15:clr>
            <a:srgbClr val="FBAE4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Gradi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5B3E4E87-E0BD-16D9-98F9-BB7B231C4B2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CC38951-92FB-41A4-A9D4-F3B7D3577E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40082" y="4127500"/>
            <a:ext cx="8067261" cy="369332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20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Quoted person’s name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C436BC0-B224-4E6F-99AF-155A3657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40082" y="4496832"/>
            <a:ext cx="8067261" cy="313932"/>
          </a:xfrm>
        </p:spPr>
        <p:txBody>
          <a:bodyPr/>
          <a:lstStyle>
            <a:lvl1pPr marL="0" indent="0"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Quoted person’s affiliation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1DEF90-4BC7-4449-B8ED-B9BEFD74704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82BEA218-CD6F-B44E-B26C-C64BF244E0F0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0F1DAA-08EC-40A3-9CC6-57B8099A6FAA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D867C9-C0CC-45E6-BDB6-5AAA8DF8A9C3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74E9CC-3075-EE68-DD01-BF810D0A2E59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C7AAD79-AAE6-EC0F-FBB1-3EC2FA0CE8B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88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52BD0C7-FA87-6543-491D-C8D901F52BA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928" y="1942480"/>
            <a:ext cx="398998" cy="338709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41DB773A-50B4-2838-9D40-23B240064E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40082" y="1975199"/>
            <a:ext cx="8067261" cy="1920526"/>
          </a:xfrm>
          <a:prstGeom prst="rect">
            <a:avLst/>
          </a:prstGeom>
        </p:spPr>
        <p:txBody>
          <a:bodyPr anchor="b" anchorCtr="0"/>
          <a:lstStyle>
            <a:lvl1pPr>
              <a:defRPr sz="4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quote here. Reposition quote mark graphics to frame the quote.</a:t>
            </a:r>
          </a:p>
        </p:txBody>
      </p:sp>
    </p:spTree>
    <p:extLst>
      <p:ext uri="{BB962C8B-B14F-4D97-AF65-F5344CB8AC3E}">
        <p14:creationId xmlns:p14="http://schemas.microsoft.com/office/powerpoint/2010/main" val="1592245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248">
          <p15:clr>
            <a:srgbClr val="FBAE40"/>
          </p15:clr>
        </p15:guide>
        <p15:guide id="2" orient="horz" pos="2592">
          <p15:clr>
            <a:srgbClr val="FBAE40"/>
          </p15:clr>
        </p15:guide>
      </p15:sldGuideLst>
    </p:ext>
  </p:extLst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54A48E-55BF-C7C1-29F2-A6FC948011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Section layout: Enter section name here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5053DED-8B0A-4549-8967-4B01D5F3B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504A1AE1-7907-F24D-8677-0B8F5F67234B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4D5AC-C55E-442D-A261-2526AFE66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BE13C20-A770-495A-BA36-0CE111A91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D8B1BE-F62C-9842-9FF0-A53695D03916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116990-AF13-5F3A-8ED1-EFBA643490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8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841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4046E6-CE12-7F6E-8811-7DF794DE7D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Section layout: Enter section name here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5053DED-8B0A-4549-8967-4B01D5F3B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504A1AE1-7907-F24D-8677-0B8F5F67234B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4D5AC-C55E-442D-A261-2526AFE66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BE13C20-A770-495A-BA36-0CE111A91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solidFill>
                  <a:schemeClr val="tx1"/>
                </a:solidFill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CECC62-1D56-92A3-418D-0EC34FDA9B78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9B369C-4812-6B2A-CCF0-6346B4600A5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8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12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4D5A327-DE22-15C5-BDAA-59E2DD0AB5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Section layout: Enter section name here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5053DED-8B0A-4549-8967-4B01D5F3B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504A1AE1-7907-F24D-8677-0B8F5F67234B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4D5AC-C55E-442D-A261-2526AFE66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BE13C20-A770-495A-BA36-0CE111A91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solidFill>
                  <a:schemeClr val="tx1"/>
                </a:solidFill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6FE5FF-6177-0943-300C-32D19148D86C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45EC76-5973-D100-2A27-71BAEC1CC4D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8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085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ECA2-6D6E-4722-9B75-7468AE1E58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Code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5BCD8-5D1C-48DC-A21B-317A0B7D55A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600" y="1714500"/>
            <a:ext cx="10972800" cy="1903085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286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4572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6858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4pPr>
            <a:lvl5pPr marL="9144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Type or paste plain-text code here; or click icon to add image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09EAB3-8007-4FDC-BADB-BADCE0CE1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14000039-AC38-8C4D-BBF6-A4179217D919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375AEC-53B6-4043-9677-30AD83B0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F51AD4-FDAE-4E07-B685-874180F10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745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de -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A4C8A-667C-40C7-9A6D-BA3F977C5F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Two-column code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10331E-4F8F-4DEC-91C1-F631560E660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09600" y="1714500"/>
            <a:ext cx="5248274" cy="1903085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286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4572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6858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4pPr>
            <a:lvl5pPr marL="9144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code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72257F-5E84-444A-B9C4-CCB856025EB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4125" y="1714500"/>
            <a:ext cx="5248276" cy="1903085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2286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4572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6858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4pPr>
            <a:lvl5pPr marL="914400" indent="0">
              <a:spcAft>
                <a:spcPts val="600"/>
              </a:spcAft>
              <a:buNone/>
              <a:defRPr sz="1800" b="0" i="0">
                <a:latin typeface="Amazon Ember Mono" panose="020B0509020204020204" pitchFamily="49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Enter code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810155-AFE0-49FD-8E9F-C55D66232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BA838F1F-E927-864D-8933-A87A9B46D340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9A757A-A572-48F6-B0E7-EBDAFBA59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BBE49C-423E-451A-A0D2-7D73F2531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192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90820-803B-4C55-BA9E-AE3223753E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56" y="3226552"/>
            <a:ext cx="6823869" cy="750238"/>
          </a:xfrm>
          <a:prstGeom prst="rect">
            <a:avLst/>
          </a:prstGeom>
        </p:spPr>
        <p:txBody>
          <a:bodyPr/>
          <a:lstStyle>
            <a:lvl1pPr>
              <a:defRPr sz="2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Enter subtitle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841FE7-5B7D-4299-B262-F8E574B5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F5CD9E88-8D52-D44B-9301-05276D5B5248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8617C0-A817-49E3-9857-07752AB40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B99A66-7F1A-495E-B008-D2DB34B05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F7951E-E6AB-4553-9142-A91D5BC58C21}"/>
              </a:ext>
            </a:extLst>
          </p:cNvPr>
          <p:cNvSpPr txBox="1"/>
          <p:nvPr userDrawn="1"/>
        </p:nvSpPr>
        <p:spPr>
          <a:xfrm>
            <a:off x="609599" y="2428875"/>
            <a:ext cx="6867525" cy="955666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11054065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Demo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73436"/>
            <a:ext cx="7823200" cy="1311128"/>
          </a:xfrm>
          <a:prstGeom prst="rect">
            <a:avLst/>
          </a:prstGeom>
        </p:spPr>
        <p:txBody>
          <a:bodyPr anchor="ctr" anchorCtr="0"/>
          <a:lstStyle>
            <a:lvl1pPr>
              <a:defRPr sz="4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Video or demo divider: Enter “Video” or “Demo” here</a:t>
            </a:r>
          </a:p>
        </p:txBody>
      </p:sp>
    </p:spTree>
    <p:extLst>
      <p:ext uri="{BB962C8B-B14F-4D97-AF65-F5344CB8AC3E}">
        <p14:creationId xmlns:p14="http://schemas.microsoft.com/office/powerpoint/2010/main" val="27066053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C300D94-E16B-4268-9D8D-053D71D5DC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94672" y="2327672"/>
            <a:ext cx="2202656" cy="2202656"/>
          </a:xfrm>
          <a:prstGeom prst="rect">
            <a:avLst/>
          </a:prstGeom>
        </p:spPr>
      </p:pic>
      <p:sp>
        <p:nvSpPr>
          <p:cNvPr id="7" name="Media Placeholder 6">
            <a:extLst>
              <a:ext uri="{FF2B5EF4-FFF2-40B4-BE49-F238E27FC236}">
                <a16:creationId xmlns:a16="http://schemas.microsoft.com/office/drawing/2014/main" id="{6100FBD5-D226-4B79-8009-A3AA42458FC8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lIns="548640" anchor="ctr">
            <a:noAutofit/>
          </a:bodyPr>
          <a:lstStyle>
            <a:lvl1pPr marL="0" indent="0" algn="ctr">
              <a:buNone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Click icon to add media</a:t>
            </a:r>
          </a:p>
        </p:txBody>
      </p:sp>
    </p:spTree>
    <p:extLst>
      <p:ext uri="{BB962C8B-B14F-4D97-AF65-F5344CB8AC3E}">
        <p14:creationId xmlns:p14="http://schemas.microsoft.com/office/powerpoint/2010/main" val="1009118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1A51E-0F08-4B7B-9A9F-00CF3AA310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262" y="914401"/>
            <a:ext cx="10972800" cy="646331"/>
          </a:xfrm>
          <a:prstGeom prst="rect">
            <a:avLst/>
          </a:prstGeom>
        </p:spPr>
        <p:txBody>
          <a:bodyPr anchor="t" anchorCtr="0">
            <a:norm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Content with caption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F6EECF-7227-4AD4-BC6B-F6715716A80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10300" y="1714501"/>
            <a:ext cx="5372100" cy="2232406"/>
          </a:xfrm>
        </p:spPr>
        <p:txBody>
          <a:bodyPr/>
          <a:lstStyle>
            <a:lvl1pPr marL="457200" indent="-457200">
              <a:buFont typeface="Arial" panose="020B0604020202020204" pitchFamily="34" charset="0"/>
              <a:buChar char="•"/>
              <a:defRPr sz="2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800100" indent="-342900">
              <a:buFont typeface="Arial" panose="020B0604020202020204" pitchFamily="34" charset="0"/>
              <a:buChar char="•"/>
              <a:defRPr sz="24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1257300" indent="-342900">
              <a:buFont typeface="Arial" panose="020B0604020202020204" pitchFamily="34" charset="0"/>
              <a:buChar char="•"/>
              <a:defRPr sz="20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1657350" indent="-285750">
              <a:buFont typeface="Arial" panose="020B0604020202020204" pitchFamily="34" charset="0"/>
              <a:buChar char="•"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4pPr>
            <a:lvl5pPr marL="2114550" indent="-285750">
              <a:buFont typeface="Arial" panose="020B0604020202020204" pitchFamily="34" charset="0"/>
              <a:buChar char="•"/>
              <a:defRPr sz="18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Enter text or click icon to add media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0C0C8A-CCAE-4B98-91F0-838AA4F55C8F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09598" y="1725611"/>
            <a:ext cx="5372101" cy="313932"/>
          </a:xfrm>
        </p:spPr>
        <p:txBody>
          <a:bodyPr/>
          <a:lstStyle>
            <a:lvl1pPr marL="0" indent="0">
              <a:buNone/>
              <a:defRPr sz="1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Enter descriptive text here</a:t>
            </a:r>
          </a:p>
        </p:txBody>
      </p:sp>
    </p:spTree>
    <p:extLst>
      <p:ext uri="{BB962C8B-B14F-4D97-AF65-F5344CB8AC3E}">
        <p14:creationId xmlns:p14="http://schemas.microsoft.com/office/powerpoint/2010/main" val="1279150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B9EFE0-8E44-C90C-B937-EC90601AF0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FFA190-394C-4586-A84A-BA2A677030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82D70F-F9C4-4C4C-A916-589EA4438C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contact info (email or socials)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93A1250-E885-4935-B98D-9C62E4E5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7E9957-AB07-4CE6-BD9E-3631EF6ED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contact info (email or socials)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064B62F-5416-46A2-BBC6-945C362C63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BBE44B1-E140-4E35-AF0B-41A3CDA5C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contact info (email or socials)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EBFA3-8C5E-448A-B03D-8DAAEBB407B0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991574-CEFD-26D9-588F-1C0FFBCDA2F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2686" y="5616413"/>
            <a:ext cx="979714" cy="5861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A8C7E34-CF30-2AED-4C9C-32CE310B5A51}"/>
              </a:ext>
            </a:extLst>
          </p:cNvPr>
          <p:cNvSpPr txBox="1"/>
          <p:nvPr userDrawn="1"/>
        </p:nvSpPr>
        <p:spPr>
          <a:xfrm>
            <a:off x="527767" y="6017899"/>
            <a:ext cx="397737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</p:spTree>
    <p:extLst>
      <p:ext uri="{BB962C8B-B14F-4D97-AF65-F5344CB8AC3E}">
        <p14:creationId xmlns:p14="http://schemas.microsoft.com/office/powerpoint/2010/main" val="15804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92306B6-0447-DE92-96EA-90340D62C6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F4CEAE59-88AB-067D-8305-5D60E5C0CC9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7ED4E7E8-6939-47DD-F50C-1BE8D7C7AB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contact info (email or socials)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B0E08B7E-513C-0B0B-9DC0-33A10068E81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21EF1BFC-F8EA-31FF-2ECB-6FE640057D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contact info (email or socials)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BCF5D785-7779-B4A7-1593-D9E4005D418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6C67EAE0-22D8-7774-6075-2E7C8D3579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contact info (email or socials)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B073B14-3FCE-9EBE-8EF4-076D31F5D3A9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64E461-542C-9DF0-B91E-B36341643F32}"/>
              </a:ext>
            </a:extLst>
          </p:cNvPr>
          <p:cNvSpPr txBox="1"/>
          <p:nvPr userDrawn="1"/>
        </p:nvSpPr>
        <p:spPr>
          <a:xfrm>
            <a:off x="-1352550" y="3771900"/>
            <a:ext cx="65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endParaRPr lang="en-US" b="0" i="0" err="1">
              <a:latin typeface="Amazon Ember Display" panose="020F0603020204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3BB739-DBCB-A674-9F3C-97310C1F9F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2686" y="5616413"/>
            <a:ext cx="979714" cy="58615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A7816D4-9E22-E961-B267-8DCA00D5E0AD}"/>
              </a:ext>
            </a:extLst>
          </p:cNvPr>
          <p:cNvSpPr txBox="1"/>
          <p:nvPr userDrawn="1"/>
        </p:nvSpPr>
        <p:spPr>
          <a:xfrm>
            <a:off x="527767" y="6017899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</p:spTree>
    <p:extLst>
      <p:ext uri="{BB962C8B-B14F-4D97-AF65-F5344CB8AC3E}">
        <p14:creationId xmlns:p14="http://schemas.microsoft.com/office/powerpoint/2010/main" val="339859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FB132DE-7B4D-84B4-29EF-A28CEB1958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618CA2-623A-29DB-A6D4-EB10D6D59A2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2686" y="5616413"/>
            <a:ext cx="979714" cy="586152"/>
          </a:xfrm>
          <a:prstGeom prst="rect">
            <a:avLst/>
          </a:prstGeom>
        </p:spPr>
      </p:pic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C3E01366-E822-32FE-65C0-B3B4125945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1E78FCF9-F25E-3767-EB4A-8D919FAD0C7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contact info (email or socials)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A1C9D7C-4935-7A74-21C6-B88B45377B8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20D6E1ED-92EF-4477-D94E-EDA210EF88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contact info (email or socials)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3F1AB78F-B9B6-3B94-6F03-015F0598F3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7B0FD9D2-77A6-9253-CB15-84E1C403FB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/>
              <a:t>Speaker contact info (email or socials)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E79A02-C451-B664-9107-9D196F3382D7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416FB4C-1D1E-4119-B730-03DD2E265086}"/>
              </a:ext>
            </a:extLst>
          </p:cNvPr>
          <p:cNvSpPr txBox="1"/>
          <p:nvPr userDrawn="1"/>
        </p:nvSpPr>
        <p:spPr>
          <a:xfrm>
            <a:off x="-1352550" y="3771900"/>
            <a:ext cx="65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endParaRPr lang="en-US" b="0" i="0" err="1">
              <a:latin typeface="Amazon Ember Display" panose="020F0603020204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3418EE-3F95-4F71-83CC-C11186EB4B28}"/>
              </a:ext>
            </a:extLst>
          </p:cNvPr>
          <p:cNvSpPr txBox="1"/>
          <p:nvPr userDrawn="1"/>
        </p:nvSpPr>
        <p:spPr>
          <a:xfrm>
            <a:off x="527767" y="6017899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</p:spTree>
    <p:extLst>
      <p:ext uri="{BB962C8B-B14F-4D97-AF65-F5344CB8AC3E}">
        <p14:creationId xmlns:p14="http://schemas.microsoft.com/office/powerpoint/2010/main" val="1099431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FA33D-5535-4C9A-8FE3-B37ABA63B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14401"/>
            <a:ext cx="10972800" cy="53553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93D77A-024C-472F-B312-4E06A5BAE0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9435402" y="1718982"/>
            <a:ext cx="2146998" cy="4491317"/>
          </a:xfrm>
        </p:spPr>
        <p:txBody>
          <a:bodyPr vert="eaVert"/>
          <a:lstStyle>
            <a:lvl1pPr marL="0" indent="0">
              <a:buFontTx/>
              <a:buNone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457200" indent="0">
              <a:buFontTx/>
              <a:buNone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914400" indent="0">
              <a:buFontTx/>
              <a:buNone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1371600" indent="0">
              <a:buFontTx/>
              <a:buNone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4pPr>
            <a:lvl5pPr marL="1828800" indent="0">
              <a:buFontTx/>
              <a:buNone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7BCF1F-274F-4C05-8696-189CDAE0C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8DF6AC9B-6FB6-E64C-9786-C40DFE89F624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FBB62C-DD5C-4CC6-98BC-330285579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D4DAD-D906-4444-864A-7CED33CED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625061DB-7406-41C8-A121-52D8D4484FD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7091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F2CA4B-F100-498A-9F95-D1048E98B3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914399"/>
            <a:ext cx="2857500" cy="5295901"/>
          </a:xfrm>
          <a:prstGeom prst="rect">
            <a:avLst/>
          </a:prstGeom>
        </p:spPr>
        <p:txBody>
          <a:bodyPr vert="eaVert">
            <a:normAutofit/>
          </a:bodyPr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442DEB-18AA-41C3-A034-B81C200697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25502" y="914399"/>
            <a:ext cx="2146998" cy="5295901"/>
          </a:xfrm>
        </p:spPr>
        <p:txBody>
          <a:bodyPr vert="eaVert"/>
          <a:lstStyle>
            <a:lvl1pPr marL="457200" indent="-45720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  <a:lvl2pPr marL="800100" indent="-34290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2pPr>
            <a:lvl3pPr marL="1257300" indent="-34290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3pPr>
            <a:lvl4pPr marL="1657350" indent="-28575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4pPr>
            <a:lvl5pPr marL="2114550" indent="-285750">
              <a:buFont typeface="Arial" panose="020B0604020202020204" pitchFamily="34" charset="0"/>
              <a:buChar char="•"/>
              <a:defRPr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98874D-2362-4107-9CFB-6624C519C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21DD148F-2774-EA45-8C22-2C39149188FB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81FEF1-5834-4539-A37C-ED5E275C6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AA1474-147C-4D4E-B55D-24F747B20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625061DB-7406-41C8-A121-52D8D4484FD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32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1540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6.xml"/><Relationship Id="rId26" Type="http://schemas.openxmlformats.org/officeDocument/2006/relationships/slideLayout" Target="../slideLayouts/slideLayout84.xml"/><Relationship Id="rId39" Type="http://schemas.openxmlformats.org/officeDocument/2006/relationships/slideLayout" Target="../slideLayouts/slideLayout97.xml"/><Relationship Id="rId21" Type="http://schemas.openxmlformats.org/officeDocument/2006/relationships/slideLayout" Target="../slideLayouts/slideLayout79.xml"/><Relationship Id="rId34" Type="http://schemas.openxmlformats.org/officeDocument/2006/relationships/slideLayout" Target="../slideLayouts/slideLayout92.xml"/><Relationship Id="rId42" Type="http://schemas.openxmlformats.org/officeDocument/2006/relationships/slideLayout" Target="../slideLayouts/slideLayout100.xml"/><Relationship Id="rId47" Type="http://schemas.openxmlformats.org/officeDocument/2006/relationships/slideLayout" Target="../slideLayouts/slideLayout105.xml"/><Relationship Id="rId50" Type="http://schemas.openxmlformats.org/officeDocument/2006/relationships/slideLayout" Target="../slideLayouts/slideLayout108.xml"/><Relationship Id="rId7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0.xml"/><Relationship Id="rId16" Type="http://schemas.openxmlformats.org/officeDocument/2006/relationships/slideLayout" Target="../slideLayouts/slideLayout74.xml"/><Relationship Id="rId29" Type="http://schemas.openxmlformats.org/officeDocument/2006/relationships/slideLayout" Target="../slideLayouts/slideLayout87.xml"/><Relationship Id="rId11" Type="http://schemas.openxmlformats.org/officeDocument/2006/relationships/slideLayout" Target="../slideLayouts/slideLayout69.xml"/><Relationship Id="rId24" Type="http://schemas.openxmlformats.org/officeDocument/2006/relationships/slideLayout" Target="../slideLayouts/slideLayout82.xml"/><Relationship Id="rId32" Type="http://schemas.openxmlformats.org/officeDocument/2006/relationships/slideLayout" Target="../slideLayouts/slideLayout90.xml"/><Relationship Id="rId37" Type="http://schemas.openxmlformats.org/officeDocument/2006/relationships/slideLayout" Target="../slideLayouts/slideLayout95.xml"/><Relationship Id="rId40" Type="http://schemas.openxmlformats.org/officeDocument/2006/relationships/slideLayout" Target="../slideLayouts/slideLayout98.xml"/><Relationship Id="rId45" Type="http://schemas.openxmlformats.org/officeDocument/2006/relationships/slideLayout" Target="../slideLayouts/slideLayout103.xml"/><Relationship Id="rId53" Type="http://schemas.openxmlformats.org/officeDocument/2006/relationships/theme" Target="../theme/theme2.xml"/><Relationship Id="rId5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7.xml"/><Relationship Id="rId31" Type="http://schemas.openxmlformats.org/officeDocument/2006/relationships/slideLayout" Target="../slideLayouts/slideLayout89.xml"/><Relationship Id="rId44" Type="http://schemas.openxmlformats.org/officeDocument/2006/relationships/slideLayout" Target="../slideLayouts/slideLayout102.xml"/><Relationship Id="rId52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62.xml"/><Relationship Id="rId9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80.xml"/><Relationship Id="rId27" Type="http://schemas.openxmlformats.org/officeDocument/2006/relationships/slideLayout" Target="../slideLayouts/slideLayout85.xml"/><Relationship Id="rId30" Type="http://schemas.openxmlformats.org/officeDocument/2006/relationships/slideLayout" Target="../slideLayouts/slideLayout88.xml"/><Relationship Id="rId35" Type="http://schemas.openxmlformats.org/officeDocument/2006/relationships/slideLayout" Target="../slideLayouts/slideLayout93.xml"/><Relationship Id="rId43" Type="http://schemas.openxmlformats.org/officeDocument/2006/relationships/slideLayout" Target="../slideLayouts/slideLayout101.xml"/><Relationship Id="rId48" Type="http://schemas.openxmlformats.org/officeDocument/2006/relationships/slideLayout" Target="../slideLayouts/slideLayout106.xml"/><Relationship Id="rId8" Type="http://schemas.openxmlformats.org/officeDocument/2006/relationships/slideLayout" Target="../slideLayouts/slideLayout66.xml"/><Relationship Id="rId51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70.xml"/><Relationship Id="rId17" Type="http://schemas.openxmlformats.org/officeDocument/2006/relationships/slideLayout" Target="../slideLayouts/slideLayout75.xml"/><Relationship Id="rId25" Type="http://schemas.openxmlformats.org/officeDocument/2006/relationships/slideLayout" Target="../slideLayouts/slideLayout83.xml"/><Relationship Id="rId33" Type="http://schemas.openxmlformats.org/officeDocument/2006/relationships/slideLayout" Target="../slideLayouts/slideLayout91.xml"/><Relationship Id="rId38" Type="http://schemas.openxmlformats.org/officeDocument/2006/relationships/slideLayout" Target="../slideLayouts/slideLayout96.xml"/><Relationship Id="rId46" Type="http://schemas.openxmlformats.org/officeDocument/2006/relationships/slideLayout" Target="../slideLayouts/slideLayout104.xml"/><Relationship Id="rId20" Type="http://schemas.openxmlformats.org/officeDocument/2006/relationships/slideLayout" Target="../slideLayouts/slideLayout78.xml"/><Relationship Id="rId41" Type="http://schemas.openxmlformats.org/officeDocument/2006/relationships/slideLayout" Target="../slideLayouts/slideLayout99.xml"/><Relationship Id="rId54" Type="http://schemas.openxmlformats.org/officeDocument/2006/relationships/image" Target="../media/image13.png"/><Relationship Id="rId1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73.xml"/><Relationship Id="rId23" Type="http://schemas.openxmlformats.org/officeDocument/2006/relationships/slideLayout" Target="../slideLayouts/slideLayout81.xml"/><Relationship Id="rId28" Type="http://schemas.openxmlformats.org/officeDocument/2006/relationships/slideLayout" Target="../slideLayouts/slideLayout86.xml"/><Relationship Id="rId36" Type="http://schemas.openxmlformats.org/officeDocument/2006/relationships/slideLayout" Target="../slideLayouts/slideLayout94.xml"/><Relationship Id="rId49" Type="http://schemas.openxmlformats.org/officeDocument/2006/relationships/slideLayout" Target="../slideLayouts/slideLayout10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928EF9-1BCD-42D2-8B21-6150BBD86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718983"/>
            <a:ext cx="10972800" cy="2203680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484D14-2EC8-4252-96DA-F75A75EAF3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9532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0" i="0">
                <a:solidFill>
                  <a:schemeClr val="tx1">
                    <a:tint val="75000"/>
                  </a:schemeClr>
                </a:solidFill>
                <a:latin typeface="Amazon Ember Display" panose="020F0603020204020204" pitchFamily="34" charset="0"/>
              </a:defRPr>
            </a:lvl1pPr>
          </a:lstStyle>
          <a:p>
            <a:fld id="{3B1EF3D5-2436-9240-B6D0-2048A71FFF33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5B18F2-2506-4A8B-983C-1A77A245E6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9532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0" i="0">
                <a:solidFill>
                  <a:schemeClr val="tx1">
                    <a:tint val="75000"/>
                  </a:schemeClr>
                </a:solidFill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925A29-F4EF-4A12-9095-1B88A1BDDE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29200" y="62895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3D8171-6606-4DC3-AA28-D2EE5F0EC812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67F50F9-4909-422B-A8DD-8362E9484737}"/>
              </a:ext>
            </a:extLst>
          </p:cNvPr>
          <p:cNvPicPr>
            <a:picLocks noChangeAspect="1"/>
          </p:cNvPicPr>
          <p:nvPr userDrawn="1"/>
        </p:nvPicPr>
        <p:blipFill>
          <a:blip r:embed="rId6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9048"/>
          </a:xfrm>
          <a:prstGeom prst="rect">
            <a:avLst/>
          </a:prstGeom>
        </p:spPr>
      </p:pic>
      <p:sp>
        <p:nvSpPr>
          <p:cNvPr id="20" name="Title Placeholder 19">
            <a:extLst>
              <a:ext uri="{FF2B5EF4-FFF2-40B4-BE49-F238E27FC236}">
                <a16:creationId xmlns:a16="http://schemas.microsoft.com/office/drawing/2014/main" id="{4797D856-648E-41D7-7250-C248B908D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048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71148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0" r:id="rId2"/>
    <p:sldLayoutId id="2147483711" r:id="rId3"/>
    <p:sldLayoutId id="2147483713" r:id="rId4"/>
    <p:sldLayoutId id="2147483712" r:id="rId5"/>
    <p:sldLayoutId id="2147483731" r:id="rId6"/>
    <p:sldLayoutId id="2147483786" r:id="rId7"/>
    <p:sldLayoutId id="2147483787" r:id="rId8"/>
    <p:sldLayoutId id="2147483785" r:id="rId9"/>
    <p:sldLayoutId id="2147483661" r:id="rId10"/>
    <p:sldLayoutId id="2147483723" r:id="rId11"/>
    <p:sldLayoutId id="2147483722" r:id="rId12"/>
    <p:sldLayoutId id="2147483654" r:id="rId13"/>
    <p:sldLayoutId id="2147483725" r:id="rId14"/>
    <p:sldLayoutId id="2147483662" r:id="rId15"/>
    <p:sldLayoutId id="2147483724" r:id="rId16"/>
    <p:sldLayoutId id="2147483663" r:id="rId17"/>
    <p:sldLayoutId id="2147483655" r:id="rId18"/>
    <p:sldLayoutId id="2147483650" r:id="rId19"/>
    <p:sldLayoutId id="2147483664" r:id="rId20"/>
    <p:sldLayoutId id="2147483666" r:id="rId21"/>
    <p:sldLayoutId id="2147483667" r:id="rId22"/>
    <p:sldLayoutId id="2147483665" r:id="rId23"/>
    <p:sldLayoutId id="2147483729" r:id="rId24"/>
    <p:sldLayoutId id="2147483668" r:id="rId25"/>
    <p:sldLayoutId id="2147483730" r:id="rId26"/>
    <p:sldLayoutId id="2147483653" r:id="rId27"/>
    <p:sldLayoutId id="2147483689" r:id="rId28"/>
    <p:sldLayoutId id="2147483691" r:id="rId29"/>
    <p:sldLayoutId id="2147483690" r:id="rId30"/>
    <p:sldLayoutId id="2147483657" r:id="rId31"/>
    <p:sldLayoutId id="2147483692" r:id="rId32"/>
    <p:sldLayoutId id="2147483693" r:id="rId33"/>
    <p:sldLayoutId id="2147483652" r:id="rId34"/>
    <p:sldLayoutId id="2147483669" r:id="rId35"/>
    <p:sldLayoutId id="2147483670" r:id="rId36"/>
    <p:sldLayoutId id="2147483673" r:id="rId37"/>
    <p:sldLayoutId id="2147483726" r:id="rId38"/>
    <p:sldLayoutId id="2147483728" r:id="rId39"/>
    <p:sldLayoutId id="2147483727" r:id="rId40"/>
    <p:sldLayoutId id="2147483717" r:id="rId41"/>
    <p:sldLayoutId id="2147483651" r:id="rId42"/>
    <p:sldLayoutId id="2147483716" r:id="rId43"/>
    <p:sldLayoutId id="2147483671" r:id="rId44"/>
    <p:sldLayoutId id="2147483672" r:id="rId45"/>
    <p:sldLayoutId id="2147483695" r:id="rId46"/>
    <p:sldLayoutId id="2147483674" r:id="rId47"/>
    <p:sldLayoutId id="2147483675" r:id="rId48"/>
    <p:sldLayoutId id="2147483656" r:id="rId49"/>
    <p:sldLayoutId id="2147483676" r:id="rId50"/>
    <p:sldLayoutId id="2147483721" r:id="rId51"/>
    <p:sldLayoutId id="2147483720" r:id="rId52"/>
    <p:sldLayoutId id="2147483707" r:id="rId53"/>
    <p:sldLayoutId id="2147483708" r:id="rId54"/>
    <p:sldLayoutId id="2147483678" r:id="rId55"/>
    <p:sldLayoutId id="2147483709" r:id="rId56"/>
    <p:sldLayoutId id="2147483788" r:id="rId57"/>
    <p:sldLayoutId id="2147483789" r:id="rId58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0" i="0" kern="1200" baseline="0">
          <a:solidFill>
            <a:schemeClr val="tx2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</p:titleStyle>
    <p:bodyStyle>
      <a:lvl1pPr marL="457200" indent="-4572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Arial" panose="020B0604020202020204" pitchFamily="34" charset="0"/>
        <a:buChar char="•"/>
        <a:defRPr sz="2800" b="0" i="0" kern="1200" baseline="0">
          <a:solidFill>
            <a:schemeClr val="tx2"/>
          </a:solidFill>
          <a:latin typeface="Amazon Ember Display" panose="020F0603020204020204" pitchFamily="34" charset="0"/>
          <a:ea typeface="+mn-ea"/>
          <a:cs typeface="+mn-cs"/>
        </a:defRPr>
      </a:lvl1pPr>
      <a:lvl2pPr marL="628650" indent="-3429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Arial" panose="020B0604020202020204" pitchFamily="34" charset="0"/>
        <a:buChar char="•"/>
        <a:defRPr sz="2400" b="0" i="0" kern="1200" baseline="0">
          <a:solidFill>
            <a:schemeClr val="tx2"/>
          </a:solidFill>
          <a:latin typeface="Amazon Ember Display" panose="020F0603020204020204" pitchFamily="34" charset="0"/>
          <a:ea typeface="+mn-ea"/>
          <a:cs typeface="+mn-cs"/>
        </a:defRPr>
      </a:lvl2pPr>
      <a:lvl3pPr marL="971550" indent="-3429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b="0" i="0" kern="1200" baseline="0">
          <a:solidFill>
            <a:schemeClr val="tx2"/>
          </a:solidFill>
          <a:latin typeface="Amazon Ember Display" panose="020F0603020204020204" pitchFamily="34" charset="0"/>
          <a:ea typeface="+mn-ea"/>
          <a:cs typeface="+mn-cs"/>
        </a:defRPr>
      </a:lvl3pPr>
      <a:lvl4pPr marL="1144588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b="0" i="0" kern="1200" baseline="0">
          <a:solidFill>
            <a:schemeClr val="tx2"/>
          </a:solidFill>
          <a:latin typeface="Amazon Ember Display" panose="020F0603020204020204" pitchFamily="34" charset="0"/>
          <a:ea typeface="+mn-ea"/>
          <a:cs typeface="+mn-cs"/>
        </a:defRPr>
      </a:lvl4pPr>
      <a:lvl5pPr marL="1316038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b="0" i="0" kern="1200" baseline="0">
          <a:solidFill>
            <a:schemeClr val="tx2"/>
          </a:solidFill>
          <a:latin typeface="Amazon Ember Display" panose="020F0603020204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" userDrawn="1">
          <p15:clr>
            <a:srgbClr val="F26B43"/>
          </p15:clr>
        </p15:guide>
        <p15:guide id="2" pos="7296" userDrawn="1">
          <p15:clr>
            <a:srgbClr val="F26B43"/>
          </p15:clr>
        </p15:guide>
        <p15:guide id="3" orient="horz" pos="192" userDrawn="1">
          <p15:clr>
            <a:srgbClr val="F26B43"/>
          </p15:clr>
        </p15:guide>
        <p15:guide id="4" orient="horz" pos="3912" userDrawn="1">
          <p15:clr>
            <a:srgbClr val="F26B43"/>
          </p15:clr>
        </p15:guide>
        <p15:guide id="5" orient="horz" pos="1080" userDrawn="1">
          <p15:clr>
            <a:srgbClr val="F26B43"/>
          </p15:clr>
        </p15:guide>
        <p15:guide id="6" orient="horz" pos="57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A174A381-7875-51BF-E8F6-ADD8CD0BFC47}"/>
              </a:ext>
            </a:extLst>
          </p:cNvPr>
          <p:cNvPicPr>
            <a:picLocks noChangeAspect="1"/>
          </p:cNvPicPr>
          <p:nvPr userDrawn="1"/>
        </p:nvPicPr>
        <p:blipFill>
          <a:blip r:embed="rId5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883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B6ADCB0-6DD7-43B0-7350-0FCDAB6812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718983"/>
            <a:ext cx="10972800" cy="1844608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A6D05899-77E5-196B-EA14-086F9A5A5E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9532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0" i="0">
                <a:solidFill>
                  <a:schemeClr val="tx1">
                    <a:tint val="75000"/>
                  </a:schemeClr>
                </a:solidFill>
                <a:latin typeface="Amazon Ember Display" panose="020F0603020204020204" pitchFamily="34" charset="0"/>
              </a:defRPr>
            </a:lvl1pPr>
          </a:lstStyle>
          <a:p>
            <a:fld id="{3B1EF3D5-2436-9240-B6D0-2048A71FFF33}" type="datetime1">
              <a:rPr lang="en-US" smtClean="0"/>
              <a:pPr/>
              <a:t>5/6/26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22683EA-DD71-1EA1-728E-AE69D57D64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9532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0" i="0">
                <a:solidFill>
                  <a:schemeClr val="tx1">
                    <a:tint val="75000"/>
                  </a:schemeClr>
                </a:solidFill>
                <a:latin typeface="Amazon Ember Display" panose="020F06030202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9EBCBEF-599C-1ADB-12ED-CECFECA745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29200" y="62895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33C312-F607-20F9-BC64-57A8B6A590DF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sp>
        <p:nvSpPr>
          <p:cNvPr id="13" name="Title Placeholder 19">
            <a:extLst>
              <a:ext uri="{FF2B5EF4-FFF2-40B4-BE49-F238E27FC236}">
                <a16:creationId xmlns:a16="http://schemas.microsoft.com/office/drawing/2014/main" id="{6BA9B5C3-6371-84F6-B7DD-E715A7747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048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F537074-EC04-07B4-5B9A-060DF4EDD805}"/>
              </a:ext>
            </a:extLst>
          </p:cNvPr>
          <p:cNvSpPr txBox="1">
            <a:spLocks/>
          </p:cNvSpPr>
          <p:nvPr userDrawn="1"/>
        </p:nvSpPr>
        <p:spPr>
          <a:xfrm>
            <a:off x="8929200" y="628949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B4B8DE2-A4E8-46E4-8BBF-D75455EFF32C}" type="slidenum">
              <a:rPr lang="en-US" b="0" i="0" smtClean="0">
                <a:latin typeface="Amazon Ember Display" panose="020F0603020204020204" pitchFamily="34" charset="0"/>
              </a:rPr>
              <a:pPr/>
              <a:t>‹#›</a:t>
            </a:fld>
            <a:endParaRPr lang="en-US" b="0" i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748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5" r:id="rId2"/>
    <p:sldLayoutId id="2147483734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  <p:sldLayoutId id="2147483744" r:id="rId12"/>
    <p:sldLayoutId id="2147483745" r:id="rId13"/>
    <p:sldLayoutId id="2147483746" r:id="rId14"/>
    <p:sldLayoutId id="2147483747" r:id="rId15"/>
    <p:sldLayoutId id="2147483748" r:id="rId16"/>
    <p:sldLayoutId id="2147483749" r:id="rId17"/>
    <p:sldLayoutId id="2147483750" r:id="rId18"/>
    <p:sldLayoutId id="2147483751" r:id="rId19"/>
    <p:sldLayoutId id="2147483752" r:id="rId20"/>
    <p:sldLayoutId id="2147483753" r:id="rId21"/>
    <p:sldLayoutId id="2147483754" r:id="rId22"/>
    <p:sldLayoutId id="2147483755" r:id="rId23"/>
    <p:sldLayoutId id="2147483756" r:id="rId24"/>
    <p:sldLayoutId id="2147483757" r:id="rId25"/>
    <p:sldLayoutId id="2147483758" r:id="rId26"/>
    <p:sldLayoutId id="2147483759" r:id="rId27"/>
    <p:sldLayoutId id="2147483760" r:id="rId28"/>
    <p:sldLayoutId id="2147483761" r:id="rId29"/>
    <p:sldLayoutId id="2147483762" r:id="rId30"/>
    <p:sldLayoutId id="2147483764" r:id="rId31"/>
    <p:sldLayoutId id="2147483765" r:id="rId32"/>
    <p:sldLayoutId id="2147483766" r:id="rId33"/>
    <p:sldLayoutId id="2147483767" r:id="rId34"/>
    <p:sldLayoutId id="2147483768" r:id="rId35"/>
    <p:sldLayoutId id="2147483769" r:id="rId36"/>
    <p:sldLayoutId id="2147483770" r:id="rId37"/>
    <p:sldLayoutId id="2147483771" r:id="rId38"/>
    <p:sldLayoutId id="2147483772" r:id="rId39"/>
    <p:sldLayoutId id="2147483773" r:id="rId40"/>
    <p:sldLayoutId id="2147483774" r:id="rId41"/>
    <p:sldLayoutId id="2147483775" r:id="rId42"/>
    <p:sldLayoutId id="2147483776" r:id="rId43"/>
    <p:sldLayoutId id="2147483777" r:id="rId44"/>
    <p:sldLayoutId id="2147483778" r:id="rId45"/>
    <p:sldLayoutId id="2147483779" r:id="rId46"/>
    <p:sldLayoutId id="2147483780" r:id="rId47"/>
    <p:sldLayoutId id="2147483781" r:id="rId48"/>
    <p:sldLayoutId id="2147483782" r:id="rId49"/>
    <p:sldLayoutId id="2147483783" r:id="rId50"/>
    <p:sldLayoutId id="2147483784" r:id="rId51"/>
    <p:sldLayoutId id="2147483790" r:id="rId5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</p:titleStyle>
    <p:bodyStyle>
      <a:lvl1pPr marL="457200" indent="-4572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image" Target="../media/image47.svg"/><Relationship Id="rId1" Type="http://schemas.openxmlformats.org/officeDocument/2006/relationships/slideLayout" Target="../slideLayouts/slideLayout87.xml"/><Relationship Id="rId4" Type="http://schemas.openxmlformats.org/officeDocument/2006/relationships/image" Target="../media/image49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svg"/><Relationship Id="rId2" Type="http://schemas.openxmlformats.org/officeDocument/2006/relationships/image" Target="../media/image50.svg"/><Relationship Id="rId1" Type="http://schemas.openxmlformats.org/officeDocument/2006/relationships/slideLayout" Target="../slideLayouts/slideLayout87.xml"/><Relationship Id="rId4" Type="http://schemas.openxmlformats.org/officeDocument/2006/relationships/image" Target="../media/image5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svg"/><Relationship Id="rId2" Type="http://schemas.openxmlformats.org/officeDocument/2006/relationships/image" Target="../media/image53.svg"/><Relationship Id="rId1" Type="http://schemas.openxmlformats.org/officeDocument/2006/relationships/slideLayout" Target="../slideLayouts/slideLayout87.xml"/><Relationship Id="rId4" Type="http://schemas.openxmlformats.org/officeDocument/2006/relationships/image" Target="../media/image5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7.xml"/><Relationship Id="rId5" Type="http://schemas.openxmlformats.org/officeDocument/2006/relationships/image" Target="../media/image55.svg"/><Relationship Id="rId4" Type="http://schemas.openxmlformats.org/officeDocument/2006/relationships/image" Target="../media/image54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svg"/><Relationship Id="rId2" Type="http://schemas.openxmlformats.org/officeDocument/2006/relationships/image" Target="../media/image56.svg"/><Relationship Id="rId1" Type="http://schemas.openxmlformats.org/officeDocument/2006/relationships/slideLayout" Target="../slideLayouts/slideLayout87.xml"/><Relationship Id="rId5" Type="http://schemas.openxmlformats.org/officeDocument/2006/relationships/image" Target="../media/image59.svg"/><Relationship Id="rId4" Type="http://schemas.openxmlformats.org/officeDocument/2006/relationships/image" Target="../media/image58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svg"/><Relationship Id="rId7" Type="http://schemas.openxmlformats.org/officeDocument/2006/relationships/image" Target="../media/image6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7.xml"/><Relationship Id="rId6" Type="http://schemas.openxmlformats.org/officeDocument/2006/relationships/image" Target="../media/image63.svg"/><Relationship Id="rId5" Type="http://schemas.openxmlformats.org/officeDocument/2006/relationships/image" Target="../media/image62.svg"/><Relationship Id="rId4" Type="http://schemas.openxmlformats.org/officeDocument/2006/relationships/image" Target="../media/image61.sv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7.xml"/><Relationship Id="rId6" Type="http://schemas.openxmlformats.org/officeDocument/2006/relationships/image" Target="../media/image68.svg"/><Relationship Id="rId5" Type="http://schemas.openxmlformats.org/officeDocument/2006/relationships/image" Target="../media/image67.svg"/><Relationship Id="rId4" Type="http://schemas.openxmlformats.org/officeDocument/2006/relationships/image" Target="../media/image66.sv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6A66A-8EE8-206E-1901-AF0A51F701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4564" y="2535094"/>
            <a:ext cx="8305385" cy="1901807"/>
          </a:xfrm>
        </p:spPr>
        <p:txBody>
          <a:bodyPr>
            <a:normAutofit/>
          </a:bodyPr>
          <a:lstStyle/>
          <a:p>
            <a:r>
              <a:rPr lang="en-US" b="1" dirty="0">
                <a:latin typeface="Amazon Ember Display"/>
                <a:ea typeface="Amazon Ember Display"/>
                <a:cs typeface="Amazon Ember Display"/>
              </a:rPr>
              <a:t>Generative AI </a:t>
            </a:r>
            <a:br>
              <a:rPr lang="en-US" b="1" dirty="0">
                <a:latin typeface="Amazon Ember Display"/>
                <a:ea typeface="Amazon Ember Display"/>
                <a:cs typeface="Amazon Ember Display"/>
              </a:rPr>
            </a:br>
            <a:r>
              <a:rPr lang="en-US" b="1" dirty="0">
                <a:latin typeface="Amazon Ember Display"/>
                <a:ea typeface="Amazon Ember Display"/>
                <a:cs typeface="Amazon Ember Display"/>
              </a:rPr>
              <a:t>Evaluations Workshop</a:t>
            </a:r>
            <a:endParaRPr lang="en-US" b="1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B41F5DD-8EBD-2A21-190A-0DABCDB833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9598" y="5674769"/>
            <a:ext cx="3797302" cy="313932"/>
          </a:xfrm>
        </p:spPr>
        <p:txBody>
          <a:bodyPr vert="horz" wrap="square" lIns="0" tIns="45720" rIns="0" bIns="45720" rtlCol="0" anchor="t">
            <a:spAutoFit/>
          </a:bodyPr>
          <a:lstStyle/>
          <a:p>
            <a:r>
              <a:rPr lang="en-US">
                <a:latin typeface="Amazon Ember Display"/>
                <a:ea typeface="Amazon Ember Display"/>
                <a:cs typeface="Amazon Ember Display"/>
              </a:rPr>
              <a:t>Amazon Web Services</a:t>
            </a:r>
          </a:p>
        </p:txBody>
      </p:sp>
    </p:spTree>
    <p:extLst>
      <p:ext uri="{BB962C8B-B14F-4D97-AF65-F5344CB8AC3E}">
        <p14:creationId xmlns:p14="http://schemas.microsoft.com/office/powerpoint/2010/main" val="4013785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0">
            <a:extLst>
              <a:ext uri="{FF2B5EF4-FFF2-40B4-BE49-F238E27FC236}">
                <a16:creationId xmlns:a16="http://schemas.microsoft.com/office/drawing/2014/main" id="{CDEFAA10-9F34-4732-F942-50A6E47387E8}"/>
              </a:ext>
            </a:extLst>
          </p:cNvPr>
          <p:cNvSpPr/>
          <p:nvPr/>
        </p:nvSpPr>
        <p:spPr>
          <a:xfrm>
            <a:off x="0" y="36576"/>
            <a:ext cx="12188952" cy="0"/>
          </a:xfrm>
          <a:prstGeom prst="line">
            <a:avLst/>
          </a:prstGeom>
          <a:noFill/>
          <a:ln w="38100">
            <a:solidFill>
              <a:srgbClr val="FF8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1">
            <a:extLst>
              <a:ext uri="{FF2B5EF4-FFF2-40B4-BE49-F238E27FC236}">
                <a16:creationId xmlns:a16="http://schemas.microsoft.com/office/drawing/2014/main" id="{8DF60546-6F09-416A-F83A-2C4649462AE3}"/>
              </a:ext>
            </a:extLst>
          </p:cNvPr>
          <p:cNvSpPr/>
          <p:nvPr/>
        </p:nvSpPr>
        <p:spPr>
          <a:xfrm>
            <a:off x="914400" y="457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500">
                <a:solidFill>
                  <a:srgbClr val="FF8500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WHAT TO EXPECT</a:t>
            </a:r>
            <a:endParaRPr lang="en-US" sz="1400"/>
          </a:p>
        </p:txBody>
      </p:sp>
      <p:sp>
        <p:nvSpPr>
          <p:cNvPr id="61" name="Text 2">
            <a:extLst>
              <a:ext uri="{FF2B5EF4-FFF2-40B4-BE49-F238E27FC236}">
                <a16:creationId xmlns:a16="http://schemas.microsoft.com/office/drawing/2014/main" id="{5F339473-4A6A-0D68-B25D-FCA018481BE5}"/>
              </a:ext>
            </a:extLst>
          </p:cNvPr>
          <p:cNvSpPr/>
          <p:nvPr/>
        </p:nvSpPr>
        <p:spPr>
          <a:xfrm>
            <a:off x="914400" y="1005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Session Overview</a:t>
            </a:r>
            <a:endParaRPr lang="en-US" sz="3800"/>
          </a:p>
        </p:txBody>
      </p:sp>
      <p:sp>
        <p:nvSpPr>
          <p:cNvPr id="62" name="Shape 3">
            <a:extLst>
              <a:ext uri="{FF2B5EF4-FFF2-40B4-BE49-F238E27FC236}">
                <a16:creationId xmlns:a16="http://schemas.microsoft.com/office/drawing/2014/main" id="{354E14EB-BEB2-A342-7B9F-626AB88156D2}"/>
              </a:ext>
            </a:extLst>
          </p:cNvPr>
          <p:cNvSpPr/>
          <p:nvPr/>
        </p:nvSpPr>
        <p:spPr>
          <a:xfrm>
            <a:off x="548640" y="210312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4">
            <a:extLst>
              <a:ext uri="{FF2B5EF4-FFF2-40B4-BE49-F238E27FC236}">
                <a16:creationId xmlns:a16="http://schemas.microsoft.com/office/drawing/2014/main" id="{3C78CA03-610B-7388-7F29-2D342D215879}"/>
              </a:ext>
            </a:extLst>
          </p:cNvPr>
          <p:cNvSpPr/>
          <p:nvPr/>
        </p:nvSpPr>
        <p:spPr>
          <a:xfrm>
            <a:off x="548640" y="2103120"/>
            <a:ext cx="3520440" cy="64008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4" name="Image 0" descr="fi_ov0.svg">
            <a:extLst>
              <a:ext uri="{FF2B5EF4-FFF2-40B4-BE49-F238E27FC236}">
                <a16:creationId xmlns:a16="http://schemas.microsoft.com/office/drawing/2014/main" id="{3990FC0D-743B-0ECC-2D53-F8A0D8D7EA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2377440"/>
            <a:ext cx="457200" cy="457200"/>
          </a:xfrm>
          <a:prstGeom prst="rect">
            <a:avLst/>
          </a:prstGeom>
        </p:spPr>
      </p:pic>
      <p:sp>
        <p:nvSpPr>
          <p:cNvPr id="65" name="Text 5">
            <a:extLst>
              <a:ext uri="{FF2B5EF4-FFF2-40B4-BE49-F238E27FC236}">
                <a16:creationId xmlns:a16="http://schemas.microsoft.com/office/drawing/2014/main" id="{C6C7631E-0ADC-0D2F-C73A-FA39670CC286}"/>
              </a:ext>
            </a:extLst>
          </p:cNvPr>
          <p:cNvSpPr/>
          <p:nvPr/>
        </p:nvSpPr>
        <p:spPr>
          <a:xfrm>
            <a:off x="822960" y="29718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What We Cover</a:t>
            </a:r>
            <a:endParaRPr lang="en-US" sz="1900"/>
          </a:p>
        </p:txBody>
      </p:sp>
      <p:sp>
        <p:nvSpPr>
          <p:cNvPr id="66" name="Text 6">
            <a:extLst>
              <a:ext uri="{FF2B5EF4-FFF2-40B4-BE49-F238E27FC236}">
                <a16:creationId xmlns:a16="http://schemas.microsoft.com/office/drawing/2014/main" id="{05E11641-9F98-8820-1743-78412EACA719}"/>
              </a:ext>
            </a:extLst>
          </p:cNvPr>
          <p:cNvSpPr/>
          <p:nvPr/>
        </p:nvSpPr>
        <p:spPr>
          <a:xfrm>
            <a:off x="822960" y="352044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Why evaluations matter for GenAI</a:t>
            </a:r>
            <a:endParaRPr lang="en-US" sz="140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Error analysis methodology</a:t>
            </a:r>
            <a:endParaRPr lang="en-US" sz="140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Operational, quality, and agentic metrics</a:t>
            </a:r>
            <a:endParaRPr lang="en-US" sz="140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Hands-on labs with real pipelines</a:t>
            </a:r>
            <a:endParaRPr lang="en-US" sz="1400"/>
          </a:p>
        </p:txBody>
      </p:sp>
      <p:sp>
        <p:nvSpPr>
          <p:cNvPr id="67" name="Shape 7">
            <a:extLst>
              <a:ext uri="{FF2B5EF4-FFF2-40B4-BE49-F238E27FC236}">
                <a16:creationId xmlns:a16="http://schemas.microsoft.com/office/drawing/2014/main" id="{98901FCC-52E9-2748-8E12-5AC77D9C99A1}"/>
              </a:ext>
            </a:extLst>
          </p:cNvPr>
          <p:cNvSpPr/>
          <p:nvPr/>
        </p:nvSpPr>
        <p:spPr>
          <a:xfrm>
            <a:off x="4343400" y="210312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Shape 8">
            <a:extLst>
              <a:ext uri="{FF2B5EF4-FFF2-40B4-BE49-F238E27FC236}">
                <a16:creationId xmlns:a16="http://schemas.microsoft.com/office/drawing/2014/main" id="{B7C31831-3A7C-95E3-1E82-5413154DF567}"/>
              </a:ext>
            </a:extLst>
          </p:cNvPr>
          <p:cNvSpPr/>
          <p:nvPr/>
        </p:nvSpPr>
        <p:spPr>
          <a:xfrm>
            <a:off x="4343400" y="2103120"/>
            <a:ext cx="3520440" cy="64008"/>
          </a:xfrm>
          <a:prstGeom prst="rect">
            <a:avLst/>
          </a:prstGeom>
          <a:solidFill>
            <a:srgbClr val="7C59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9" name="Image 1" descr="fi_ov1.svg">
            <a:extLst>
              <a:ext uri="{FF2B5EF4-FFF2-40B4-BE49-F238E27FC236}">
                <a16:creationId xmlns:a16="http://schemas.microsoft.com/office/drawing/2014/main" id="{371F2171-C9B3-05A7-12AB-EFFA878A75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17720" y="2377440"/>
            <a:ext cx="457200" cy="457200"/>
          </a:xfrm>
          <a:prstGeom prst="rect">
            <a:avLst/>
          </a:prstGeom>
        </p:spPr>
      </p:pic>
      <p:sp>
        <p:nvSpPr>
          <p:cNvPr id="70" name="Text 9">
            <a:extLst>
              <a:ext uri="{FF2B5EF4-FFF2-40B4-BE49-F238E27FC236}">
                <a16:creationId xmlns:a16="http://schemas.microsoft.com/office/drawing/2014/main" id="{C28E30A2-3718-B10E-2743-E102ADC291A6}"/>
              </a:ext>
            </a:extLst>
          </p:cNvPr>
          <p:cNvSpPr/>
          <p:nvPr/>
        </p:nvSpPr>
        <p:spPr>
          <a:xfrm>
            <a:off x="4617720" y="29718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Who It's For</a:t>
            </a:r>
            <a:endParaRPr lang="en-US" sz="1900"/>
          </a:p>
        </p:txBody>
      </p:sp>
      <p:sp>
        <p:nvSpPr>
          <p:cNvPr id="71" name="Text 10">
            <a:extLst>
              <a:ext uri="{FF2B5EF4-FFF2-40B4-BE49-F238E27FC236}">
                <a16:creationId xmlns:a16="http://schemas.microsoft.com/office/drawing/2014/main" id="{CF75F550-434C-2BFE-4045-57A1FEBD0382}"/>
              </a:ext>
            </a:extLst>
          </p:cNvPr>
          <p:cNvSpPr/>
          <p:nvPr/>
        </p:nvSpPr>
        <p:spPr>
          <a:xfrm>
            <a:off x="4617720" y="352044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Teams building GenAI applications</a:t>
            </a:r>
            <a:endParaRPr lang="en-US" sz="140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ML engineers and data scientists</a:t>
            </a:r>
            <a:endParaRPr lang="en-US" sz="140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Technical leaders and architects</a:t>
            </a:r>
            <a:endParaRPr lang="en-US" sz="140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Anyone moving GenAI to production</a:t>
            </a:r>
            <a:endParaRPr lang="en-US" sz="1400"/>
          </a:p>
        </p:txBody>
      </p:sp>
      <p:sp>
        <p:nvSpPr>
          <p:cNvPr id="72" name="Shape 11">
            <a:extLst>
              <a:ext uri="{FF2B5EF4-FFF2-40B4-BE49-F238E27FC236}">
                <a16:creationId xmlns:a16="http://schemas.microsoft.com/office/drawing/2014/main" id="{D5369912-FFD4-8579-0214-7A439A4397F0}"/>
              </a:ext>
            </a:extLst>
          </p:cNvPr>
          <p:cNvSpPr/>
          <p:nvPr/>
        </p:nvSpPr>
        <p:spPr>
          <a:xfrm>
            <a:off x="8138160" y="210312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" name="Shape 12">
            <a:extLst>
              <a:ext uri="{FF2B5EF4-FFF2-40B4-BE49-F238E27FC236}">
                <a16:creationId xmlns:a16="http://schemas.microsoft.com/office/drawing/2014/main" id="{91AFD7BF-91C3-2B0E-7D4B-C8B059285C67}"/>
              </a:ext>
            </a:extLst>
          </p:cNvPr>
          <p:cNvSpPr/>
          <p:nvPr/>
        </p:nvSpPr>
        <p:spPr>
          <a:xfrm>
            <a:off x="8138160" y="2103120"/>
            <a:ext cx="3520440" cy="64008"/>
          </a:xfrm>
          <a:prstGeom prst="rect">
            <a:avLst/>
          </a:prstGeom>
          <a:solidFill>
            <a:srgbClr val="38EF7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4" name="Image 2" descr="fi_ov2.svg">
            <a:extLst>
              <a:ext uri="{FF2B5EF4-FFF2-40B4-BE49-F238E27FC236}">
                <a16:creationId xmlns:a16="http://schemas.microsoft.com/office/drawing/2014/main" id="{FA996C6B-21B0-3D5D-8889-2C0CE7B767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377440"/>
            <a:ext cx="457200" cy="457200"/>
          </a:xfrm>
          <a:prstGeom prst="rect">
            <a:avLst/>
          </a:prstGeom>
        </p:spPr>
      </p:pic>
      <p:sp>
        <p:nvSpPr>
          <p:cNvPr id="75" name="Text 13">
            <a:extLst>
              <a:ext uri="{FF2B5EF4-FFF2-40B4-BE49-F238E27FC236}">
                <a16:creationId xmlns:a16="http://schemas.microsoft.com/office/drawing/2014/main" id="{FF1F863F-1799-4967-0CE8-06B412FC482C}"/>
              </a:ext>
            </a:extLst>
          </p:cNvPr>
          <p:cNvSpPr/>
          <p:nvPr/>
        </p:nvSpPr>
        <p:spPr>
          <a:xfrm>
            <a:off x="8412480" y="29718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What You'll Walk Away With</a:t>
            </a:r>
            <a:endParaRPr lang="en-US" sz="1900"/>
          </a:p>
        </p:txBody>
      </p:sp>
      <p:sp>
        <p:nvSpPr>
          <p:cNvPr id="76" name="Text 14">
            <a:extLst>
              <a:ext uri="{FF2B5EF4-FFF2-40B4-BE49-F238E27FC236}">
                <a16:creationId xmlns:a16="http://schemas.microsoft.com/office/drawing/2014/main" id="{1328C9C5-A88B-426E-8E1D-12166BDC7EDB}"/>
              </a:ext>
            </a:extLst>
          </p:cNvPr>
          <p:cNvSpPr/>
          <p:nvPr/>
        </p:nvSpPr>
        <p:spPr>
          <a:xfrm>
            <a:off x="8412480" y="352044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A repeatable evaluation framework</a:t>
            </a:r>
            <a:endParaRPr lang="en-US" sz="140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Gold standard dataset methodology</a:t>
            </a:r>
            <a:endParaRPr lang="en-US" sz="140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Automated eval pipeline patterns</a:t>
            </a:r>
            <a:endParaRPr lang="en-US" sz="140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Model comparison strategies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555274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1D8415-5E48-3488-733C-A4B4EFDE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13E664B-6212-4570-0A48-6CCAF7C416BE}"/>
              </a:ext>
            </a:extLst>
          </p:cNvPr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5D5E8D-DF66-CEFE-16B2-49987CDB0A26}"/>
              </a:ext>
            </a:extLst>
          </p:cNvPr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F1BF74-2721-F8D5-9DD5-335C9670742D}"/>
              </a:ext>
            </a:extLst>
          </p:cNvPr>
          <p:cNvSpPr txBox="1"/>
          <p:nvPr/>
        </p:nvSpPr>
        <p:spPr>
          <a:xfrm>
            <a:off x="1114540" y="2057584"/>
            <a:ext cx="10207751" cy="150810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defRPr sz="4600" b="1" i="0">
                <a:solidFill>
                  <a:srgbClr val="F1F3F3"/>
                </a:solidFill>
                <a:latin typeface="Amazon Ember"/>
              </a:defRPr>
            </a:pPr>
            <a:r>
              <a:rPr lang="en-US"/>
              <a:t>Evaluations are not the finish line.</a:t>
            </a:r>
          </a:p>
          <a:p>
            <a:pPr algn="ctr">
              <a:defRPr sz="4600" b="1" i="0">
                <a:solidFill>
                  <a:srgbClr val="F1F3F3"/>
                </a:solidFill>
                <a:latin typeface="Amazon Ember"/>
              </a:defRPr>
            </a:pPr>
            <a:r>
              <a:rPr lang="en-US">
                <a:ea typeface="Amazon Ember"/>
                <a:cs typeface="Amazon Ember"/>
              </a:rPr>
              <a:t>They're the halfway mark.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B633127-967D-9088-C49A-B8C4FDD9CDED}"/>
              </a:ext>
            </a:extLst>
          </p:cNvPr>
          <p:cNvSpPr/>
          <p:nvPr/>
        </p:nvSpPr>
        <p:spPr>
          <a:xfrm>
            <a:off x="5029200" y="3657600"/>
            <a:ext cx="2130552" cy="54864"/>
          </a:xfrm>
          <a:prstGeom prst="rect">
            <a:avLst/>
          </a:prstGeom>
          <a:solidFill>
            <a:srgbClr val="FF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34943F-8DF5-FCC6-27A0-FF46EC9BEFF0}"/>
              </a:ext>
            </a:extLst>
          </p:cNvPr>
          <p:cNvSpPr txBox="1"/>
          <p:nvPr/>
        </p:nvSpPr>
        <p:spPr>
          <a:xfrm>
            <a:off x="1828800" y="4023360"/>
            <a:ext cx="8531352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defRPr sz="1800" b="0" i="0">
                <a:solidFill>
                  <a:srgbClr val="D1D5DB"/>
                </a:solidFill>
                <a:latin typeface="Amazon Ember"/>
              </a:defRPr>
            </a:pPr>
            <a:r>
              <a:rPr sz="1800" b="0">
                <a:solidFill>
                  <a:srgbClr val="D1D5DB"/>
                </a:solidFill>
                <a:latin typeface="Amazon Ember"/>
              </a:rPr>
              <a:t>Building evaluators doesn't fix your system. </a:t>
            </a:r>
            <a:r>
              <a:rPr lang="en-US">
                <a:solidFill>
                  <a:srgbClr val="D1D5DB"/>
                </a:solidFill>
                <a:latin typeface="Amazon Ember"/>
              </a:rPr>
              <a:t>Improving scores isn't enough.</a:t>
            </a:r>
            <a:endParaRPr sz="1800" b="0">
              <a:solidFill>
                <a:srgbClr val="D1D5DB"/>
              </a:solidFill>
              <a:latin typeface="Amazon Ember"/>
            </a:endParaRPr>
          </a:p>
          <a:p>
            <a:pPr algn="ctr"/>
            <a:r>
              <a:rPr sz="1000"/>
              <a:t> </a:t>
            </a:r>
            <a:endParaRPr sz="1000">
              <a:ea typeface="Calibri"/>
              <a:cs typeface="Calibri"/>
            </a:endParaRPr>
          </a:p>
          <a:p>
            <a:pPr algn="ctr"/>
            <a:r>
              <a:rPr sz="1800" b="0">
                <a:solidFill>
                  <a:srgbClr val="D1D5DB"/>
                </a:solidFill>
                <a:latin typeface="Amazon Ember"/>
              </a:rPr>
              <a:t>The real value comes from the loop: </a:t>
            </a:r>
            <a:r>
              <a:rPr lang="en-US">
                <a:solidFill>
                  <a:srgbClr val="D1D5DB"/>
                </a:solidFill>
                <a:latin typeface="Amazon Ember"/>
              </a:rPr>
              <a:t>evaluations reveal </a:t>
            </a:r>
            <a:r>
              <a:rPr sz="1800" b="0">
                <a:solidFill>
                  <a:srgbClr val="D1D5DB"/>
                </a:solidFill>
                <a:latin typeface="Amazon Ember"/>
              </a:rPr>
              <a:t>what's broken and </a:t>
            </a:r>
            <a:r>
              <a:rPr lang="en-CA" sz="1800" b="0">
                <a:solidFill>
                  <a:srgbClr val="D1D5DB"/>
                </a:solidFill>
                <a:latin typeface="Amazon Ember"/>
              </a:rPr>
              <a:t>the </a:t>
            </a:r>
            <a:r>
              <a:rPr sz="1800" b="0">
                <a:solidFill>
                  <a:srgbClr val="D1D5DB"/>
                </a:solidFill>
                <a:latin typeface="Amazon Ember"/>
              </a:rPr>
              <a:t>insights </a:t>
            </a:r>
            <a:r>
              <a:rPr lang="en-CA" sz="1800" b="0">
                <a:solidFill>
                  <a:srgbClr val="D1D5DB"/>
                </a:solidFill>
                <a:latin typeface="Amazon Ember"/>
              </a:rPr>
              <a:t>help you improve</a:t>
            </a:r>
            <a:r>
              <a:rPr sz="1800" b="0">
                <a:solidFill>
                  <a:srgbClr val="D1D5DB"/>
                </a:solidFill>
                <a:latin typeface="Amazon Ember"/>
              </a:rPr>
              <a:t> your system design.</a:t>
            </a:r>
            <a:endParaRPr sz="1800" b="0">
              <a:solidFill>
                <a:srgbClr val="D1D5DB"/>
              </a:solidFill>
              <a:latin typeface="Amazon Ember"/>
              <a:ea typeface="Amazon Ember"/>
              <a:cs typeface="Amazon Ember"/>
            </a:endParaRPr>
          </a:p>
        </p:txBody>
      </p:sp>
    </p:spTree>
    <p:extLst>
      <p:ext uri="{BB962C8B-B14F-4D97-AF65-F5344CB8AC3E}">
        <p14:creationId xmlns:p14="http://schemas.microsoft.com/office/powerpoint/2010/main" val="3846134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9896F1-B833-4F5E-CD40-CFDF04552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0">
            <a:extLst>
              <a:ext uri="{FF2B5EF4-FFF2-40B4-BE49-F238E27FC236}">
                <a16:creationId xmlns:a16="http://schemas.microsoft.com/office/drawing/2014/main" id="{709B0589-58A7-0EE6-CF40-EDD04D8894A1}"/>
              </a:ext>
            </a:extLst>
          </p:cNvPr>
          <p:cNvSpPr/>
          <p:nvPr/>
        </p:nvSpPr>
        <p:spPr>
          <a:xfrm>
            <a:off x="914400" y="2286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500">
                <a:solidFill>
                  <a:srgbClr val="FF8500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THE PROBLEM</a:t>
            </a:r>
            <a:endParaRPr lang="en-US" sz="1400"/>
          </a:p>
        </p:txBody>
      </p:sp>
      <p:sp>
        <p:nvSpPr>
          <p:cNvPr id="41" name="Text 1">
            <a:extLst>
              <a:ext uri="{FF2B5EF4-FFF2-40B4-BE49-F238E27FC236}">
                <a16:creationId xmlns:a16="http://schemas.microsoft.com/office/drawing/2014/main" id="{1614EBAD-AFF8-3D82-1556-6A0DCE2556EF}"/>
              </a:ext>
            </a:extLst>
          </p:cNvPr>
          <p:cNvSpPr/>
          <p:nvPr/>
        </p:nvSpPr>
        <p:spPr>
          <a:xfrm>
            <a:off x="91440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GenAI teams are iterating blind</a:t>
            </a:r>
            <a:endParaRPr lang="en-US" sz="3800"/>
          </a:p>
        </p:txBody>
      </p:sp>
      <p:sp>
        <p:nvSpPr>
          <p:cNvPr id="42" name="Text 2">
            <a:extLst>
              <a:ext uri="{FF2B5EF4-FFF2-40B4-BE49-F238E27FC236}">
                <a16:creationId xmlns:a16="http://schemas.microsoft.com/office/drawing/2014/main" id="{E70B8F98-AF5B-DD5E-4E3F-590DFBC119F3}"/>
              </a:ext>
            </a:extLst>
          </p:cNvPr>
          <p:cNvSpPr/>
          <p:nvPr/>
        </p:nvSpPr>
        <p:spPr>
          <a:xfrm>
            <a:off x="914399" y="1600200"/>
            <a:ext cx="101635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D5D8DC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Without systematic evaluation, there is no way to </a:t>
            </a:r>
            <a:r>
              <a:rPr lang="en-US" sz="1600" b="1">
                <a:solidFill>
                  <a:srgbClr val="D5D8DC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measure progress</a:t>
            </a:r>
            <a:r>
              <a:rPr lang="en-US" sz="1600">
                <a:solidFill>
                  <a:srgbClr val="D5D8DC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, </a:t>
            </a:r>
            <a:r>
              <a:rPr lang="en-US" sz="1600" b="1">
                <a:solidFill>
                  <a:srgbClr val="D5D8DC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locate failures</a:t>
            </a:r>
            <a:r>
              <a:rPr lang="en-US" sz="1600">
                <a:solidFill>
                  <a:srgbClr val="D5D8DC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, or </a:t>
            </a:r>
            <a:r>
              <a:rPr lang="en-US" sz="1600" b="1">
                <a:solidFill>
                  <a:srgbClr val="D5D8DC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prove business value</a:t>
            </a:r>
            <a:r>
              <a:rPr lang="en-US" sz="1600">
                <a:solidFill>
                  <a:srgbClr val="D5D8DC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.</a:t>
            </a:r>
            <a:endParaRPr lang="en-US" sz="1600"/>
          </a:p>
        </p:txBody>
      </p:sp>
      <p:sp>
        <p:nvSpPr>
          <p:cNvPr id="43" name="Shape 3">
            <a:extLst>
              <a:ext uri="{FF2B5EF4-FFF2-40B4-BE49-F238E27FC236}">
                <a16:creationId xmlns:a16="http://schemas.microsoft.com/office/drawing/2014/main" id="{DFE934A2-6AC6-FBAE-0CE0-6AFEDD92D968}"/>
              </a:ext>
            </a:extLst>
          </p:cNvPr>
          <p:cNvSpPr/>
          <p:nvPr/>
        </p:nvSpPr>
        <p:spPr>
          <a:xfrm>
            <a:off x="914400" y="2423160"/>
            <a:ext cx="10360152" cy="1005840"/>
          </a:xfrm>
          <a:prstGeom prst="roundRect">
            <a:avLst>
              <a:gd name="adj" fmla="val 7273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">
            <a:extLst>
              <a:ext uri="{FF2B5EF4-FFF2-40B4-BE49-F238E27FC236}">
                <a16:creationId xmlns:a16="http://schemas.microsoft.com/office/drawing/2014/main" id="{90D86F07-414E-435E-4ED1-03CCB7B6D653}"/>
              </a:ext>
            </a:extLst>
          </p:cNvPr>
          <p:cNvSpPr/>
          <p:nvPr/>
        </p:nvSpPr>
        <p:spPr>
          <a:xfrm>
            <a:off x="914400" y="2423160"/>
            <a:ext cx="73152" cy="100584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5" name="Image 0" descr="v3_p0.svg">
            <a:extLst>
              <a:ext uri="{FF2B5EF4-FFF2-40B4-BE49-F238E27FC236}">
                <a16:creationId xmlns:a16="http://schemas.microsoft.com/office/drawing/2014/main" id="{DB7241B7-6243-6D2A-E969-549821DFA5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80160" y="2697480"/>
            <a:ext cx="411480" cy="411480"/>
          </a:xfrm>
          <a:prstGeom prst="rect">
            <a:avLst/>
          </a:prstGeom>
        </p:spPr>
      </p:pic>
      <p:sp>
        <p:nvSpPr>
          <p:cNvPr id="46" name="Text 5">
            <a:extLst>
              <a:ext uri="{FF2B5EF4-FFF2-40B4-BE49-F238E27FC236}">
                <a16:creationId xmlns:a16="http://schemas.microsoft.com/office/drawing/2014/main" id="{B3F5C15A-4764-42D2-1E9B-133523248D97}"/>
              </a:ext>
            </a:extLst>
          </p:cNvPr>
          <p:cNvSpPr/>
          <p:nvPr/>
        </p:nvSpPr>
        <p:spPr>
          <a:xfrm>
            <a:off x="192024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Can't Locate Failures</a:t>
            </a:r>
            <a:endParaRPr lang="en-US" sz="1600"/>
          </a:p>
        </p:txBody>
      </p:sp>
      <p:sp>
        <p:nvSpPr>
          <p:cNvPr id="47" name="Text 6">
            <a:extLst>
              <a:ext uri="{FF2B5EF4-FFF2-40B4-BE49-F238E27FC236}">
                <a16:creationId xmlns:a16="http://schemas.microsoft.com/office/drawing/2014/main" id="{3544547C-5AFF-3921-7220-A34395A5AE03}"/>
              </a:ext>
            </a:extLst>
          </p:cNvPr>
          <p:cNvSpPr/>
          <p:nvPr/>
        </p:nvSpPr>
        <p:spPr>
          <a:xfrm>
            <a:off x="1920240" y="292608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D5D8DC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Is it the model, the prompt, or the retrieval? Without targeted evals, teams fix the wrong thing for months.</a:t>
            </a:r>
            <a:endParaRPr lang="en-US" sz="1400"/>
          </a:p>
        </p:txBody>
      </p:sp>
      <p:sp>
        <p:nvSpPr>
          <p:cNvPr id="48" name="Shape 7">
            <a:extLst>
              <a:ext uri="{FF2B5EF4-FFF2-40B4-BE49-F238E27FC236}">
                <a16:creationId xmlns:a16="http://schemas.microsoft.com/office/drawing/2014/main" id="{B1319EE1-BA3F-D5F0-4F7E-F471FB0683F1}"/>
              </a:ext>
            </a:extLst>
          </p:cNvPr>
          <p:cNvSpPr/>
          <p:nvPr/>
        </p:nvSpPr>
        <p:spPr>
          <a:xfrm>
            <a:off x="914400" y="3657600"/>
            <a:ext cx="10360152" cy="1005840"/>
          </a:xfrm>
          <a:prstGeom prst="roundRect">
            <a:avLst>
              <a:gd name="adj" fmla="val 7273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8">
            <a:extLst>
              <a:ext uri="{FF2B5EF4-FFF2-40B4-BE49-F238E27FC236}">
                <a16:creationId xmlns:a16="http://schemas.microsoft.com/office/drawing/2014/main" id="{AD8E638D-F90E-3FB9-757B-EE184B019DB2}"/>
              </a:ext>
            </a:extLst>
          </p:cNvPr>
          <p:cNvSpPr/>
          <p:nvPr/>
        </p:nvSpPr>
        <p:spPr>
          <a:xfrm>
            <a:off x="914400" y="3657600"/>
            <a:ext cx="73152" cy="1005840"/>
          </a:xfrm>
          <a:prstGeom prst="rect">
            <a:avLst/>
          </a:prstGeom>
          <a:solidFill>
            <a:srgbClr val="7C59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0" name="Image 1" descr="v3_p1.svg">
            <a:extLst>
              <a:ext uri="{FF2B5EF4-FFF2-40B4-BE49-F238E27FC236}">
                <a16:creationId xmlns:a16="http://schemas.microsoft.com/office/drawing/2014/main" id="{6143291D-CBE0-4E75-5E70-6FF56B227F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80160" y="3931920"/>
            <a:ext cx="411480" cy="411480"/>
          </a:xfrm>
          <a:prstGeom prst="rect">
            <a:avLst/>
          </a:prstGeom>
        </p:spPr>
      </p:pic>
      <p:sp>
        <p:nvSpPr>
          <p:cNvPr id="51" name="Text 9">
            <a:extLst>
              <a:ext uri="{FF2B5EF4-FFF2-40B4-BE49-F238E27FC236}">
                <a16:creationId xmlns:a16="http://schemas.microsoft.com/office/drawing/2014/main" id="{B84D4975-85B3-424F-5003-470118F19DE3}"/>
              </a:ext>
            </a:extLst>
          </p:cNvPr>
          <p:cNvSpPr/>
          <p:nvPr/>
        </p:nvSpPr>
        <p:spPr>
          <a:xfrm>
            <a:off x="1920240" y="3794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Costs Go Unmeasured</a:t>
            </a:r>
            <a:endParaRPr lang="en-US" sz="1600"/>
          </a:p>
        </p:txBody>
      </p:sp>
      <p:sp>
        <p:nvSpPr>
          <p:cNvPr id="52" name="Text 10">
            <a:extLst>
              <a:ext uri="{FF2B5EF4-FFF2-40B4-BE49-F238E27FC236}">
                <a16:creationId xmlns:a16="http://schemas.microsoft.com/office/drawing/2014/main" id="{DFD375B8-AB82-2BCE-2D4D-7CD5DA1F004A}"/>
              </a:ext>
            </a:extLst>
          </p:cNvPr>
          <p:cNvSpPr/>
          <p:nvPr/>
        </p:nvSpPr>
        <p:spPr>
          <a:xfrm>
            <a:off x="1920240" y="416052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D5D8DC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Token usage, latency, and throughput are invisible until budgets spiral or users complain about speed.</a:t>
            </a:r>
            <a:endParaRPr lang="en-US" sz="1400"/>
          </a:p>
        </p:txBody>
      </p:sp>
      <p:sp>
        <p:nvSpPr>
          <p:cNvPr id="53" name="Shape 11">
            <a:extLst>
              <a:ext uri="{FF2B5EF4-FFF2-40B4-BE49-F238E27FC236}">
                <a16:creationId xmlns:a16="http://schemas.microsoft.com/office/drawing/2014/main" id="{48F696A5-08EA-5BE4-55C0-C28435607A50}"/>
              </a:ext>
            </a:extLst>
          </p:cNvPr>
          <p:cNvSpPr/>
          <p:nvPr/>
        </p:nvSpPr>
        <p:spPr>
          <a:xfrm>
            <a:off x="914400" y="4892040"/>
            <a:ext cx="10360152" cy="1005840"/>
          </a:xfrm>
          <a:prstGeom prst="roundRect">
            <a:avLst>
              <a:gd name="adj" fmla="val 7273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12">
            <a:extLst>
              <a:ext uri="{FF2B5EF4-FFF2-40B4-BE49-F238E27FC236}">
                <a16:creationId xmlns:a16="http://schemas.microsoft.com/office/drawing/2014/main" id="{ED6A32F5-DDE1-95E7-B017-1B2E40D8EBB8}"/>
              </a:ext>
            </a:extLst>
          </p:cNvPr>
          <p:cNvSpPr/>
          <p:nvPr/>
        </p:nvSpPr>
        <p:spPr>
          <a:xfrm>
            <a:off x="914400" y="4892040"/>
            <a:ext cx="73152" cy="1005840"/>
          </a:xfrm>
          <a:prstGeom prst="rect">
            <a:avLst/>
          </a:prstGeom>
          <a:solidFill>
            <a:srgbClr val="38EF7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5" name="Image 2" descr="v3_p2.svg">
            <a:extLst>
              <a:ext uri="{FF2B5EF4-FFF2-40B4-BE49-F238E27FC236}">
                <a16:creationId xmlns:a16="http://schemas.microsoft.com/office/drawing/2014/main" id="{ADA68976-6A1B-5E0F-F3C0-9D8D9C437D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80160" y="5166360"/>
            <a:ext cx="411480" cy="411480"/>
          </a:xfrm>
          <a:prstGeom prst="rect">
            <a:avLst/>
          </a:prstGeom>
        </p:spPr>
      </p:pic>
      <p:sp>
        <p:nvSpPr>
          <p:cNvPr id="56" name="Text 13">
            <a:extLst>
              <a:ext uri="{FF2B5EF4-FFF2-40B4-BE49-F238E27FC236}">
                <a16:creationId xmlns:a16="http://schemas.microsoft.com/office/drawing/2014/main" id="{9A08A669-8EAF-812F-C677-CCE9C4D2DD9B}"/>
              </a:ext>
            </a:extLst>
          </p:cNvPr>
          <p:cNvSpPr/>
          <p:nvPr/>
        </p:nvSpPr>
        <p:spPr>
          <a:xfrm>
            <a:off x="1920240" y="5029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No Model Comparison</a:t>
            </a:r>
            <a:endParaRPr lang="en-US" sz="1600"/>
          </a:p>
        </p:txBody>
      </p:sp>
      <p:sp>
        <p:nvSpPr>
          <p:cNvPr id="57" name="Text 14">
            <a:extLst>
              <a:ext uri="{FF2B5EF4-FFF2-40B4-BE49-F238E27FC236}">
                <a16:creationId xmlns:a16="http://schemas.microsoft.com/office/drawing/2014/main" id="{938E54E0-A063-7E5E-39A1-F4C46DAB0E9C}"/>
              </a:ext>
            </a:extLst>
          </p:cNvPr>
          <p:cNvSpPr/>
          <p:nvPr/>
        </p:nvSpPr>
        <p:spPr>
          <a:xfrm>
            <a:off x="1920240" y="539496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D5D8DC"/>
                </a:solidFill>
                <a:latin typeface="Amazon Ember"/>
                <a:ea typeface="Amazon Ember"/>
                <a:cs typeface="Amazon Ember"/>
              </a:rPr>
              <a:t>Upgrading to new foundation models is blocked by lengthy manual testing</a:t>
            </a:r>
          </a:p>
        </p:txBody>
      </p:sp>
      <p:sp>
        <p:nvSpPr>
          <p:cNvPr id="58" name="Text 15">
            <a:extLst>
              <a:ext uri="{FF2B5EF4-FFF2-40B4-BE49-F238E27FC236}">
                <a16:creationId xmlns:a16="http://schemas.microsoft.com/office/drawing/2014/main" id="{28BAF338-3A66-D69B-9333-B39FF4E1D113}"/>
              </a:ext>
            </a:extLst>
          </p:cNvPr>
          <p:cNvSpPr/>
          <p:nvPr/>
        </p:nvSpPr>
        <p:spPr>
          <a:xfrm>
            <a:off x="914400" y="59664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Generic metrics like helpfulness, BLEU, and ROUGE measure NLP tasks, but don’t help with understanding AI agent effectiveness</a:t>
            </a:r>
            <a:endParaRPr lang="en-US" sz="1300"/>
          </a:p>
        </p:txBody>
      </p:sp>
    </p:spTree>
    <p:extLst>
      <p:ext uri="{BB962C8B-B14F-4D97-AF65-F5344CB8AC3E}">
        <p14:creationId xmlns:p14="http://schemas.microsoft.com/office/powerpoint/2010/main" val="3178036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CBFDB8-4F26-53BE-45F4-2BD7AC438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0">
            <a:extLst>
              <a:ext uri="{FF2B5EF4-FFF2-40B4-BE49-F238E27FC236}">
                <a16:creationId xmlns:a16="http://schemas.microsoft.com/office/drawing/2014/main" id="{EC4E18D2-138D-BA31-3364-BAFD6D1AA9BA}"/>
              </a:ext>
            </a:extLst>
          </p:cNvPr>
          <p:cNvSpPr/>
          <p:nvPr/>
        </p:nvSpPr>
        <p:spPr>
          <a:xfrm>
            <a:off x="914400" y="457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500">
                <a:solidFill>
                  <a:srgbClr val="FF8500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EVALUATION MATURITY</a:t>
            </a:r>
            <a:endParaRPr lang="en-US" sz="1400"/>
          </a:p>
        </p:txBody>
      </p:sp>
      <p:sp>
        <p:nvSpPr>
          <p:cNvPr id="25" name="Text 1">
            <a:extLst>
              <a:ext uri="{FF2B5EF4-FFF2-40B4-BE49-F238E27FC236}">
                <a16:creationId xmlns:a16="http://schemas.microsoft.com/office/drawing/2014/main" id="{88943401-F18A-B555-4220-DCB85D5C8406}"/>
              </a:ext>
            </a:extLst>
          </p:cNvPr>
          <p:cNvSpPr/>
          <p:nvPr/>
        </p:nvSpPr>
        <p:spPr>
          <a:xfrm>
            <a:off x="914400" y="1005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>
                <a:solidFill>
                  <a:srgbClr val="F1F3F3"/>
                </a:solidFill>
                <a:latin typeface="Amazon Ember"/>
                <a:ea typeface="Amazon Ember"/>
                <a:cs typeface="Amazon Ember"/>
              </a:rPr>
              <a:t>The Product Development Lifecycle</a:t>
            </a:r>
            <a:endParaRPr lang="en-US" sz="3600"/>
          </a:p>
        </p:txBody>
      </p:sp>
      <p:sp>
        <p:nvSpPr>
          <p:cNvPr id="27" name="Shape 3">
            <a:extLst>
              <a:ext uri="{FF2B5EF4-FFF2-40B4-BE49-F238E27FC236}">
                <a16:creationId xmlns:a16="http://schemas.microsoft.com/office/drawing/2014/main" id="{6B63EDCF-14F1-5CC2-F029-057F80E39EFF}"/>
              </a:ext>
            </a:extLst>
          </p:cNvPr>
          <p:cNvSpPr/>
          <p:nvPr/>
        </p:nvSpPr>
        <p:spPr>
          <a:xfrm>
            <a:off x="1414841" y="2288973"/>
            <a:ext cx="9418320" cy="0"/>
          </a:xfrm>
          <a:prstGeom prst="line">
            <a:avLst/>
          </a:prstGeom>
          <a:noFill/>
          <a:ln w="635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262E269E-A437-85A5-BC18-91F632B1577D}"/>
              </a:ext>
            </a:extLst>
          </p:cNvPr>
          <p:cNvSpPr/>
          <p:nvPr/>
        </p:nvSpPr>
        <p:spPr>
          <a:xfrm>
            <a:off x="2329241" y="1923213"/>
            <a:ext cx="731520" cy="731520"/>
          </a:xfrm>
          <a:prstGeom prst="ellipse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9" name="Image 0" descr="fi_lc0.svg">
            <a:extLst>
              <a:ext uri="{FF2B5EF4-FFF2-40B4-BE49-F238E27FC236}">
                <a16:creationId xmlns:a16="http://schemas.microsoft.com/office/drawing/2014/main" id="{B821978A-9B60-89FC-685B-00236FD1D2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466401" y="2060373"/>
            <a:ext cx="457200" cy="457200"/>
          </a:xfrm>
          <a:prstGeom prst="rect">
            <a:avLst/>
          </a:prstGeom>
        </p:spPr>
      </p:pic>
      <p:sp>
        <p:nvSpPr>
          <p:cNvPr id="30" name="Text 5">
            <a:extLst>
              <a:ext uri="{FF2B5EF4-FFF2-40B4-BE49-F238E27FC236}">
                <a16:creationId xmlns:a16="http://schemas.microsoft.com/office/drawing/2014/main" id="{D0E6A62A-6D97-0FB4-3030-AC89FF0CDFB7}"/>
              </a:ext>
            </a:extLst>
          </p:cNvPr>
          <p:cNvSpPr/>
          <p:nvPr/>
        </p:nvSpPr>
        <p:spPr>
          <a:xfrm>
            <a:off x="1414841" y="2837613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Proof of Concept</a:t>
            </a:r>
            <a:endParaRPr lang="en-US" sz="1800"/>
          </a:p>
        </p:txBody>
      </p:sp>
      <p:sp>
        <p:nvSpPr>
          <p:cNvPr id="31" name="Text 6">
            <a:extLst>
              <a:ext uri="{FF2B5EF4-FFF2-40B4-BE49-F238E27FC236}">
                <a16:creationId xmlns:a16="http://schemas.microsoft.com/office/drawing/2014/main" id="{79B5DBE1-0B19-D7A2-E73D-31DBA1C0106E}"/>
              </a:ext>
            </a:extLst>
          </p:cNvPr>
          <p:cNvSpPr/>
          <p:nvPr/>
        </p:nvSpPr>
        <p:spPr>
          <a:xfrm>
            <a:off x="1414841" y="3249093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>
                <a:solidFill>
                  <a:srgbClr val="FF8500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Does this work at all?</a:t>
            </a:r>
            <a:endParaRPr lang="en-US" sz="1400"/>
          </a:p>
        </p:txBody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099717A2-8254-A997-C080-CB080DE518BA}"/>
              </a:ext>
            </a:extLst>
          </p:cNvPr>
          <p:cNvSpPr/>
          <p:nvPr/>
        </p:nvSpPr>
        <p:spPr>
          <a:xfrm>
            <a:off x="5986841" y="1923213"/>
            <a:ext cx="731520" cy="731520"/>
          </a:xfrm>
          <a:prstGeom prst="ellipse">
            <a:avLst/>
          </a:prstGeom>
          <a:solidFill>
            <a:srgbClr val="7C59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1" descr="fi_lc1.svg">
            <a:extLst>
              <a:ext uri="{FF2B5EF4-FFF2-40B4-BE49-F238E27FC236}">
                <a16:creationId xmlns:a16="http://schemas.microsoft.com/office/drawing/2014/main" id="{5E2C65A3-4641-74CA-31CA-56C231140F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4001" y="2060373"/>
            <a:ext cx="457200" cy="457200"/>
          </a:xfrm>
          <a:prstGeom prst="rect">
            <a:avLst/>
          </a:prstGeom>
        </p:spPr>
      </p:pic>
      <p:sp>
        <p:nvSpPr>
          <p:cNvPr id="35" name="Text 9">
            <a:extLst>
              <a:ext uri="{FF2B5EF4-FFF2-40B4-BE49-F238E27FC236}">
                <a16:creationId xmlns:a16="http://schemas.microsoft.com/office/drawing/2014/main" id="{A89BC916-77E7-E3FD-2C86-3749D683E545}"/>
              </a:ext>
            </a:extLst>
          </p:cNvPr>
          <p:cNvSpPr/>
          <p:nvPr/>
        </p:nvSpPr>
        <p:spPr>
          <a:xfrm>
            <a:off x="5072441" y="2837613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Beta Testing</a:t>
            </a:r>
            <a:endParaRPr lang="en-US" sz="1800"/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63BB225B-EB33-1003-253E-48120CB2EBDD}"/>
              </a:ext>
            </a:extLst>
          </p:cNvPr>
          <p:cNvSpPr/>
          <p:nvPr/>
        </p:nvSpPr>
        <p:spPr>
          <a:xfrm>
            <a:off x="5072441" y="3249093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>
                <a:solidFill>
                  <a:srgbClr val="7C59ED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Will it work at scale?</a:t>
            </a:r>
            <a:endParaRPr lang="en-US" sz="1400"/>
          </a:p>
        </p:txBody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CE0A4817-A35D-C5AE-96F9-A47C5DAD6B76}"/>
              </a:ext>
            </a:extLst>
          </p:cNvPr>
          <p:cNvSpPr/>
          <p:nvPr/>
        </p:nvSpPr>
        <p:spPr>
          <a:xfrm>
            <a:off x="9644441" y="1923213"/>
            <a:ext cx="731520" cy="731520"/>
          </a:xfrm>
          <a:prstGeom prst="ellipse">
            <a:avLst/>
          </a:prstGeom>
          <a:solidFill>
            <a:srgbClr val="38EF7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2" descr="fi_lc2.svg">
            <a:extLst>
              <a:ext uri="{FF2B5EF4-FFF2-40B4-BE49-F238E27FC236}">
                <a16:creationId xmlns:a16="http://schemas.microsoft.com/office/drawing/2014/main" id="{A29C756B-E87E-E8FB-08A3-09F32F0681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81601" y="2060373"/>
            <a:ext cx="457200" cy="457200"/>
          </a:xfrm>
          <a:prstGeom prst="rect">
            <a:avLst/>
          </a:prstGeom>
        </p:spPr>
      </p:pic>
      <p:sp>
        <p:nvSpPr>
          <p:cNvPr id="40" name="Text 13">
            <a:extLst>
              <a:ext uri="{FF2B5EF4-FFF2-40B4-BE49-F238E27FC236}">
                <a16:creationId xmlns:a16="http://schemas.microsoft.com/office/drawing/2014/main" id="{D9CDA13D-9802-7F86-281E-5011DBF0A12E}"/>
              </a:ext>
            </a:extLst>
          </p:cNvPr>
          <p:cNvSpPr/>
          <p:nvPr/>
        </p:nvSpPr>
        <p:spPr>
          <a:xfrm>
            <a:off x="8730041" y="2837613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Scale Out</a:t>
            </a:r>
            <a:endParaRPr lang="en-US" sz="1800"/>
          </a:p>
        </p:txBody>
      </p:sp>
      <p:sp>
        <p:nvSpPr>
          <p:cNvPr id="41" name="Text 14">
            <a:extLst>
              <a:ext uri="{FF2B5EF4-FFF2-40B4-BE49-F238E27FC236}">
                <a16:creationId xmlns:a16="http://schemas.microsoft.com/office/drawing/2014/main" id="{024E1C85-6E75-3470-8665-89E65BA80663}"/>
              </a:ext>
            </a:extLst>
          </p:cNvPr>
          <p:cNvSpPr/>
          <p:nvPr/>
        </p:nvSpPr>
        <p:spPr>
          <a:xfrm>
            <a:off x="8730041" y="3249093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>
                <a:solidFill>
                  <a:srgbClr val="38EF7D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How do we optimize &amp; monitor?</a:t>
            </a:r>
            <a:endParaRPr lang="en-US" sz="1400"/>
          </a:p>
        </p:txBody>
      </p:sp>
      <p:sp>
        <p:nvSpPr>
          <p:cNvPr id="3" name="Text 7">
            <a:extLst>
              <a:ext uri="{FF2B5EF4-FFF2-40B4-BE49-F238E27FC236}">
                <a16:creationId xmlns:a16="http://schemas.microsoft.com/office/drawing/2014/main" id="{C9CBA87B-A325-0FC1-C78E-EB83EFA0C985}"/>
              </a:ext>
            </a:extLst>
          </p:cNvPr>
          <p:cNvSpPr/>
          <p:nvPr/>
        </p:nvSpPr>
        <p:spPr>
          <a:xfrm>
            <a:off x="1173825" y="4023359"/>
            <a:ext cx="40689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n-US" sz="14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Is this the right problem to solve?</a:t>
            </a:r>
          </a:p>
          <a:p>
            <a:pPr marL="342900" indent="-34290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n-US" sz="14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Does it even need GenAI?</a:t>
            </a:r>
            <a:endParaRPr lang="en-US" sz="1400">
              <a:solidFill>
                <a:srgbClr val="FFFFFF"/>
              </a:solidFill>
              <a:latin typeface="Amazon Ember"/>
              <a:ea typeface="Amazon Ember"/>
              <a:cs typeface="Amazon Ember"/>
            </a:endParaRPr>
          </a:p>
          <a:p>
            <a:pPr marL="342900" indent="-34290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n-US" sz="14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How much is it going to cost (ballpark)?</a:t>
            </a:r>
            <a:endParaRPr lang="en-US" sz="1400">
              <a:solidFill>
                <a:srgbClr val="FFFFFF"/>
              </a:solidFill>
              <a:latin typeface="Amazon Ember"/>
              <a:ea typeface="Amazon Ember"/>
              <a:cs typeface="Amazon Ember"/>
            </a:endParaRPr>
          </a:p>
          <a:p>
            <a:pPr marL="342900" indent="-34290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n-US" sz="14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How feasible is the technical design?</a:t>
            </a:r>
            <a:endParaRPr lang="en-US" sz="1400">
              <a:solidFill>
                <a:srgbClr val="FFFFFF"/>
              </a:solidFill>
              <a:latin typeface="Amazon Ember"/>
              <a:ea typeface="Amazon Ember"/>
              <a:cs typeface="Amazon Ember"/>
            </a:endParaRPr>
          </a:p>
        </p:txBody>
      </p:sp>
      <p:sp>
        <p:nvSpPr>
          <p:cNvPr id="6" name="Text 11">
            <a:extLst>
              <a:ext uri="{FF2B5EF4-FFF2-40B4-BE49-F238E27FC236}">
                <a16:creationId xmlns:a16="http://schemas.microsoft.com/office/drawing/2014/main" id="{85923D99-079F-5A6C-AC27-43629E510B3E}"/>
              </a:ext>
            </a:extLst>
          </p:cNvPr>
          <p:cNvSpPr/>
          <p:nvPr/>
        </p:nvSpPr>
        <p:spPr>
          <a:xfrm>
            <a:off x="4959654" y="4191044"/>
            <a:ext cx="35174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n-US" sz="14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What does this </a:t>
            </a:r>
            <a:r>
              <a:rPr lang="en-US" sz="1400" b="1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really</a:t>
            </a:r>
            <a:r>
              <a:rPr lang="en-US" sz="14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 cost? </a:t>
            </a:r>
            <a:endParaRPr lang="en-US"/>
          </a:p>
          <a:p>
            <a:pPr marL="285750" indent="-2857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n-US" sz="14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Is it solving the problem as intended?</a:t>
            </a:r>
            <a:endParaRPr lang="en-US"/>
          </a:p>
          <a:p>
            <a:pPr marL="285750" indent="-2857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n-US" sz="14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Have we considered security, governance, and performance?</a:t>
            </a:r>
          </a:p>
          <a:p>
            <a:pPr marL="285750" indent="-2857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n-US" sz="14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What do we need to go to production?</a:t>
            </a:r>
          </a:p>
        </p:txBody>
      </p:sp>
      <p:sp>
        <p:nvSpPr>
          <p:cNvPr id="8" name="Text 15">
            <a:extLst>
              <a:ext uri="{FF2B5EF4-FFF2-40B4-BE49-F238E27FC236}">
                <a16:creationId xmlns:a16="http://schemas.microsoft.com/office/drawing/2014/main" id="{F3829847-6857-5FFC-361D-06989889796E}"/>
              </a:ext>
            </a:extLst>
          </p:cNvPr>
          <p:cNvSpPr/>
          <p:nvPr/>
        </p:nvSpPr>
        <p:spPr>
          <a:xfrm>
            <a:off x="8961120" y="443484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900"/>
              </a:lnSpc>
              <a:buSzPct val="100000"/>
            </a:pPr>
            <a:endParaRPr lang="en-US">
              <a:ea typeface="Calibri"/>
              <a:cs typeface="Calibri"/>
            </a:endParaRPr>
          </a:p>
        </p:txBody>
      </p:sp>
      <p:sp>
        <p:nvSpPr>
          <p:cNvPr id="9" name="Text 11">
            <a:extLst>
              <a:ext uri="{FF2B5EF4-FFF2-40B4-BE49-F238E27FC236}">
                <a16:creationId xmlns:a16="http://schemas.microsoft.com/office/drawing/2014/main" id="{BCF8B8D1-FCC4-D971-17F1-34D0865FA46E}"/>
              </a:ext>
            </a:extLst>
          </p:cNvPr>
          <p:cNvSpPr/>
          <p:nvPr/>
        </p:nvSpPr>
        <p:spPr>
          <a:xfrm>
            <a:off x="8599324" y="4620693"/>
            <a:ext cx="3195443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ts val="1900"/>
              </a:lnSpc>
              <a:buSzPct val="100000"/>
              <a:buFont typeface="Arial"/>
              <a:buChar char="•"/>
            </a:pPr>
            <a:endParaRPr lang="en-US" sz="1300">
              <a:solidFill>
                <a:srgbClr val="D1D5DB"/>
              </a:solidFill>
              <a:latin typeface="Amazon Ember"/>
              <a:ea typeface="Amazon Ember"/>
              <a:cs typeface="Amazon Ember"/>
            </a:endParaRPr>
          </a:p>
        </p:txBody>
      </p:sp>
      <p:sp>
        <p:nvSpPr>
          <p:cNvPr id="2" name="Text 11">
            <a:extLst>
              <a:ext uri="{FF2B5EF4-FFF2-40B4-BE49-F238E27FC236}">
                <a16:creationId xmlns:a16="http://schemas.microsoft.com/office/drawing/2014/main" id="{1D28A026-64CD-5022-533B-0A5E2C1A89AB}"/>
              </a:ext>
            </a:extLst>
          </p:cNvPr>
          <p:cNvSpPr/>
          <p:nvPr/>
        </p:nvSpPr>
        <p:spPr>
          <a:xfrm>
            <a:off x="8769058" y="3644910"/>
            <a:ext cx="3195443" cy="2455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n-US" sz="14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Does it actually work at scale?</a:t>
            </a:r>
          </a:p>
          <a:p>
            <a:pPr marL="285750" indent="-2857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n-US" sz="14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How is our performance/latency?</a:t>
            </a:r>
          </a:p>
          <a:p>
            <a:pPr marL="285750" indent="-2857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n-US" sz="14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Are we managing model lifecycle and monitoring metrics &amp; drift?</a:t>
            </a:r>
          </a:p>
          <a:p>
            <a:pPr marL="285750" indent="-2857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n-US" sz="14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Are we actually getting our ROI? </a:t>
            </a:r>
          </a:p>
        </p:txBody>
      </p:sp>
    </p:spTree>
    <p:extLst>
      <p:ext uri="{BB962C8B-B14F-4D97-AF65-F5344CB8AC3E}">
        <p14:creationId xmlns:p14="http://schemas.microsoft.com/office/powerpoint/2010/main" val="2066152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A287CB-677E-6E3C-598D-E535C6825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0">
            <a:extLst>
              <a:ext uri="{FF2B5EF4-FFF2-40B4-BE49-F238E27FC236}">
                <a16:creationId xmlns:a16="http://schemas.microsoft.com/office/drawing/2014/main" id="{5946BFE1-E598-D348-5B1E-C9A65721F384}"/>
              </a:ext>
            </a:extLst>
          </p:cNvPr>
          <p:cNvSpPr/>
          <p:nvPr/>
        </p:nvSpPr>
        <p:spPr>
          <a:xfrm>
            <a:off x="914400" y="457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500">
                <a:solidFill>
                  <a:srgbClr val="FF8500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EVALUATION MATURITY</a:t>
            </a:r>
            <a:endParaRPr lang="en-US" sz="1400"/>
          </a:p>
        </p:txBody>
      </p:sp>
      <p:sp>
        <p:nvSpPr>
          <p:cNvPr id="25" name="Text 1">
            <a:extLst>
              <a:ext uri="{FF2B5EF4-FFF2-40B4-BE49-F238E27FC236}">
                <a16:creationId xmlns:a16="http://schemas.microsoft.com/office/drawing/2014/main" id="{9051A68F-E35F-7B01-DF1B-8784C0001583}"/>
              </a:ext>
            </a:extLst>
          </p:cNvPr>
          <p:cNvSpPr/>
          <p:nvPr/>
        </p:nvSpPr>
        <p:spPr>
          <a:xfrm>
            <a:off x="914400" y="1005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The Evaluation Lifecycle</a:t>
            </a:r>
            <a:endParaRPr lang="en-US" sz="3600"/>
          </a:p>
        </p:txBody>
      </p:sp>
      <p:sp>
        <p:nvSpPr>
          <p:cNvPr id="27" name="Shape 3">
            <a:extLst>
              <a:ext uri="{FF2B5EF4-FFF2-40B4-BE49-F238E27FC236}">
                <a16:creationId xmlns:a16="http://schemas.microsoft.com/office/drawing/2014/main" id="{2FB08882-EEFA-1493-BAE2-7F607AEC42AA}"/>
              </a:ext>
            </a:extLst>
          </p:cNvPr>
          <p:cNvSpPr/>
          <p:nvPr/>
        </p:nvSpPr>
        <p:spPr>
          <a:xfrm>
            <a:off x="1414253" y="2286000"/>
            <a:ext cx="9418320" cy="0"/>
          </a:xfrm>
          <a:prstGeom prst="line">
            <a:avLst/>
          </a:prstGeom>
          <a:noFill/>
          <a:ln w="635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A4F97587-6D38-1288-656A-F4A59D350900}"/>
              </a:ext>
            </a:extLst>
          </p:cNvPr>
          <p:cNvSpPr/>
          <p:nvPr/>
        </p:nvSpPr>
        <p:spPr>
          <a:xfrm>
            <a:off x="2328653" y="1920240"/>
            <a:ext cx="731520" cy="731520"/>
          </a:xfrm>
          <a:prstGeom prst="ellipse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9" name="Image 0" descr="fi_lc0.svg">
            <a:extLst>
              <a:ext uri="{FF2B5EF4-FFF2-40B4-BE49-F238E27FC236}">
                <a16:creationId xmlns:a16="http://schemas.microsoft.com/office/drawing/2014/main" id="{DC2850F8-2CD3-C4DF-F92B-E6154E8FE5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65813" y="2057400"/>
            <a:ext cx="457200" cy="457200"/>
          </a:xfrm>
          <a:prstGeom prst="rect">
            <a:avLst/>
          </a:prstGeom>
        </p:spPr>
      </p:pic>
      <p:sp>
        <p:nvSpPr>
          <p:cNvPr id="30" name="Text 5">
            <a:extLst>
              <a:ext uri="{FF2B5EF4-FFF2-40B4-BE49-F238E27FC236}">
                <a16:creationId xmlns:a16="http://schemas.microsoft.com/office/drawing/2014/main" id="{57565942-F6C8-C0DE-04DD-B973320C52BD}"/>
              </a:ext>
            </a:extLst>
          </p:cNvPr>
          <p:cNvSpPr/>
          <p:nvPr/>
        </p:nvSpPr>
        <p:spPr>
          <a:xfrm>
            <a:off x="1414253" y="2834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Proof of Concept</a:t>
            </a:r>
            <a:endParaRPr lang="en-US" sz="1800"/>
          </a:p>
        </p:txBody>
      </p:sp>
      <p:sp>
        <p:nvSpPr>
          <p:cNvPr id="31" name="Text 6">
            <a:extLst>
              <a:ext uri="{FF2B5EF4-FFF2-40B4-BE49-F238E27FC236}">
                <a16:creationId xmlns:a16="http://schemas.microsoft.com/office/drawing/2014/main" id="{04861455-0B30-F615-4406-66FDE4F3ADF7}"/>
              </a:ext>
            </a:extLst>
          </p:cNvPr>
          <p:cNvSpPr/>
          <p:nvPr/>
        </p:nvSpPr>
        <p:spPr>
          <a:xfrm>
            <a:off x="1414253" y="3246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>
                <a:solidFill>
                  <a:srgbClr val="FF8500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Does this work at all?</a:t>
            </a:r>
            <a:endParaRPr lang="en-US" sz="1400"/>
          </a:p>
        </p:txBody>
      </p:sp>
      <p:sp>
        <p:nvSpPr>
          <p:cNvPr id="32" name="Text 7">
            <a:extLst>
              <a:ext uri="{FF2B5EF4-FFF2-40B4-BE49-F238E27FC236}">
                <a16:creationId xmlns:a16="http://schemas.microsoft.com/office/drawing/2014/main" id="{39A364FC-35A5-E613-5879-8E3FED3CDA1D}"/>
              </a:ext>
            </a:extLst>
          </p:cNvPr>
          <p:cNvSpPr/>
          <p:nvPr/>
        </p:nvSpPr>
        <p:spPr>
          <a:xfrm>
            <a:off x="1273283" y="3577322"/>
            <a:ext cx="334137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3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Gut checks and targeted test cases</a:t>
            </a:r>
            <a:endParaRPr lang="en-US" sz="1300"/>
          </a:p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3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Manual error analysis on 50–100 traces</a:t>
            </a:r>
            <a:endParaRPr lang="en-US" sz="1300"/>
          </a:p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3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Identify initial failure modes</a:t>
            </a:r>
            <a:endParaRPr lang="en-US" sz="1300">
              <a:solidFill>
                <a:srgbClr val="FFFFFF"/>
              </a:solidFill>
              <a:latin typeface="Amazon Ember"/>
              <a:ea typeface="Amazon Ember"/>
              <a:cs typeface="Amazon Ember"/>
            </a:endParaRPr>
          </a:p>
        </p:txBody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7C4F4955-5977-1856-FB7F-EF63F6F08362}"/>
              </a:ext>
            </a:extLst>
          </p:cNvPr>
          <p:cNvSpPr/>
          <p:nvPr/>
        </p:nvSpPr>
        <p:spPr>
          <a:xfrm>
            <a:off x="5986253" y="1920240"/>
            <a:ext cx="731520" cy="731520"/>
          </a:xfrm>
          <a:prstGeom prst="ellipse">
            <a:avLst/>
          </a:prstGeom>
          <a:solidFill>
            <a:srgbClr val="7C59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1" descr="fi_lc1.svg">
            <a:extLst>
              <a:ext uri="{FF2B5EF4-FFF2-40B4-BE49-F238E27FC236}">
                <a16:creationId xmlns:a16="http://schemas.microsoft.com/office/drawing/2014/main" id="{8E2C3F44-F150-C736-DC50-CA884737F1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23413" y="2057400"/>
            <a:ext cx="457200" cy="457200"/>
          </a:xfrm>
          <a:prstGeom prst="rect">
            <a:avLst/>
          </a:prstGeom>
        </p:spPr>
      </p:pic>
      <p:sp>
        <p:nvSpPr>
          <p:cNvPr id="35" name="Text 9">
            <a:extLst>
              <a:ext uri="{FF2B5EF4-FFF2-40B4-BE49-F238E27FC236}">
                <a16:creationId xmlns:a16="http://schemas.microsoft.com/office/drawing/2014/main" id="{EC100653-D074-8251-FCE1-83E63501CFD4}"/>
              </a:ext>
            </a:extLst>
          </p:cNvPr>
          <p:cNvSpPr/>
          <p:nvPr/>
        </p:nvSpPr>
        <p:spPr>
          <a:xfrm>
            <a:off x="5071853" y="2834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Beta Testing</a:t>
            </a:r>
            <a:endParaRPr lang="en-US" sz="1800"/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C448C9B5-A5BE-3EEE-7BA6-4E99761D3F46}"/>
              </a:ext>
            </a:extLst>
          </p:cNvPr>
          <p:cNvSpPr/>
          <p:nvPr/>
        </p:nvSpPr>
        <p:spPr>
          <a:xfrm>
            <a:off x="5071853" y="3246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>
                <a:solidFill>
                  <a:srgbClr val="7C59ED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Will it work at scale?</a:t>
            </a:r>
            <a:endParaRPr lang="en-US" sz="1400"/>
          </a:p>
        </p:txBody>
      </p:sp>
      <p:sp>
        <p:nvSpPr>
          <p:cNvPr id="37" name="Text 11">
            <a:extLst>
              <a:ext uri="{FF2B5EF4-FFF2-40B4-BE49-F238E27FC236}">
                <a16:creationId xmlns:a16="http://schemas.microsoft.com/office/drawing/2014/main" id="{D02873E5-00E6-7C64-9BC8-77A9C5B5ED0E}"/>
              </a:ext>
            </a:extLst>
          </p:cNvPr>
          <p:cNvSpPr/>
          <p:nvPr/>
        </p:nvSpPr>
        <p:spPr>
          <a:xfrm>
            <a:off x="4864520" y="3574507"/>
            <a:ext cx="341010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3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Automated eval pipelines</a:t>
            </a:r>
            <a:endParaRPr lang="en-US" sz="130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3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LLM-as-Judge for quality scoring</a:t>
            </a:r>
          </a:p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3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Focus on rapid iteration</a:t>
            </a:r>
          </a:p>
        </p:txBody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A0C3C3CC-75FD-7472-5440-854D4809F234}"/>
              </a:ext>
            </a:extLst>
          </p:cNvPr>
          <p:cNvSpPr/>
          <p:nvPr/>
        </p:nvSpPr>
        <p:spPr>
          <a:xfrm>
            <a:off x="9643853" y="1920240"/>
            <a:ext cx="731520" cy="731520"/>
          </a:xfrm>
          <a:prstGeom prst="ellipse">
            <a:avLst/>
          </a:prstGeom>
          <a:solidFill>
            <a:srgbClr val="38EF7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2" descr="fi_lc2.svg">
            <a:extLst>
              <a:ext uri="{FF2B5EF4-FFF2-40B4-BE49-F238E27FC236}">
                <a16:creationId xmlns:a16="http://schemas.microsoft.com/office/drawing/2014/main" id="{DECD9E5A-067E-86BF-C20D-555E07710F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81013" y="2057400"/>
            <a:ext cx="457200" cy="457200"/>
          </a:xfrm>
          <a:prstGeom prst="rect">
            <a:avLst/>
          </a:prstGeom>
        </p:spPr>
      </p:pic>
      <p:sp>
        <p:nvSpPr>
          <p:cNvPr id="40" name="Text 13">
            <a:extLst>
              <a:ext uri="{FF2B5EF4-FFF2-40B4-BE49-F238E27FC236}">
                <a16:creationId xmlns:a16="http://schemas.microsoft.com/office/drawing/2014/main" id="{674C040B-EADC-38BE-0EFD-897273FE185B}"/>
              </a:ext>
            </a:extLst>
          </p:cNvPr>
          <p:cNvSpPr/>
          <p:nvPr/>
        </p:nvSpPr>
        <p:spPr>
          <a:xfrm>
            <a:off x="8729453" y="2834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Scale Out</a:t>
            </a:r>
            <a:endParaRPr lang="en-US" sz="1800"/>
          </a:p>
        </p:txBody>
      </p:sp>
      <p:sp>
        <p:nvSpPr>
          <p:cNvPr id="41" name="Text 14">
            <a:extLst>
              <a:ext uri="{FF2B5EF4-FFF2-40B4-BE49-F238E27FC236}">
                <a16:creationId xmlns:a16="http://schemas.microsoft.com/office/drawing/2014/main" id="{9173498A-01C9-AE04-F8BF-78E57238CD74}"/>
              </a:ext>
            </a:extLst>
          </p:cNvPr>
          <p:cNvSpPr/>
          <p:nvPr/>
        </p:nvSpPr>
        <p:spPr>
          <a:xfrm>
            <a:off x="8729453" y="3246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>
                <a:solidFill>
                  <a:srgbClr val="38EF7D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How do we optimize &amp; monitor?</a:t>
            </a:r>
            <a:endParaRPr lang="en-US" sz="1400"/>
          </a:p>
        </p:txBody>
      </p:sp>
      <p:sp>
        <p:nvSpPr>
          <p:cNvPr id="42" name="Text 15">
            <a:extLst>
              <a:ext uri="{FF2B5EF4-FFF2-40B4-BE49-F238E27FC236}">
                <a16:creationId xmlns:a16="http://schemas.microsoft.com/office/drawing/2014/main" id="{7AA3AD2D-F4C9-8C69-8F89-679660EEBDBD}"/>
              </a:ext>
            </a:extLst>
          </p:cNvPr>
          <p:cNvSpPr/>
          <p:nvPr/>
        </p:nvSpPr>
        <p:spPr>
          <a:xfrm>
            <a:off x="8958053" y="3577322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3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Online and offline evaluation</a:t>
            </a:r>
            <a:endParaRPr lang="en-US" sz="1300"/>
          </a:p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3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Continuous regression testing</a:t>
            </a:r>
            <a:endParaRPr lang="en-US" sz="1300"/>
          </a:p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3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Cost/latency optimization loops</a:t>
            </a:r>
            <a:endParaRPr lang="en-US" sz="1300"/>
          </a:p>
        </p:txBody>
      </p:sp>
      <p:sp>
        <p:nvSpPr>
          <p:cNvPr id="43" name="Shape 16">
            <a:extLst>
              <a:ext uri="{FF2B5EF4-FFF2-40B4-BE49-F238E27FC236}">
                <a16:creationId xmlns:a16="http://schemas.microsoft.com/office/drawing/2014/main" id="{66B8F508-6218-1CF6-D02A-E95224200ED5}"/>
              </a:ext>
            </a:extLst>
          </p:cNvPr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17">
            <a:extLst>
              <a:ext uri="{FF2B5EF4-FFF2-40B4-BE49-F238E27FC236}">
                <a16:creationId xmlns:a16="http://schemas.microsoft.com/office/drawing/2014/main" id="{31858F31-540B-4E32-D466-11433D2936F2}"/>
              </a:ext>
            </a:extLst>
          </p:cNvPr>
          <p:cNvSpPr/>
          <p:nvPr/>
        </p:nvSpPr>
        <p:spPr>
          <a:xfrm>
            <a:off x="306324" y="6332220"/>
            <a:ext cx="121889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232F3E"/>
                </a:solidFill>
                <a:latin typeface="Amazon Ember"/>
                <a:ea typeface="Amazon Ember"/>
                <a:cs typeface="Amazon Ember"/>
              </a:rPr>
              <a:t>Evaluations should be designed to find errors. Calculating a score is not enough. Create a loop to feed insights back into the system design.</a:t>
            </a:r>
            <a:endParaRPr lang="en-US" sz="1600">
              <a:latin typeface="Amazon Ember"/>
              <a:ea typeface="Amazon Ember"/>
              <a:cs typeface="Amazon Ember"/>
            </a:endParaRP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1D78DD71-CFA1-6C8D-2F2A-3105369FCFD1}"/>
              </a:ext>
            </a:extLst>
          </p:cNvPr>
          <p:cNvSpPr/>
          <p:nvPr/>
        </p:nvSpPr>
        <p:spPr>
          <a:xfrm>
            <a:off x="1720634" y="5775672"/>
            <a:ext cx="1828800" cy="182880"/>
          </a:xfrm>
          <a:prstGeom prst="roundRect">
            <a:avLst/>
          </a:prstGeom>
          <a:solidFill>
            <a:srgbClr val="FF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28554311-2268-E878-2ED9-8875AD7A784F}"/>
              </a:ext>
            </a:extLst>
          </p:cNvPr>
          <p:cNvSpPr/>
          <p:nvPr/>
        </p:nvSpPr>
        <p:spPr>
          <a:xfrm>
            <a:off x="5615197" y="5780413"/>
            <a:ext cx="1828800" cy="182880"/>
          </a:xfrm>
          <a:prstGeom prst="roundRect">
            <a:avLst/>
          </a:prstGeom>
          <a:solidFill>
            <a:srgbClr val="FF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40DF428F-1C8A-6486-E124-41E3EEC2744D}"/>
              </a:ext>
            </a:extLst>
          </p:cNvPr>
          <p:cNvSpPr/>
          <p:nvPr/>
        </p:nvSpPr>
        <p:spPr>
          <a:xfrm>
            <a:off x="5615197" y="5542669"/>
            <a:ext cx="1828800" cy="182880"/>
          </a:xfrm>
          <a:prstGeom prst="roundRect">
            <a:avLst/>
          </a:prstGeom>
          <a:solidFill>
            <a:srgbClr val="CC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EC228A29-9C32-F42C-30FF-656A2CEBF9D6}"/>
              </a:ext>
            </a:extLst>
          </p:cNvPr>
          <p:cNvSpPr/>
          <p:nvPr/>
        </p:nvSpPr>
        <p:spPr>
          <a:xfrm>
            <a:off x="5615197" y="5304925"/>
            <a:ext cx="1828800" cy="182880"/>
          </a:xfrm>
          <a:prstGeom prst="roundRect">
            <a:avLst/>
          </a:prstGeom>
          <a:solidFill>
            <a:srgbClr val="99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423FDCB9-1627-C970-7458-CD145D4A11AB}"/>
              </a:ext>
            </a:extLst>
          </p:cNvPr>
          <p:cNvSpPr/>
          <p:nvPr/>
        </p:nvSpPr>
        <p:spPr>
          <a:xfrm>
            <a:off x="9460973" y="5725549"/>
            <a:ext cx="1828800" cy="182880"/>
          </a:xfrm>
          <a:prstGeom prst="roundRect">
            <a:avLst/>
          </a:prstGeom>
          <a:solidFill>
            <a:srgbClr val="FF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A3892944-2F9C-89D9-4424-594830767A57}"/>
              </a:ext>
            </a:extLst>
          </p:cNvPr>
          <p:cNvSpPr/>
          <p:nvPr/>
        </p:nvSpPr>
        <p:spPr>
          <a:xfrm>
            <a:off x="9460973" y="5487805"/>
            <a:ext cx="1828800" cy="182880"/>
          </a:xfrm>
          <a:prstGeom prst="roundRect">
            <a:avLst/>
          </a:prstGeom>
          <a:solidFill>
            <a:srgbClr val="CC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431C2B11-CFD8-9734-057F-2B199B11ED24}"/>
              </a:ext>
            </a:extLst>
          </p:cNvPr>
          <p:cNvSpPr/>
          <p:nvPr/>
        </p:nvSpPr>
        <p:spPr>
          <a:xfrm>
            <a:off x="9460973" y="5250061"/>
            <a:ext cx="1828800" cy="182880"/>
          </a:xfrm>
          <a:prstGeom prst="roundRect">
            <a:avLst/>
          </a:prstGeom>
          <a:solidFill>
            <a:srgbClr val="99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9DF0D26A-E6E8-30FB-8AC3-E834C9C8834C}"/>
              </a:ext>
            </a:extLst>
          </p:cNvPr>
          <p:cNvSpPr/>
          <p:nvPr/>
        </p:nvSpPr>
        <p:spPr>
          <a:xfrm>
            <a:off x="9460973" y="5012316"/>
            <a:ext cx="1828800" cy="182880"/>
          </a:xfrm>
          <a:prstGeom prst="roundRect">
            <a:avLst/>
          </a:prstGeom>
          <a:solidFill>
            <a:srgbClr val="663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FD2679C4-4D8F-E18C-4E7E-38B2A61519F0}"/>
              </a:ext>
            </a:extLst>
          </p:cNvPr>
          <p:cNvSpPr/>
          <p:nvPr/>
        </p:nvSpPr>
        <p:spPr>
          <a:xfrm>
            <a:off x="9460973" y="4774573"/>
            <a:ext cx="1828800" cy="182880"/>
          </a:xfrm>
          <a:prstGeom prst="roundRect">
            <a:avLst/>
          </a:prstGeom>
          <a:solidFill>
            <a:srgbClr val="4D2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ight Arrow 57">
            <a:extLst>
              <a:ext uri="{FF2B5EF4-FFF2-40B4-BE49-F238E27FC236}">
                <a16:creationId xmlns:a16="http://schemas.microsoft.com/office/drawing/2014/main" id="{2E0801A0-D980-6769-3826-0A27850293EC}"/>
              </a:ext>
            </a:extLst>
          </p:cNvPr>
          <p:cNvSpPr/>
          <p:nvPr/>
        </p:nvSpPr>
        <p:spPr>
          <a:xfrm>
            <a:off x="4107854" y="5428199"/>
            <a:ext cx="411480" cy="201168"/>
          </a:xfrm>
          <a:prstGeom prst="rightArrow">
            <a:avLst/>
          </a:prstGeom>
          <a:solidFill>
            <a:srgbClr val="FF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E3B6BF7D-3DBF-2CCA-93FA-4313FE2A8BE4}"/>
              </a:ext>
            </a:extLst>
          </p:cNvPr>
          <p:cNvSpPr/>
          <p:nvPr/>
        </p:nvSpPr>
        <p:spPr>
          <a:xfrm>
            <a:off x="8317973" y="5407710"/>
            <a:ext cx="411480" cy="201168"/>
          </a:xfrm>
          <a:prstGeom prst="rightArrow">
            <a:avLst/>
          </a:prstGeom>
          <a:solidFill>
            <a:srgbClr val="FF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33B372-E776-22EA-6F57-E2578CD4EB76}"/>
              </a:ext>
            </a:extLst>
          </p:cNvPr>
          <p:cNvSpPr txBox="1"/>
          <p:nvPr/>
        </p:nvSpPr>
        <p:spPr>
          <a:xfrm>
            <a:off x="5035576" y="5961845"/>
            <a:ext cx="3110153" cy="5693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0" algn="l" rtl="0"/>
            <a:r>
              <a:rPr lang="en-US" sz="1300" b="0" i="0" u="none" strike="noStrike">
                <a:solidFill>
                  <a:srgbClr val="D1D5DB"/>
                </a:solidFill>
                <a:latin typeface="Amazon Ember"/>
                <a:ea typeface="Arial"/>
                <a:cs typeface="Arial"/>
              </a:rPr>
              <a:t>Targeted growth of evaluation dataset</a:t>
            </a:r>
            <a:r>
              <a:rPr lang="en-US" sz="1300" b="0" i="0">
                <a:solidFill>
                  <a:srgbClr val="FFFFFF"/>
                </a:solidFill>
                <a:latin typeface="Amazon Ember"/>
                <a:ea typeface="Arial"/>
                <a:cs typeface="Arial"/>
              </a:rPr>
              <a:t>​</a:t>
            </a:r>
            <a:endParaRPr lang="en-US"/>
          </a:p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A49C99-582B-A45A-42F7-462D192A6295}"/>
              </a:ext>
            </a:extLst>
          </p:cNvPr>
          <p:cNvSpPr txBox="1"/>
          <p:nvPr/>
        </p:nvSpPr>
        <p:spPr>
          <a:xfrm>
            <a:off x="1608898" y="5960564"/>
            <a:ext cx="2154809" cy="5693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300">
                <a:solidFill>
                  <a:srgbClr val="D1D5DB"/>
                </a:solidFill>
                <a:latin typeface="Amazon Ember"/>
                <a:cs typeface="Arial"/>
              </a:rPr>
              <a:t>Create evaluation dataset</a:t>
            </a:r>
            <a:endParaRPr lang="en-US" sz="1300">
              <a:solidFill>
                <a:srgbClr val="D1D5DB"/>
              </a:solidFill>
              <a:latin typeface="Amazon Ember"/>
              <a:ea typeface="Amazon Ember"/>
              <a:cs typeface="Arial"/>
            </a:endParaRPr>
          </a:p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85922C-1F63-B4BD-98F2-08FBB132C261}"/>
              </a:ext>
            </a:extLst>
          </p:cNvPr>
          <p:cNvSpPr txBox="1"/>
          <p:nvPr/>
        </p:nvSpPr>
        <p:spPr>
          <a:xfrm>
            <a:off x="8964273" y="5961845"/>
            <a:ext cx="2814450" cy="5693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300">
                <a:solidFill>
                  <a:srgbClr val="D1D5DB"/>
                </a:solidFill>
                <a:latin typeface="Amazon Ember"/>
                <a:cs typeface="Arial"/>
              </a:rPr>
              <a:t>Comprehensive evaluation dataset</a:t>
            </a:r>
            <a:endParaRPr lang="en-US"/>
          </a:p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905EBC-864A-35A3-CD60-63D6C989455A}"/>
              </a:ext>
            </a:extLst>
          </p:cNvPr>
          <p:cNvSpPr txBox="1"/>
          <p:nvPr/>
        </p:nvSpPr>
        <p:spPr>
          <a:xfrm>
            <a:off x="90985" y="5578523"/>
            <a:ext cx="1410269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300">
                <a:solidFill>
                  <a:srgbClr val="D1D5DB"/>
                </a:solidFill>
                <a:latin typeface="Amazon Ember"/>
              </a:rPr>
              <a:t>Evaluation Dataset Growth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361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5F37DE-08F9-A430-BA21-A7F38FFFB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4CA05250-F094-7225-F014-1BABE251014D}"/>
              </a:ext>
            </a:extLst>
          </p:cNvPr>
          <p:cNvSpPr/>
          <p:nvPr/>
        </p:nvSpPr>
        <p:spPr>
          <a:xfrm>
            <a:off x="6217920" y="0"/>
            <a:ext cx="5971032" cy="6858000"/>
          </a:xfrm>
          <a:prstGeom prst="rect">
            <a:avLst/>
          </a:prstGeom>
          <a:solidFill>
            <a:srgbClr val="161D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1">
            <a:extLst>
              <a:ext uri="{FF2B5EF4-FFF2-40B4-BE49-F238E27FC236}">
                <a16:creationId xmlns:a16="http://schemas.microsoft.com/office/drawing/2014/main" id="{7DAEB0AB-B7E9-1C36-3C5A-D1D8ECDAE13F}"/>
              </a:ext>
            </a:extLst>
          </p:cNvPr>
          <p:cNvSpPr/>
          <p:nvPr/>
        </p:nvSpPr>
        <p:spPr>
          <a:xfrm>
            <a:off x="0" y="36576"/>
            <a:ext cx="12188952" cy="0"/>
          </a:xfrm>
          <a:prstGeom prst="line">
            <a:avLst/>
          </a:prstGeom>
          <a:noFill/>
          <a:ln w="38100">
            <a:solidFill>
              <a:srgbClr val="FF8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4BDDD859-8F5B-9F6E-B44E-5344B842B7D5}"/>
              </a:ext>
            </a:extLst>
          </p:cNvPr>
          <p:cNvSpPr/>
          <p:nvPr/>
        </p:nvSpPr>
        <p:spPr>
          <a:xfrm>
            <a:off x="731520" y="457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500">
                <a:solidFill>
                  <a:srgbClr val="FF8500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METHODOLOGY</a:t>
            </a:r>
            <a:endParaRPr lang="en-US" sz="1400"/>
          </a:p>
        </p:txBody>
      </p:sp>
      <p:sp>
        <p:nvSpPr>
          <p:cNvPr id="27" name="Text 3">
            <a:extLst>
              <a:ext uri="{FF2B5EF4-FFF2-40B4-BE49-F238E27FC236}">
                <a16:creationId xmlns:a16="http://schemas.microsoft.com/office/drawing/2014/main" id="{EAD2D9D3-E1CD-7FAB-6552-5D2A1053B76A}"/>
              </a:ext>
            </a:extLst>
          </p:cNvPr>
          <p:cNvSpPr/>
          <p:nvPr/>
        </p:nvSpPr>
        <p:spPr>
          <a:xfrm>
            <a:off x="731520" y="100584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4400"/>
              </a:lnSpc>
            </a:pPr>
            <a:r>
              <a:rPr lang="en-US" sz="3600" b="1">
                <a:solidFill>
                  <a:srgbClr val="F1F3F3"/>
                </a:solidFill>
                <a:latin typeface="Amazon Ember"/>
                <a:ea typeface="Amazon Ember"/>
                <a:cs typeface="Amazon Ember"/>
              </a:rPr>
              <a:t>Understanding the Errors</a:t>
            </a:r>
            <a:endParaRPr lang="en-US"/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9FE91323-D3BD-D6E7-414C-03CE857CCC79}"/>
              </a:ext>
            </a:extLst>
          </p:cNvPr>
          <p:cNvSpPr/>
          <p:nvPr/>
        </p:nvSpPr>
        <p:spPr>
          <a:xfrm>
            <a:off x="731520" y="23774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The most important activity in evaluations is deciding what evals to write in the first place.</a:t>
            </a:r>
            <a:endParaRPr lang="en-US" sz="1500"/>
          </a:p>
        </p:txBody>
      </p:sp>
      <p:sp>
        <p:nvSpPr>
          <p:cNvPr id="29" name="Text 5">
            <a:extLst>
              <a:ext uri="{FF2B5EF4-FFF2-40B4-BE49-F238E27FC236}">
                <a16:creationId xmlns:a16="http://schemas.microsoft.com/office/drawing/2014/main" id="{5DD99EA8-EF97-6213-EBF3-BE57B3174072}"/>
              </a:ext>
            </a:extLst>
          </p:cNvPr>
          <p:cNvSpPr/>
          <p:nvPr/>
        </p:nvSpPr>
        <p:spPr>
          <a:xfrm>
            <a:off x="731520" y="3108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HOW TO APPROACH</a:t>
            </a:r>
            <a:endParaRPr lang="en-US" sz="1200"/>
          </a:p>
        </p:txBody>
      </p:sp>
      <p:sp>
        <p:nvSpPr>
          <p:cNvPr id="30" name="Text 6">
            <a:extLst>
              <a:ext uri="{FF2B5EF4-FFF2-40B4-BE49-F238E27FC236}">
                <a16:creationId xmlns:a16="http://schemas.microsoft.com/office/drawing/2014/main" id="{2F9D8301-7384-6220-61B0-48ADE231A3BA}"/>
              </a:ext>
            </a:extLst>
          </p:cNvPr>
          <p:cNvSpPr/>
          <p:nvPr/>
        </p:nvSpPr>
        <p:spPr>
          <a:xfrm>
            <a:off x="731520" y="338328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Identify failure modes unique to your application and data</a:t>
            </a:r>
            <a:endParaRPr lang="en-US" sz="140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Reveal whether the model, prompt, or retrieval is the bottleneck</a:t>
            </a:r>
            <a:endParaRPr lang="en-US" sz="140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Focus on the first failure in each trace</a:t>
            </a:r>
            <a:endParaRPr lang="en-US" sz="1400"/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CACC5FC7-1367-746F-AF56-A7D7DFC131B0}"/>
              </a:ext>
            </a:extLst>
          </p:cNvPr>
          <p:cNvSpPr/>
          <p:nvPr/>
        </p:nvSpPr>
        <p:spPr>
          <a:xfrm>
            <a:off x="6583680" y="457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FF8500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THE PROCESS</a:t>
            </a:r>
            <a:endParaRPr lang="en-US" sz="1200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F3A657D6-15E9-3740-5129-79B05119E0EF}"/>
              </a:ext>
            </a:extLst>
          </p:cNvPr>
          <p:cNvSpPr/>
          <p:nvPr/>
        </p:nvSpPr>
        <p:spPr>
          <a:xfrm>
            <a:off x="6583680" y="1005840"/>
            <a:ext cx="5029200" cy="1097280"/>
          </a:xfrm>
          <a:prstGeom prst="roundRect">
            <a:avLst>
              <a:gd name="adj" fmla="val 6667"/>
            </a:avLst>
          </a:prstGeom>
          <a:solidFill>
            <a:srgbClr val="1E2A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6372D2A5-30A4-7B6F-0E9C-05437D4003BE}"/>
              </a:ext>
            </a:extLst>
          </p:cNvPr>
          <p:cNvSpPr/>
          <p:nvPr/>
        </p:nvSpPr>
        <p:spPr>
          <a:xfrm>
            <a:off x="6812280" y="1234440"/>
            <a:ext cx="502920" cy="502920"/>
          </a:xfrm>
          <a:prstGeom prst="ellipse">
            <a:avLst/>
          </a:prstGeom>
          <a:solidFill>
            <a:srgbClr val="FF85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01</a:t>
            </a:r>
            <a:endParaRPr lang="en-US" sz="1600"/>
          </a:p>
        </p:txBody>
      </p:sp>
      <p:sp>
        <p:nvSpPr>
          <p:cNvPr id="34" name="Text 10">
            <a:extLst>
              <a:ext uri="{FF2B5EF4-FFF2-40B4-BE49-F238E27FC236}">
                <a16:creationId xmlns:a16="http://schemas.microsoft.com/office/drawing/2014/main" id="{7DDB8729-C27C-233B-AB0D-0E02762D1529}"/>
              </a:ext>
            </a:extLst>
          </p:cNvPr>
          <p:cNvSpPr/>
          <p:nvPr/>
        </p:nvSpPr>
        <p:spPr>
          <a:xfrm>
            <a:off x="7498080" y="11430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Create a Dataset</a:t>
            </a:r>
            <a:endParaRPr lang="en-US" sz="1600"/>
          </a:p>
        </p:txBody>
      </p:sp>
      <p:sp>
        <p:nvSpPr>
          <p:cNvPr id="35" name="Text 11">
            <a:extLst>
              <a:ext uri="{FF2B5EF4-FFF2-40B4-BE49-F238E27FC236}">
                <a16:creationId xmlns:a16="http://schemas.microsoft.com/office/drawing/2014/main" id="{70EF40BF-5F68-7B58-2984-F7DC24E38195}"/>
              </a:ext>
            </a:extLst>
          </p:cNvPr>
          <p:cNvSpPr/>
          <p:nvPr/>
        </p:nvSpPr>
        <p:spPr>
          <a:xfrm>
            <a:off x="7498080" y="15087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Gather 50–100 representative traces from your application</a:t>
            </a:r>
            <a:endParaRPr lang="en-US" sz="1300"/>
          </a:p>
        </p:txBody>
      </p:sp>
      <p:sp>
        <p:nvSpPr>
          <p:cNvPr id="36" name="Shape 12">
            <a:extLst>
              <a:ext uri="{FF2B5EF4-FFF2-40B4-BE49-F238E27FC236}">
                <a16:creationId xmlns:a16="http://schemas.microsoft.com/office/drawing/2014/main" id="{DE50D7FB-87C7-5C93-6F68-DC6FDFBDA3C8}"/>
              </a:ext>
            </a:extLst>
          </p:cNvPr>
          <p:cNvSpPr/>
          <p:nvPr/>
        </p:nvSpPr>
        <p:spPr>
          <a:xfrm>
            <a:off x="6583680" y="2331720"/>
            <a:ext cx="5029200" cy="1097280"/>
          </a:xfrm>
          <a:prstGeom prst="roundRect">
            <a:avLst>
              <a:gd name="adj" fmla="val 6667"/>
            </a:avLst>
          </a:prstGeom>
          <a:solidFill>
            <a:srgbClr val="1E2A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13">
            <a:extLst>
              <a:ext uri="{FF2B5EF4-FFF2-40B4-BE49-F238E27FC236}">
                <a16:creationId xmlns:a16="http://schemas.microsoft.com/office/drawing/2014/main" id="{64DEF6EA-411E-CCFA-5953-C52BA4E756C0}"/>
              </a:ext>
            </a:extLst>
          </p:cNvPr>
          <p:cNvSpPr/>
          <p:nvPr/>
        </p:nvSpPr>
        <p:spPr>
          <a:xfrm>
            <a:off x="6812280" y="2560320"/>
            <a:ext cx="502920" cy="502920"/>
          </a:xfrm>
          <a:prstGeom prst="ellipse">
            <a:avLst/>
          </a:prstGeom>
          <a:solidFill>
            <a:srgbClr val="FF85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02</a:t>
            </a:r>
            <a:endParaRPr lang="en-US" sz="1600"/>
          </a:p>
        </p:txBody>
      </p:sp>
      <p:sp>
        <p:nvSpPr>
          <p:cNvPr id="38" name="Text 14">
            <a:extLst>
              <a:ext uri="{FF2B5EF4-FFF2-40B4-BE49-F238E27FC236}">
                <a16:creationId xmlns:a16="http://schemas.microsoft.com/office/drawing/2014/main" id="{2652AFBC-2F81-9C4D-46FD-D00D89C68DA3}"/>
              </a:ext>
            </a:extLst>
          </p:cNvPr>
          <p:cNvSpPr/>
          <p:nvPr/>
        </p:nvSpPr>
        <p:spPr>
          <a:xfrm>
            <a:off x="749808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>
                <a:solidFill>
                  <a:srgbClr val="F1F3F3"/>
                </a:solidFill>
                <a:latin typeface="Amazon Ember"/>
                <a:ea typeface="Amazon Ember"/>
                <a:cs typeface="Amazon Ember"/>
              </a:rPr>
              <a:t>Review the Errors</a:t>
            </a:r>
            <a:endParaRPr lang="en-US"/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4723F12D-AA14-9CCC-EFB2-81B879BA2967}"/>
              </a:ext>
            </a:extLst>
          </p:cNvPr>
          <p:cNvSpPr/>
          <p:nvPr/>
        </p:nvSpPr>
        <p:spPr>
          <a:xfrm>
            <a:off x="7498080" y="28346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Review traces and write open-ended notes on what went wrong</a:t>
            </a:r>
            <a:endParaRPr lang="en-US" sz="1300"/>
          </a:p>
        </p:txBody>
      </p:sp>
      <p:sp>
        <p:nvSpPr>
          <p:cNvPr id="40" name="Shape 16">
            <a:extLst>
              <a:ext uri="{FF2B5EF4-FFF2-40B4-BE49-F238E27FC236}">
                <a16:creationId xmlns:a16="http://schemas.microsoft.com/office/drawing/2014/main" id="{0A75CAE0-6270-A6F6-8E4E-520D2B96E2C1}"/>
              </a:ext>
            </a:extLst>
          </p:cNvPr>
          <p:cNvSpPr/>
          <p:nvPr/>
        </p:nvSpPr>
        <p:spPr>
          <a:xfrm>
            <a:off x="6583680" y="3657600"/>
            <a:ext cx="5029200" cy="1097280"/>
          </a:xfrm>
          <a:prstGeom prst="roundRect">
            <a:avLst>
              <a:gd name="adj" fmla="val 6667"/>
            </a:avLst>
          </a:prstGeom>
          <a:solidFill>
            <a:srgbClr val="1E2A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17">
            <a:extLst>
              <a:ext uri="{FF2B5EF4-FFF2-40B4-BE49-F238E27FC236}">
                <a16:creationId xmlns:a16="http://schemas.microsoft.com/office/drawing/2014/main" id="{836E3409-D34A-F718-B089-610B1CF61267}"/>
              </a:ext>
            </a:extLst>
          </p:cNvPr>
          <p:cNvSpPr/>
          <p:nvPr/>
        </p:nvSpPr>
        <p:spPr>
          <a:xfrm>
            <a:off x="6812280" y="3886200"/>
            <a:ext cx="502920" cy="502920"/>
          </a:xfrm>
          <a:prstGeom prst="ellipse">
            <a:avLst/>
          </a:prstGeom>
          <a:solidFill>
            <a:srgbClr val="FF85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03</a:t>
            </a:r>
            <a:endParaRPr lang="en-US" sz="1600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851097FD-569F-455C-5DA7-D2AD846EDE88}"/>
              </a:ext>
            </a:extLst>
          </p:cNvPr>
          <p:cNvSpPr/>
          <p:nvPr/>
        </p:nvSpPr>
        <p:spPr>
          <a:xfrm>
            <a:off x="7498080" y="37947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>
                <a:solidFill>
                  <a:srgbClr val="F1F3F3"/>
                </a:solidFill>
                <a:latin typeface="Amazon Ember"/>
                <a:ea typeface="Amazon Ember"/>
                <a:cs typeface="Amazon Ember"/>
              </a:rPr>
              <a:t>Group the Errors</a:t>
            </a:r>
            <a:endParaRPr lang="en-US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9DF1C561-21D9-2C21-F3AE-B0989295526E}"/>
              </a:ext>
            </a:extLst>
          </p:cNvPr>
          <p:cNvSpPr/>
          <p:nvPr/>
        </p:nvSpPr>
        <p:spPr>
          <a:xfrm>
            <a:off x="7498080" y="4160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What patterns are emerging?</a:t>
            </a:r>
            <a:endParaRPr lang="en-US"/>
          </a:p>
        </p:txBody>
      </p:sp>
      <p:sp>
        <p:nvSpPr>
          <p:cNvPr id="44" name="Shape 20">
            <a:extLst>
              <a:ext uri="{FF2B5EF4-FFF2-40B4-BE49-F238E27FC236}">
                <a16:creationId xmlns:a16="http://schemas.microsoft.com/office/drawing/2014/main" id="{5128DF15-D038-15C8-D691-8F36EFF4B859}"/>
              </a:ext>
            </a:extLst>
          </p:cNvPr>
          <p:cNvSpPr/>
          <p:nvPr/>
        </p:nvSpPr>
        <p:spPr>
          <a:xfrm>
            <a:off x="6583680" y="4983480"/>
            <a:ext cx="5029200" cy="1097280"/>
          </a:xfrm>
          <a:prstGeom prst="roundRect">
            <a:avLst>
              <a:gd name="adj" fmla="val 6667"/>
            </a:avLst>
          </a:prstGeom>
          <a:solidFill>
            <a:srgbClr val="1E2A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A07CCBA5-3C2C-B9E0-C86C-E1D86227F347}"/>
              </a:ext>
            </a:extLst>
          </p:cNvPr>
          <p:cNvSpPr/>
          <p:nvPr/>
        </p:nvSpPr>
        <p:spPr>
          <a:xfrm>
            <a:off x="6812280" y="5212080"/>
            <a:ext cx="502920" cy="502920"/>
          </a:xfrm>
          <a:prstGeom prst="ellipse">
            <a:avLst/>
          </a:prstGeom>
          <a:solidFill>
            <a:srgbClr val="FF85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04</a:t>
            </a:r>
            <a:endParaRPr lang="en-US" sz="1600"/>
          </a:p>
        </p:txBody>
      </p:sp>
      <p:sp>
        <p:nvSpPr>
          <p:cNvPr id="46" name="Text 22">
            <a:extLst>
              <a:ext uri="{FF2B5EF4-FFF2-40B4-BE49-F238E27FC236}">
                <a16:creationId xmlns:a16="http://schemas.microsoft.com/office/drawing/2014/main" id="{C6C34C26-80ED-19E5-387A-B47E204832C6}"/>
              </a:ext>
            </a:extLst>
          </p:cNvPr>
          <p:cNvSpPr/>
          <p:nvPr/>
        </p:nvSpPr>
        <p:spPr>
          <a:xfrm>
            <a:off x="7498080" y="51206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Iterate</a:t>
            </a:r>
            <a:endParaRPr lang="en-US" sz="1600"/>
          </a:p>
        </p:txBody>
      </p:sp>
      <p:sp>
        <p:nvSpPr>
          <p:cNvPr id="47" name="Text 23">
            <a:extLst>
              <a:ext uri="{FF2B5EF4-FFF2-40B4-BE49-F238E27FC236}">
                <a16:creationId xmlns:a16="http://schemas.microsoft.com/office/drawing/2014/main" id="{9C926F27-80E1-4102-D06C-D96231AB15D0}"/>
              </a:ext>
            </a:extLst>
          </p:cNvPr>
          <p:cNvSpPr/>
          <p:nvPr/>
        </p:nvSpPr>
        <p:spPr>
          <a:xfrm>
            <a:off x="7498080" y="5486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Keep reviewing until no new failure modes emerge</a:t>
            </a:r>
            <a:endParaRPr lang="en-US" sz="1300"/>
          </a:p>
        </p:txBody>
      </p:sp>
    </p:spTree>
    <p:extLst>
      <p:ext uri="{BB962C8B-B14F-4D97-AF65-F5344CB8AC3E}">
        <p14:creationId xmlns:p14="http://schemas.microsoft.com/office/powerpoint/2010/main" val="2857778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A2EF86-DCA6-6B44-8DD1-2C462987E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36916DC-33E9-161A-ACB1-C33E90FF34C5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80676A0-4CBB-6B5C-6B71-29CDFF6D1F7E}"/>
              </a:ext>
            </a:extLst>
          </p:cNvPr>
          <p:cNvSpPr/>
          <p:nvPr/>
        </p:nvSpPr>
        <p:spPr>
          <a:xfrm>
            <a:off x="731520" y="457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500">
                <a:solidFill>
                  <a:srgbClr val="FF8500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LLM-AS-A-JUDGE</a:t>
            </a:r>
            <a:endParaRPr lang="en-US" sz="1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C733EAC-A4C7-FB13-C118-10305AF38B2D}"/>
              </a:ext>
            </a:extLst>
          </p:cNvPr>
          <p:cNvSpPr/>
          <p:nvPr/>
        </p:nvSpPr>
        <p:spPr>
          <a:xfrm>
            <a:off x="731520" y="1005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LLM-as-a-Judge Basics</a:t>
            </a:r>
            <a:endParaRPr lang="en-US" sz="360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5AD3059-A74F-B620-AB41-B2471C34B472}"/>
              </a:ext>
            </a:extLst>
          </p:cNvPr>
          <p:cNvSpPr/>
          <p:nvPr/>
        </p:nvSpPr>
        <p:spPr>
          <a:xfrm>
            <a:off x="731520" y="1874520"/>
            <a:ext cx="2286000" cy="0"/>
          </a:xfrm>
          <a:prstGeom prst="line">
            <a:avLst/>
          </a:prstGeom>
          <a:noFill/>
          <a:ln w="50800">
            <a:solidFill>
              <a:srgbClr val="FF8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A8D23B58-F2AD-1EFE-ECB4-51FFC3E5CF8D}"/>
              </a:ext>
            </a:extLst>
          </p:cNvPr>
          <p:cNvSpPr/>
          <p:nvPr/>
        </p:nvSpPr>
        <p:spPr>
          <a:xfrm>
            <a:off x="731520" y="2023281"/>
            <a:ext cx="9530686" cy="3998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Use a language model to evaluate another model's output against a </a:t>
            </a:r>
            <a:r>
              <a:rPr lang="en-US" sz="1600" b="1" i="1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human-reviewed</a:t>
            </a:r>
            <a:r>
              <a:rPr lang="en-US" sz="1600" b="1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 </a:t>
            </a:r>
            <a:r>
              <a:rPr lang="en-US" sz="16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gold standard.</a:t>
            </a:r>
            <a:endParaRPr lang="en-US" sz="1600">
              <a:latin typeface="Amazon Ember"/>
              <a:ea typeface="Amazon Ember"/>
              <a:cs typeface="Amazon Ember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F2AE098D-E06D-D9E5-B632-4432FDDECC89}"/>
              </a:ext>
            </a:extLst>
          </p:cNvPr>
          <p:cNvSpPr/>
          <p:nvPr/>
        </p:nvSpPr>
        <p:spPr>
          <a:xfrm>
            <a:off x="457200" y="283464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E3FA5C0-782E-800A-848F-51931B225041}"/>
              </a:ext>
            </a:extLst>
          </p:cNvPr>
          <p:cNvSpPr/>
          <p:nvPr/>
        </p:nvSpPr>
        <p:spPr>
          <a:xfrm>
            <a:off x="640080" y="3017520"/>
            <a:ext cx="502920" cy="502920"/>
          </a:xfrm>
          <a:prstGeom prst="ellipse">
            <a:avLst/>
          </a:prstGeom>
          <a:solidFill>
            <a:srgbClr val="FF85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1</a:t>
            </a:r>
            <a:endParaRPr lang="en-US" sz="20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B4BD7408-9708-D13C-1423-614A003CB240}"/>
              </a:ext>
            </a:extLst>
          </p:cNvPr>
          <p:cNvSpPr/>
          <p:nvPr/>
        </p:nvSpPr>
        <p:spPr>
          <a:xfrm>
            <a:off x="1280160" y="30632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Gold Standard Set</a:t>
            </a:r>
            <a:endParaRPr lang="en-US" sz="16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53D214EE-6C81-7A60-0BEF-FDBA1992D9F0}"/>
              </a:ext>
            </a:extLst>
          </p:cNvPr>
          <p:cNvSpPr/>
          <p:nvPr/>
        </p:nvSpPr>
        <p:spPr>
          <a:xfrm>
            <a:off x="640080" y="3749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100+ input/output pairs</a:t>
            </a:r>
            <a:endParaRPr lang="en-US" sz="1400"/>
          </a:p>
          <a:p>
            <a:pPr marL="0" indent="0">
              <a:lnSpc>
                <a:spcPts val="2000"/>
              </a:lnSpc>
              <a:buNone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defining expected results</a:t>
            </a:r>
            <a:endParaRPr lang="en-US" sz="14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F1F81240-9B5A-6031-CD19-25D13E989E39}"/>
              </a:ext>
            </a:extLst>
          </p:cNvPr>
          <p:cNvSpPr/>
          <p:nvPr/>
        </p:nvSpPr>
        <p:spPr>
          <a:xfrm>
            <a:off x="3337560" y="283464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F4A7B346-E5DE-C14F-2918-3A1C2BA04FD2}"/>
              </a:ext>
            </a:extLst>
          </p:cNvPr>
          <p:cNvSpPr/>
          <p:nvPr/>
        </p:nvSpPr>
        <p:spPr>
          <a:xfrm>
            <a:off x="3520440" y="3017520"/>
            <a:ext cx="502920" cy="502920"/>
          </a:xfrm>
          <a:prstGeom prst="ellipse">
            <a:avLst/>
          </a:prstGeom>
          <a:solidFill>
            <a:srgbClr val="FF85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2</a:t>
            </a:r>
            <a:endParaRPr lang="en-US" sz="200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B28A2B85-4815-409F-F872-70E0F6B7151D}"/>
              </a:ext>
            </a:extLst>
          </p:cNvPr>
          <p:cNvSpPr/>
          <p:nvPr/>
        </p:nvSpPr>
        <p:spPr>
          <a:xfrm>
            <a:off x="4160520" y="30632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Generate Response</a:t>
            </a:r>
            <a:endParaRPr lang="en-US" sz="16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E1ADCD74-2CA7-8165-985B-B8E084AA92A5}"/>
              </a:ext>
            </a:extLst>
          </p:cNvPr>
          <p:cNvSpPr/>
          <p:nvPr/>
        </p:nvSpPr>
        <p:spPr>
          <a:xfrm>
            <a:off x="3520440" y="3749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Run input through your</a:t>
            </a:r>
            <a:endParaRPr lang="en-US" sz="1400"/>
          </a:p>
          <a:p>
            <a:pPr marL="0" indent="0">
              <a:lnSpc>
                <a:spcPts val="2000"/>
              </a:lnSpc>
              <a:buNone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GenAI pipeline</a:t>
            </a:r>
            <a:endParaRPr lang="en-US" sz="140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C3B74573-87DD-AC70-6E96-A591694F5CC3}"/>
              </a:ext>
            </a:extLst>
          </p:cNvPr>
          <p:cNvSpPr/>
          <p:nvPr/>
        </p:nvSpPr>
        <p:spPr>
          <a:xfrm>
            <a:off x="6217920" y="283464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D87F17B7-A267-1D34-9EAA-8E0E36512976}"/>
              </a:ext>
            </a:extLst>
          </p:cNvPr>
          <p:cNvSpPr/>
          <p:nvPr/>
        </p:nvSpPr>
        <p:spPr>
          <a:xfrm>
            <a:off x="6400800" y="3017520"/>
            <a:ext cx="502920" cy="502920"/>
          </a:xfrm>
          <a:prstGeom prst="ellipse">
            <a:avLst/>
          </a:prstGeom>
          <a:solidFill>
            <a:srgbClr val="FF85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3</a:t>
            </a:r>
            <a:endParaRPr lang="en-US" sz="200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CDF35C8-101F-628F-426E-814C5DEE6739}"/>
              </a:ext>
            </a:extLst>
          </p:cNvPr>
          <p:cNvSpPr/>
          <p:nvPr/>
        </p:nvSpPr>
        <p:spPr>
          <a:xfrm>
            <a:off x="7040880" y="30632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Judge Evaluates</a:t>
            </a:r>
            <a:endParaRPr lang="en-US" sz="16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CB3C215E-07F0-D3ED-7995-83693C7F725E}"/>
              </a:ext>
            </a:extLst>
          </p:cNvPr>
          <p:cNvSpPr/>
          <p:nvPr/>
        </p:nvSpPr>
        <p:spPr>
          <a:xfrm>
            <a:off x="6400800" y="3749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LLM compares output to</a:t>
            </a:r>
            <a:endParaRPr lang="en-US" sz="1400"/>
          </a:p>
          <a:p>
            <a:pPr marL="0" indent="0">
              <a:lnSpc>
                <a:spcPts val="2000"/>
              </a:lnSpc>
              <a:buNone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gold standard with rubric</a:t>
            </a:r>
            <a:endParaRPr lang="en-US" sz="140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44558436-D151-A91F-F6DE-30D17F46055C}"/>
              </a:ext>
            </a:extLst>
          </p:cNvPr>
          <p:cNvSpPr/>
          <p:nvPr/>
        </p:nvSpPr>
        <p:spPr>
          <a:xfrm>
            <a:off x="9098280" y="283464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80B0B80D-0946-3E6B-D06A-F58A5FB26586}"/>
              </a:ext>
            </a:extLst>
          </p:cNvPr>
          <p:cNvSpPr/>
          <p:nvPr/>
        </p:nvSpPr>
        <p:spPr>
          <a:xfrm>
            <a:off x="9281160" y="3017520"/>
            <a:ext cx="502920" cy="502920"/>
          </a:xfrm>
          <a:prstGeom prst="ellipse">
            <a:avLst/>
          </a:prstGeom>
          <a:solidFill>
            <a:srgbClr val="FF85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4</a:t>
            </a:r>
            <a:endParaRPr lang="en-US" sz="200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AA8F2681-40B1-CA6A-2AA3-DA16F91AA219}"/>
              </a:ext>
            </a:extLst>
          </p:cNvPr>
          <p:cNvSpPr/>
          <p:nvPr/>
        </p:nvSpPr>
        <p:spPr>
          <a:xfrm>
            <a:off x="9921240" y="30632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Score + Reasoning</a:t>
            </a:r>
            <a:endParaRPr lang="en-US" sz="1600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0172FAF1-939C-EC00-2B1B-42D7E4D9CB18}"/>
              </a:ext>
            </a:extLst>
          </p:cNvPr>
          <p:cNvSpPr/>
          <p:nvPr/>
        </p:nvSpPr>
        <p:spPr>
          <a:xfrm>
            <a:off x="9281160" y="3749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Binary pass/fail with</a:t>
            </a:r>
            <a:endParaRPr lang="en-US" sz="1400"/>
          </a:p>
          <a:p>
            <a:pPr marL="0" indent="0">
              <a:lnSpc>
                <a:spcPts val="2000"/>
              </a:lnSpc>
              <a:buNone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explanation of failures</a:t>
            </a:r>
            <a:endParaRPr lang="en-US" sz="140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78215F00-A1D9-57AB-508F-DFFD22440E1D}"/>
              </a:ext>
            </a:extLst>
          </p:cNvPr>
          <p:cNvSpPr/>
          <p:nvPr/>
        </p:nvSpPr>
        <p:spPr>
          <a:xfrm>
            <a:off x="3200400" y="4023360"/>
            <a:ext cx="274320" cy="0"/>
          </a:xfrm>
          <a:prstGeom prst="line">
            <a:avLst/>
          </a:prstGeom>
          <a:noFill/>
          <a:ln w="25400">
            <a:solidFill>
              <a:srgbClr val="FF850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22">
            <a:extLst>
              <a:ext uri="{FF2B5EF4-FFF2-40B4-BE49-F238E27FC236}">
                <a16:creationId xmlns:a16="http://schemas.microsoft.com/office/drawing/2014/main" id="{8F327212-D652-5EAE-116D-F08008F190E4}"/>
              </a:ext>
            </a:extLst>
          </p:cNvPr>
          <p:cNvSpPr/>
          <p:nvPr/>
        </p:nvSpPr>
        <p:spPr>
          <a:xfrm>
            <a:off x="6080760" y="4023360"/>
            <a:ext cx="274320" cy="0"/>
          </a:xfrm>
          <a:prstGeom prst="line">
            <a:avLst/>
          </a:prstGeom>
          <a:noFill/>
          <a:ln w="25400">
            <a:solidFill>
              <a:srgbClr val="FF850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23">
            <a:extLst>
              <a:ext uri="{FF2B5EF4-FFF2-40B4-BE49-F238E27FC236}">
                <a16:creationId xmlns:a16="http://schemas.microsoft.com/office/drawing/2014/main" id="{625504F4-9423-A132-4595-D45AB14F7342}"/>
              </a:ext>
            </a:extLst>
          </p:cNvPr>
          <p:cNvSpPr/>
          <p:nvPr/>
        </p:nvSpPr>
        <p:spPr>
          <a:xfrm>
            <a:off x="8961120" y="4023360"/>
            <a:ext cx="274320" cy="0"/>
          </a:xfrm>
          <a:prstGeom prst="line">
            <a:avLst/>
          </a:prstGeom>
          <a:noFill/>
          <a:ln w="25400">
            <a:solidFill>
              <a:srgbClr val="FF850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24">
            <a:extLst>
              <a:ext uri="{FF2B5EF4-FFF2-40B4-BE49-F238E27FC236}">
                <a16:creationId xmlns:a16="http://schemas.microsoft.com/office/drawing/2014/main" id="{3F03C5C0-53DC-627B-DA4E-647F437F0772}"/>
              </a:ext>
            </a:extLst>
          </p:cNvPr>
          <p:cNvSpPr/>
          <p:nvPr/>
        </p:nvSpPr>
        <p:spPr>
          <a:xfrm>
            <a:off x="457200" y="5577840"/>
            <a:ext cx="11274552" cy="640080"/>
          </a:xfrm>
          <a:prstGeom prst="roundRect">
            <a:avLst>
              <a:gd name="adj" fmla="val 8571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25">
            <a:extLst>
              <a:ext uri="{FF2B5EF4-FFF2-40B4-BE49-F238E27FC236}">
                <a16:creationId xmlns:a16="http://schemas.microsoft.com/office/drawing/2014/main" id="{7A80E2BE-5F10-3F4E-04CF-10DE6039950E}"/>
              </a:ext>
            </a:extLst>
          </p:cNvPr>
          <p:cNvSpPr/>
          <p:nvPr/>
        </p:nvSpPr>
        <p:spPr>
          <a:xfrm>
            <a:off x="457200" y="5577840"/>
            <a:ext cx="73152" cy="640080"/>
          </a:xfrm>
          <a:prstGeom prst="rect">
            <a:avLst/>
          </a:prstGeom>
          <a:solidFill>
            <a:srgbClr val="41B3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26">
            <a:extLst>
              <a:ext uri="{FF2B5EF4-FFF2-40B4-BE49-F238E27FC236}">
                <a16:creationId xmlns:a16="http://schemas.microsoft.com/office/drawing/2014/main" id="{C3EA35E9-F6A0-C291-FA92-A168D05E3057}"/>
              </a:ext>
            </a:extLst>
          </p:cNvPr>
          <p:cNvSpPr/>
          <p:nvPr/>
        </p:nvSpPr>
        <p:spPr>
          <a:xfrm>
            <a:off x="822960" y="562356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i="1">
                <a:solidFill>
                  <a:srgbClr val="F1F3F3"/>
                </a:solidFill>
                <a:latin typeface="Amazon Ember"/>
                <a:ea typeface="Amazon Ember"/>
                <a:cs typeface="Amazon Ember"/>
              </a:rPr>
              <a:t>GenAI evals produce reasoning, not just scores. </a:t>
            </a:r>
          </a:p>
          <a:p>
            <a:r>
              <a:rPr lang="en-US" sz="1500" b="1" i="1">
                <a:solidFill>
                  <a:srgbClr val="F1F3F3"/>
                </a:solidFill>
                <a:latin typeface="Amazon Ember"/>
                <a:ea typeface="Amazon Ember"/>
                <a:cs typeface="Amazon Ember"/>
              </a:rPr>
              <a:t>Calibrate with human review, use binary questions to maximize accuracy, and always inspect the judge's reasoning.</a:t>
            </a:r>
            <a:endParaRPr lang="en-US" sz="1500">
              <a:latin typeface="Amazon Ember"/>
              <a:ea typeface="Amazon Ember"/>
              <a:cs typeface="Amazon Ember"/>
            </a:endParaRPr>
          </a:p>
        </p:txBody>
      </p:sp>
    </p:spTree>
    <p:extLst>
      <p:ext uri="{BB962C8B-B14F-4D97-AF65-F5344CB8AC3E}">
        <p14:creationId xmlns:p14="http://schemas.microsoft.com/office/powerpoint/2010/main" val="613712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6363F2-DBBB-302A-E67C-761EB2436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C9FFA10-2F1C-B9B0-7EAB-9FB18C4FD444}"/>
              </a:ext>
            </a:extLst>
          </p:cNvPr>
          <p:cNvSpPr/>
          <p:nvPr/>
        </p:nvSpPr>
        <p:spPr>
          <a:xfrm>
            <a:off x="914400" y="457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500">
                <a:solidFill>
                  <a:srgbClr val="FF8500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LLM-AS-A-JUDGE</a:t>
            </a:r>
            <a:endParaRPr lang="en-US" sz="14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0AC9C97-AAAA-301D-7FA0-C8616FAFCFE4}"/>
              </a:ext>
            </a:extLst>
          </p:cNvPr>
          <p:cNvSpPr/>
          <p:nvPr/>
        </p:nvSpPr>
        <p:spPr>
          <a:xfrm>
            <a:off x="914400" y="1005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Building Your Gold Standard Dataset</a:t>
            </a:r>
            <a:endParaRPr lang="en-US" sz="36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648E25D-1098-EBF7-AE20-EEE4226A6BBB}"/>
              </a:ext>
            </a:extLst>
          </p:cNvPr>
          <p:cNvSpPr/>
          <p:nvPr/>
        </p:nvSpPr>
        <p:spPr>
          <a:xfrm>
            <a:off x="914400" y="1828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The gold standard dataset is the backbone of every evaluation. Here's how to build one.</a:t>
            </a:r>
            <a:endParaRPr lang="en-US" sz="1600">
              <a:latin typeface="Amazon Ember"/>
              <a:ea typeface="Amazon Ember"/>
              <a:cs typeface="Amazon Ember"/>
            </a:endParaRP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1A41FB79-BB5C-FA26-5EC0-1355F03A4B1B}"/>
              </a:ext>
            </a:extLst>
          </p:cNvPr>
          <p:cNvSpPr/>
          <p:nvPr/>
        </p:nvSpPr>
        <p:spPr>
          <a:xfrm>
            <a:off x="904033" y="2441096"/>
            <a:ext cx="10360152" cy="777240"/>
          </a:xfrm>
          <a:prstGeom prst="roundRect">
            <a:avLst>
              <a:gd name="adj" fmla="val 7059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0532D7A-338C-F5BA-C130-8A858824D3D2}"/>
              </a:ext>
            </a:extLst>
          </p:cNvPr>
          <p:cNvSpPr/>
          <p:nvPr/>
        </p:nvSpPr>
        <p:spPr>
          <a:xfrm>
            <a:off x="904033" y="2441096"/>
            <a:ext cx="73152" cy="77724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EAFB22D-8579-129A-B9D7-027BECE8C87A}"/>
              </a:ext>
            </a:extLst>
          </p:cNvPr>
          <p:cNvSpPr/>
          <p:nvPr/>
        </p:nvSpPr>
        <p:spPr>
          <a:xfrm>
            <a:off x="1269793" y="25325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Input/output pairs for each step</a:t>
            </a:r>
            <a:endParaRPr lang="en-US" sz="150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A53BD1-D610-4AAD-7602-35984F58F267}"/>
              </a:ext>
            </a:extLst>
          </p:cNvPr>
          <p:cNvSpPr/>
          <p:nvPr/>
        </p:nvSpPr>
        <p:spPr>
          <a:xfrm>
            <a:off x="1269793" y="2825144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Build separate datasets per pipeline stage rather than  evaluating end-to-end only.</a:t>
            </a:r>
            <a:endParaRPr lang="en-US" sz="1300">
              <a:latin typeface="Amazon Ember"/>
              <a:ea typeface="Amazon Ember"/>
              <a:cs typeface="Amazon Ember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0F0EB970-C37E-E21F-2E0A-B58406263DA3}"/>
              </a:ext>
            </a:extLst>
          </p:cNvPr>
          <p:cNvSpPr/>
          <p:nvPr/>
        </p:nvSpPr>
        <p:spPr>
          <a:xfrm>
            <a:off x="904033" y="3446936"/>
            <a:ext cx="10360152" cy="777240"/>
          </a:xfrm>
          <a:prstGeom prst="roundRect">
            <a:avLst>
              <a:gd name="adj" fmla="val 7059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2E51C4B4-D810-5598-4FAA-EE29A87FF4F3}"/>
              </a:ext>
            </a:extLst>
          </p:cNvPr>
          <p:cNvSpPr/>
          <p:nvPr/>
        </p:nvSpPr>
        <p:spPr>
          <a:xfrm>
            <a:off x="904033" y="3446936"/>
            <a:ext cx="73152" cy="77724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FF1FDCDD-03EF-20AF-92E2-1AED6D5902BE}"/>
              </a:ext>
            </a:extLst>
          </p:cNvPr>
          <p:cNvSpPr/>
          <p:nvPr/>
        </p:nvSpPr>
        <p:spPr>
          <a:xfrm>
            <a:off x="1269793" y="3538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100+ test cases minimum</a:t>
            </a:r>
            <a:endParaRPr lang="en-US" sz="150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0D5D066D-8193-F406-3150-993C22E678EC}"/>
              </a:ext>
            </a:extLst>
          </p:cNvPr>
          <p:cNvSpPr/>
          <p:nvPr/>
        </p:nvSpPr>
        <p:spPr>
          <a:xfrm>
            <a:off x="1269793" y="3830984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Add data for known failure states. Edge cases may only need 3–5 examples.</a:t>
            </a:r>
            <a:endParaRPr lang="en-US" sz="130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0775F6B1-DDC6-458B-9B61-FB8665682AAE}"/>
              </a:ext>
            </a:extLst>
          </p:cNvPr>
          <p:cNvSpPr/>
          <p:nvPr/>
        </p:nvSpPr>
        <p:spPr>
          <a:xfrm>
            <a:off x="904033" y="4452776"/>
            <a:ext cx="10360152" cy="777240"/>
          </a:xfrm>
          <a:prstGeom prst="roundRect">
            <a:avLst>
              <a:gd name="adj" fmla="val 7059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75829F6E-196B-46A0-4C17-F1AD03C2C5CD}"/>
              </a:ext>
            </a:extLst>
          </p:cNvPr>
          <p:cNvSpPr/>
          <p:nvPr/>
        </p:nvSpPr>
        <p:spPr>
          <a:xfrm>
            <a:off x="904033" y="4452776"/>
            <a:ext cx="73152" cy="77724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B2D64622-B1E6-B937-F884-032E0A814EC4}"/>
              </a:ext>
            </a:extLst>
          </p:cNvPr>
          <p:cNvSpPr/>
          <p:nvPr/>
        </p:nvSpPr>
        <p:spPr>
          <a:xfrm>
            <a:off x="1269793" y="454421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Include negative intent examples</a:t>
            </a:r>
            <a:endParaRPr lang="en-US" sz="15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25444896-A0EE-347C-10EF-ADC8B4F79940}"/>
              </a:ext>
            </a:extLst>
          </p:cNvPr>
          <p:cNvSpPr/>
          <p:nvPr/>
        </p:nvSpPr>
        <p:spPr>
          <a:xfrm>
            <a:off x="1269793" y="4836824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Test adversarial inputs (users who intentionally try to abuse or break the system)</a:t>
            </a:r>
            <a:endParaRPr lang="en-US" sz="1300"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40696A86-DD5D-CAFA-80E5-1C591FB98B42}"/>
              </a:ext>
            </a:extLst>
          </p:cNvPr>
          <p:cNvSpPr/>
          <p:nvPr/>
        </p:nvSpPr>
        <p:spPr>
          <a:xfrm>
            <a:off x="904033" y="5458616"/>
            <a:ext cx="10360152" cy="777240"/>
          </a:xfrm>
          <a:prstGeom prst="roundRect">
            <a:avLst>
              <a:gd name="adj" fmla="val 7059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50E40D29-FDF1-EBD6-3095-8E8F67781F03}"/>
              </a:ext>
            </a:extLst>
          </p:cNvPr>
          <p:cNvSpPr/>
          <p:nvPr/>
        </p:nvSpPr>
        <p:spPr>
          <a:xfrm>
            <a:off x="904033" y="5458616"/>
            <a:ext cx="73152" cy="77724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BA266459-96D2-D65F-C4AB-8707B6210BD8}"/>
              </a:ext>
            </a:extLst>
          </p:cNvPr>
          <p:cNvSpPr/>
          <p:nvPr/>
        </p:nvSpPr>
        <p:spPr>
          <a:xfrm>
            <a:off x="1269793" y="55500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Grow with user feedback</a:t>
            </a:r>
            <a:endParaRPr lang="en-US" sz="15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AC998550-2936-F8C6-9E80-81B31588DBB2}"/>
              </a:ext>
            </a:extLst>
          </p:cNvPr>
          <p:cNvSpPr/>
          <p:nvPr/>
        </p:nvSpPr>
        <p:spPr>
          <a:xfrm>
            <a:off x="1269793" y="5842664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Add real failure cases as they surface in production. Your dataset is never finished.</a:t>
            </a:r>
            <a:endParaRPr lang="en-US" sz="1300"/>
          </a:p>
        </p:txBody>
      </p:sp>
    </p:spTree>
    <p:extLst>
      <p:ext uri="{BB962C8B-B14F-4D97-AF65-F5344CB8AC3E}">
        <p14:creationId xmlns:p14="http://schemas.microsoft.com/office/powerpoint/2010/main" val="886281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AC6842-9D1A-F2A8-AAC4-018377D85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42CE224-3A7A-BCD5-536C-0D581713E04E}"/>
              </a:ext>
            </a:extLst>
          </p:cNvPr>
          <p:cNvSpPr/>
          <p:nvPr/>
        </p:nvSpPr>
        <p:spPr>
          <a:xfrm>
            <a:off x="914400" y="457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500">
                <a:solidFill>
                  <a:srgbClr val="FF8500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LLM-AS-A-JUDGE</a:t>
            </a:r>
            <a:endParaRPr lang="en-US" sz="14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772962F-9F8E-B02D-258F-E1037F1DEC72}"/>
              </a:ext>
            </a:extLst>
          </p:cNvPr>
          <p:cNvSpPr/>
          <p:nvPr/>
        </p:nvSpPr>
        <p:spPr>
          <a:xfrm>
            <a:off x="914400" y="1005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Use Binary Pass/Fail, Not Scales</a:t>
            </a:r>
            <a:endParaRPr lang="en-US" sz="36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6F90BF0-74F3-A144-E1D8-EAC678298F01}"/>
              </a:ext>
            </a:extLst>
          </p:cNvPr>
          <p:cNvSpPr/>
          <p:nvPr/>
        </p:nvSpPr>
        <p:spPr>
          <a:xfrm>
            <a:off x="914400" y="1828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Example result to evaluate: "A spider has 7 legs, no wings, and spins webs."</a:t>
            </a:r>
            <a:endParaRPr lang="en-US" sz="150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14A7CA37-E529-B9DD-454F-A70C25253811}"/>
              </a:ext>
            </a:extLst>
          </p:cNvPr>
          <p:cNvSpPr/>
          <p:nvPr/>
        </p:nvSpPr>
        <p:spPr>
          <a:xfrm>
            <a:off x="548640" y="2560320"/>
            <a:ext cx="5303520" cy="3474720"/>
          </a:xfrm>
          <a:prstGeom prst="roundRect">
            <a:avLst>
              <a:gd name="adj" fmla="val 2632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BAE008B-627C-4831-9A8E-93F15C7BE7AE}"/>
              </a:ext>
            </a:extLst>
          </p:cNvPr>
          <p:cNvSpPr/>
          <p:nvPr/>
        </p:nvSpPr>
        <p:spPr>
          <a:xfrm>
            <a:off x="548640" y="2560320"/>
            <a:ext cx="5303520" cy="64008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ADFD897-B143-A9C2-AB6C-2FA144B6F648}"/>
              </a:ext>
            </a:extLst>
          </p:cNvPr>
          <p:cNvSpPr/>
          <p:nvPr/>
        </p:nvSpPr>
        <p:spPr>
          <a:xfrm>
            <a:off x="822960" y="2743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00" b="1">
                <a:solidFill>
                  <a:srgbClr val="FF8500"/>
                </a:solidFill>
                <a:latin typeface="Amazon Ember"/>
                <a:ea typeface="Amazon Ember"/>
                <a:cs typeface="Amazon Ember"/>
              </a:rPr>
              <a:t>✅  </a:t>
            </a:r>
            <a:r>
              <a:rPr lang="en-US" b="1">
                <a:solidFill>
                  <a:srgbClr val="FF8500"/>
                </a:solidFill>
                <a:latin typeface="Amazon Ember"/>
                <a:ea typeface="Amazon Ember"/>
                <a:cs typeface="Amazon Ember"/>
              </a:rPr>
              <a:t>GOOD: Binary</a:t>
            </a:r>
            <a:r>
              <a:rPr lang="en-US" sz="1800" b="1">
                <a:solidFill>
                  <a:srgbClr val="FF8500"/>
                </a:solidFill>
                <a:latin typeface="Amazon Ember"/>
                <a:ea typeface="Amazon Ember"/>
                <a:cs typeface="Amazon Ember"/>
              </a:rPr>
              <a:t> Questions</a:t>
            </a:r>
            <a:endParaRPr lang="en-US" sz="1800">
              <a:latin typeface="Amazon Ember"/>
              <a:ea typeface="Amazon Ember"/>
              <a:cs typeface="Amazon Ember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FA2A8826-FCCA-0AFD-8E1F-394A68390E03}"/>
              </a:ext>
            </a:extLst>
          </p:cNvPr>
          <p:cNvSpPr/>
          <p:nvPr/>
        </p:nvSpPr>
        <p:spPr>
          <a:xfrm>
            <a:off x="822960" y="32004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Based on the result, respond to each</a:t>
            </a:r>
            <a:endParaRPr lang="en-US" sz="1400"/>
          </a:p>
          <a:p>
            <a:pPr marL="0" indent="0">
              <a:lnSpc>
                <a:spcPts val="2000"/>
              </a:lnSpc>
              <a:buNone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question with yes or no:</a:t>
            </a:r>
            <a:endParaRPr lang="en-US" sz="14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871006D-1E7C-A5B4-5D94-1049023E2C6F}"/>
              </a:ext>
            </a:extLst>
          </p:cNvPr>
          <p:cNvSpPr/>
          <p:nvPr/>
        </p:nvSpPr>
        <p:spPr>
          <a:xfrm>
            <a:off x="822960" y="38404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Is the number of legs correct?</a:t>
            </a:r>
            <a:endParaRPr lang="en-US" sz="140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Is the number of wings correct?</a:t>
            </a:r>
            <a:endParaRPr lang="en-US" sz="140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Are webs mentioned?</a:t>
            </a:r>
            <a:endParaRPr lang="en-US" sz="14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85B9D0F9-3A88-E89F-775D-57FD0C3D6128}"/>
              </a:ext>
            </a:extLst>
          </p:cNvPr>
          <p:cNvSpPr/>
          <p:nvPr/>
        </p:nvSpPr>
        <p:spPr>
          <a:xfrm>
            <a:off x="822960" y="5303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Forces clear, decomposed thinking</a:t>
            </a:r>
            <a:endParaRPr lang="en-US" sz="13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C13DE7BA-548C-E88C-8B8C-E295D7B97B80}"/>
              </a:ext>
            </a:extLst>
          </p:cNvPr>
          <p:cNvSpPr/>
          <p:nvPr/>
        </p:nvSpPr>
        <p:spPr>
          <a:xfrm>
            <a:off x="6217920" y="2560320"/>
            <a:ext cx="5303520" cy="3474720"/>
          </a:xfrm>
          <a:prstGeom prst="roundRect">
            <a:avLst>
              <a:gd name="adj" fmla="val 2632"/>
            </a:avLst>
          </a:prstGeom>
          <a:solidFill>
            <a:srgbClr val="161D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94A0FC1A-9EB5-6385-5E8D-9B3619CD1055}"/>
              </a:ext>
            </a:extLst>
          </p:cNvPr>
          <p:cNvSpPr/>
          <p:nvPr/>
        </p:nvSpPr>
        <p:spPr>
          <a:xfrm>
            <a:off x="6217920" y="2560320"/>
            <a:ext cx="5303520" cy="64008"/>
          </a:xfrm>
          <a:prstGeom prst="rect">
            <a:avLst/>
          </a:prstGeom>
          <a:solidFill>
            <a:srgbClr val="6C7A8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5F0A3947-2A18-AAF2-2195-A7F0AC2BC493}"/>
              </a:ext>
            </a:extLst>
          </p:cNvPr>
          <p:cNvSpPr/>
          <p:nvPr/>
        </p:nvSpPr>
        <p:spPr>
          <a:xfrm>
            <a:off x="6492240" y="2743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00" b="1">
                <a:solidFill>
                  <a:srgbClr val="9BA4AE"/>
                </a:solidFill>
                <a:latin typeface="Amazon Ember"/>
                <a:ea typeface="Amazon Ember"/>
                <a:cs typeface="Amazon Ember"/>
              </a:rPr>
              <a:t>❌  </a:t>
            </a:r>
            <a:r>
              <a:rPr lang="en-US" b="1">
                <a:solidFill>
                  <a:srgbClr val="9BA4AE"/>
                </a:solidFill>
                <a:latin typeface="Amazon Ember"/>
                <a:ea typeface="Amazon Ember"/>
                <a:cs typeface="Amazon Ember"/>
              </a:rPr>
              <a:t>BAD: Scale</a:t>
            </a:r>
            <a:r>
              <a:rPr lang="en-US" sz="1800" b="1">
                <a:solidFill>
                  <a:srgbClr val="9BA4AE"/>
                </a:solidFill>
                <a:latin typeface="Amazon Ember"/>
                <a:ea typeface="Amazon Ember"/>
                <a:cs typeface="Amazon Ember"/>
              </a:rPr>
              <a:t> Rating</a:t>
            </a:r>
            <a:endParaRPr lang="en-US" sz="1800">
              <a:latin typeface="Amazon Ember"/>
              <a:ea typeface="Amazon Ember"/>
              <a:cs typeface="Amazon Ember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89EB486-781D-D182-9F18-3FC75C7640C9}"/>
              </a:ext>
            </a:extLst>
          </p:cNvPr>
          <p:cNvSpPr/>
          <p:nvPr/>
        </p:nvSpPr>
        <p:spPr>
          <a:xfrm>
            <a:off x="6492240" y="32004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>
                <a:solidFill>
                  <a:srgbClr val="6C7A89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Based on the result, on a scale of 0 to 5,</a:t>
            </a:r>
            <a:endParaRPr lang="en-US" sz="1400"/>
          </a:p>
          <a:p>
            <a:pPr marL="0" indent="0">
              <a:lnSpc>
                <a:spcPts val="2000"/>
              </a:lnSpc>
              <a:buNone/>
            </a:pPr>
            <a:r>
              <a:rPr lang="en-US" sz="1400">
                <a:solidFill>
                  <a:srgbClr val="6C7A89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how factually accurate is the result?</a:t>
            </a:r>
            <a:endParaRPr lang="en-US" sz="140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DDFC4E86-105B-03F1-DC58-11D06C3255F8}"/>
              </a:ext>
            </a:extLst>
          </p:cNvPr>
          <p:cNvSpPr/>
          <p:nvPr/>
        </p:nvSpPr>
        <p:spPr>
          <a:xfrm>
            <a:off x="6492240" y="38404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>
                <a:solidFill>
                  <a:srgbClr val="6C7A89"/>
                </a:solidFill>
                <a:latin typeface="Amazon Ember"/>
                <a:ea typeface="Amazon Ember"/>
                <a:cs typeface="Amazon Ember"/>
              </a:rPr>
              <a:t>Subjective! What does a 3 mean?</a:t>
            </a:r>
            <a:endParaRPr lang="en-US" sz="1400">
              <a:latin typeface="Amazon Ember"/>
              <a:ea typeface="Amazon Ember"/>
              <a:cs typeface="Amazon Ember"/>
            </a:endParaRPr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>
                <a:solidFill>
                  <a:srgbClr val="6C7A89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Forces implicit reasoning</a:t>
            </a:r>
            <a:endParaRPr lang="en-US" sz="140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>
                <a:solidFill>
                  <a:srgbClr val="6C7A89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Different judges give different scores</a:t>
            </a:r>
            <a:endParaRPr lang="en-US" sz="14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1284A3E3-E9DF-102F-E814-3A9651226D5F}"/>
              </a:ext>
            </a:extLst>
          </p:cNvPr>
          <p:cNvSpPr/>
          <p:nvPr/>
        </p:nvSpPr>
        <p:spPr>
          <a:xfrm>
            <a:off x="6492240" y="5303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>
                <a:solidFill>
                  <a:srgbClr val="6C7A89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Vague, inconsistent, not actionable</a:t>
            </a:r>
            <a:endParaRPr lang="en-US" sz="130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D2DFD754-2016-6EE1-A9CC-CA0AD0C5561F}"/>
              </a:ext>
            </a:extLst>
          </p:cNvPr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AA2E5ED1-668F-13F0-3A8E-283520C811C3}"/>
              </a:ext>
            </a:extLst>
          </p:cNvPr>
          <p:cNvSpPr/>
          <p:nvPr/>
        </p:nvSpPr>
        <p:spPr>
          <a:xfrm>
            <a:off x="914400" y="6309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>
                <a:solidFill>
                  <a:srgbClr val="232F3E"/>
                </a:solidFill>
                <a:latin typeface="Amazon Ember"/>
                <a:ea typeface="Amazon Ember"/>
                <a:cs typeface="Amazon Ember"/>
              </a:rPr>
              <a:t>Binary evaluations force clearer thinking and faster decisions. One judge per metric.</a:t>
            </a: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1865279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4EB35A-B316-E778-AE85-B24D5D3B7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>
            <a:extLst>
              <a:ext uri="{FF2B5EF4-FFF2-40B4-BE49-F238E27FC236}">
                <a16:creationId xmlns:a16="http://schemas.microsoft.com/office/drawing/2014/main" id="{E399987C-E2ED-1990-CA12-8730AC78FC8E}"/>
              </a:ext>
            </a:extLst>
          </p:cNvPr>
          <p:cNvSpPr/>
          <p:nvPr/>
        </p:nvSpPr>
        <p:spPr>
          <a:xfrm>
            <a:off x="914400" y="457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500">
                <a:solidFill>
                  <a:srgbClr val="FF8500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BEST PRACTICES</a:t>
            </a:r>
            <a:endParaRPr lang="en-US" sz="1400"/>
          </a:p>
        </p:txBody>
      </p:sp>
      <p:sp>
        <p:nvSpPr>
          <p:cNvPr id="47" name="Text 1">
            <a:extLst>
              <a:ext uri="{FF2B5EF4-FFF2-40B4-BE49-F238E27FC236}">
                <a16:creationId xmlns:a16="http://schemas.microsoft.com/office/drawing/2014/main" id="{552BD76D-B269-150D-CEB8-524CF1CBEF7B}"/>
              </a:ext>
            </a:extLst>
          </p:cNvPr>
          <p:cNvSpPr/>
          <p:nvPr/>
        </p:nvSpPr>
        <p:spPr>
          <a:xfrm>
            <a:off x="914400" y="817581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The Best Evaluations Are...</a:t>
            </a:r>
            <a:endParaRPr lang="en-US" sz="3600"/>
          </a:p>
        </p:txBody>
      </p:sp>
      <p:sp>
        <p:nvSpPr>
          <p:cNvPr id="48" name="Shape 2">
            <a:extLst>
              <a:ext uri="{FF2B5EF4-FFF2-40B4-BE49-F238E27FC236}">
                <a16:creationId xmlns:a16="http://schemas.microsoft.com/office/drawing/2014/main" id="{16DB4FE0-1BA1-C2C5-8423-A4646B097D69}"/>
              </a:ext>
            </a:extLst>
          </p:cNvPr>
          <p:cNvSpPr/>
          <p:nvPr/>
        </p:nvSpPr>
        <p:spPr>
          <a:xfrm>
            <a:off x="548640" y="1737360"/>
            <a:ext cx="5394960" cy="2103120"/>
          </a:xfrm>
          <a:prstGeom prst="roundRect">
            <a:avLst>
              <a:gd name="adj" fmla="val 4348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3">
            <a:extLst>
              <a:ext uri="{FF2B5EF4-FFF2-40B4-BE49-F238E27FC236}">
                <a16:creationId xmlns:a16="http://schemas.microsoft.com/office/drawing/2014/main" id="{68F991FB-DEC0-8718-1906-5BBA4B68A9D1}"/>
              </a:ext>
            </a:extLst>
          </p:cNvPr>
          <p:cNvSpPr/>
          <p:nvPr/>
        </p:nvSpPr>
        <p:spPr>
          <a:xfrm>
            <a:off x="548640" y="1737360"/>
            <a:ext cx="73152" cy="210312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0" name="Image 0" descr="fi_bp0.svg">
            <a:extLst>
              <a:ext uri="{FF2B5EF4-FFF2-40B4-BE49-F238E27FC236}">
                <a16:creationId xmlns:a16="http://schemas.microsoft.com/office/drawing/2014/main" id="{EA33FCAE-6DF5-79F1-D403-F919CE74F0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8680" y="2011680"/>
            <a:ext cx="457200" cy="457200"/>
          </a:xfrm>
          <a:prstGeom prst="rect">
            <a:avLst/>
          </a:prstGeom>
        </p:spPr>
      </p:pic>
      <p:sp>
        <p:nvSpPr>
          <p:cNvPr id="51" name="Text 4">
            <a:extLst>
              <a:ext uri="{FF2B5EF4-FFF2-40B4-BE49-F238E27FC236}">
                <a16:creationId xmlns:a16="http://schemas.microsoft.com/office/drawing/2014/main" id="{9CDD3EAD-E252-06EA-8E62-EC9904E351E6}"/>
              </a:ext>
            </a:extLst>
          </p:cNvPr>
          <p:cNvSpPr/>
          <p:nvPr/>
        </p:nvSpPr>
        <p:spPr>
          <a:xfrm>
            <a:off x="1508760" y="19202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Fast</a:t>
            </a:r>
            <a:endParaRPr lang="en-US" sz="2000"/>
          </a:p>
        </p:txBody>
      </p:sp>
      <p:sp>
        <p:nvSpPr>
          <p:cNvPr id="52" name="Text 5">
            <a:extLst>
              <a:ext uri="{FF2B5EF4-FFF2-40B4-BE49-F238E27FC236}">
                <a16:creationId xmlns:a16="http://schemas.microsoft.com/office/drawing/2014/main" id="{A99C2F46-1E01-F487-2A2A-B890EDDE4628}"/>
              </a:ext>
            </a:extLst>
          </p:cNvPr>
          <p:cNvSpPr/>
          <p:nvPr/>
        </p:nvSpPr>
        <p:spPr>
          <a:xfrm>
            <a:off x="1508760" y="237744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Production systems go through 1,000+ iterations.</a:t>
            </a:r>
          </a:p>
          <a:p>
            <a:pPr>
              <a:lnSpc>
                <a:spcPts val="2000"/>
              </a:lnSpc>
            </a:pPr>
            <a:r>
              <a:rPr lang="en-US" sz="14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Each iteration should be evaluated.</a:t>
            </a:r>
          </a:p>
          <a:p>
            <a:pPr>
              <a:lnSpc>
                <a:spcPts val="2000"/>
              </a:lnSpc>
            </a:pPr>
            <a:r>
              <a:rPr lang="en-US" sz="14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The faster you evaluate, the faster you move through the product development lifecycle.</a:t>
            </a:r>
          </a:p>
        </p:txBody>
      </p:sp>
      <p:sp>
        <p:nvSpPr>
          <p:cNvPr id="53" name="Shape 6">
            <a:extLst>
              <a:ext uri="{FF2B5EF4-FFF2-40B4-BE49-F238E27FC236}">
                <a16:creationId xmlns:a16="http://schemas.microsoft.com/office/drawing/2014/main" id="{BD91859F-0A79-2CBF-409C-BFE7D1E43648}"/>
              </a:ext>
            </a:extLst>
          </p:cNvPr>
          <p:cNvSpPr/>
          <p:nvPr/>
        </p:nvSpPr>
        <p:spPr>
          <a:xfrm>
            <a:off x="6217920" y="1737360"/>
            <a:ext cx="5394960" cy="2103120"/>
          </a:xfrm>
          <a:prstGeom prst="roundRect">
            <a:avLst>
              <a:gd name="adj" fmla="val 4348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7">
            <a:extLst>
              <a:ext uri="{FF2B5EF4-FFF2-40B4-BE49-F238E27FC236}">
                <a16:creationId xmlns:a16="http://schemas.microsoft.com/office/drawing/2014/main" id="{EEAA9475-5CE6-8778-1441-73BB3E3325AC}"/>
              </a:ext>
            </a:extLst>
          </p:cNvPr>
          <p:cNvSpPr/>
          <p:nvPr/>
        </p:nvSpPr>
        <p:spPr>
          <a:xfrm>
            <a:off x="6217920" y="1737360"/>
            <a:ext cx="73152" cy="2103120"/>
          </a:xfrm>
          <a:prstGeom prst="rect">
            <a:avLst/>
          </a:prstGeom>
          <a:solidFill>
            <a:srgbClr val="7C59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5" name="Image 1" descr="fi_bp1.svg">
            <a:extLst>
              <a:ext uri="{FF2B5EF4-FFF2-40B4-BE49-F238E27FC236}">
                <a16:creationId xmlns:a16="http://schemas.microsoft.com/office/drawing/2014/main" id="{99FFB3E6-66B2-578D-753A-5EAC20E29D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37960" y="2011680"/>
            <a:ext cx="457200" cy="457200"/>
          </a:xfrm>
          <a:prstGeom prst="rect">
            <a:avLst/>
          </a:prstGeom>
        </p:spPr>
      </p:pic>
      <p:sp>
        <p:nvSpPr>
          <p:cNvPr id="56" name="Text 8">
            <a:extLst>
              <a:ext uri="{FF2B5EF4-FFF2-40B4-BE49-F238E27FC236}">
                <a16:creationId xmlns:a16="http://schemas.microsoft.com/office/drawing/2014/main" id="{E98F4319-AD39-8F66-5AD0-DE0803DE26C1}"/>
              </a:ext>
            </a:extLst>
          </p:cNvPr>
          <p:cNvSpPr/>
          <p:nvPr/>
        </p:nvSpPr>
        <p:spPr>
          <a:xfrm>
            <a:off x="7178040" y="19202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Targeted</a:t>
            </a:r>
            <a:endParaRPr lang="en-US" sz="2000"/>
          </a:p>
        </p:txBody>
      </p:sp>
      <p:sp>
        <p:nvSpPr>
          <p:cNvPr id="57" name="Text 9">
            <a:extLst>
              <a:ext uri="{FF2B5EF4-FFF2-40B4-BE49-F238E27FC236}">
                <a16:creationId xmlns:a16="http://schemas.microsoft.com/office/drawing/2014/main" id="{8D7BB2D4-D467-0698-730C-6AEC32E18D1F}"/>
              </a:ext>
            </a:extLst>
          </p:cNvPr>
          <p:cNvSpPr/>
          <p:nvPr/>
        </p:nvSpPr>
        <p:spPr>
          <a:xfrm>
            <a:off x="7178040" y="237744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Design evals to locate problems. Locating</a:t>
            </a:r>
            <a:endParaRPr lang="en-US" sz="1400"/>
          </a:p>
          <a:p>
            <a:pPr marL="0" indent="0">
              <a:lnSpc>
                <a:spcPts val="2000"/>
              </a:lnSpc>
              <a:buNone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is harder than fixing. Build multiple gold</a:t>
            </a:r>
            <a:endParaRPr lang="en-US" sz="1400"/>
          </a:p>
          <a:p>
            <a:pPr marL="0" indent="0">
              <a:lnSpc>
                <a:spcPts val="2000"/>
              </a:lnSpc>
              <a:buNone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standard datasets, one per pipeline step.</a:t>
            </a:r>
            <a:endParaRPr lang="en-US" sz="1400"/>
          </a:p>
        </p:txBody>
      </p:sp>
      <p:sp>
        <p:nvSpPr>
          <p:cNvPr id="58" name="Shape 10">
            <a:extLst>
              <a:ext uri="{FF2B5EF4-FFF2-40B4-BE49-F238E27FC236}">
                <a16:creationId xmlns:a16="http://schemas.microsoft.com/office/drawing/2014/main" id="{85C3B138-EB5A-0E9F-2389-2F144B27804E}"/>
              </a:ext>
            </a:extLst>
          </p:cNvPr>
          <p:cNvSpPr/>
          <p:nvPr/>
        </p:nvSpPr>
        <p:spPr>
          <a:xfrm>
            <a:off x="548640" y="4114800"/>
            <a:ext cx="5394960" cy="2103120"/>
          </a:xfrm>
          <a:prstGeom prst="roundRect">
            <a:avLst>
              <a:gd name="adj" fmla="val 4348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Shape 11">
            <a:extLst>
              <a:ext uri="{FF2B5EF4-FFF2-40B4-BE49-F238E27FC236}">
                <a16:creationId xmlns:a16="http://schemas.microsoft.com/office/drawing/2014/main" id="{96B62E7A-7EA3-3584-DAC0-1F06D7075590}"/>
              </a:ext>
            </a:extLst>
          </p:cNvPr>
          <p:cNvSpPr/>
          <p:nvPr/>
        </p:nvSpPr>
        <p:spPr>
          <a:xfrm>
            <a:off x="548640" y="4114800"/>
            <a:ext cx="73152" cy="2103120"/>
          </a:xfrm>
          <a:prstGeom prst="rect">
            <a:avLst/>
          </a:prstGeom>
          <a:solidFill>
            <a:srgbClr val="38EF7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0" name="Image 2" descr="fi_bp2.svg">
            <a:extLst>
              <a:ext uri="{FF2B5EF4-FFF2-40B4-BE49-F238E27FC236}">
                <a16:creationId xmlns:a16="http://schemas.microsoft.com/office/drawing/2014/main" id="{9860A5DB-CE28-653F-B110-316AC210A1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8680" y="4389120"/>
            <a:ext cx="457200" cy="457200"/>
          </a:xfrm>
          <a:prstGeom prst="rect">
            <a:avLst/>
          </a:prstGeom>
        </p:spPr>
      </p:pic>
      <p:sp>
        <p:nvSpPr>
          <p:cNvPr id="61" name="Text 12">
            <a:extLst>
              <a:ext uri="{FF2B5EF4-FFF2-40B4-BE49-F238E27FC236}">
                <a16:creationId xmlns:a16="http://schemas.microsoft.com/office/drawing/2014/main" id="{15C9A6AE-4DE4-D15A-57A1-CC0645964E33}"/>
              </a:ext>
            </a:extLst>
          </p:cNvPr>
          <p:cNvSpPr/>
          <p:nvPr/>
        </p:nvSpPr>
        <p:spPr>
          <a:xfrm>
            <a:off x="1508760" y="42976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Diverse</a:t>
            </a:r>
            <a:endParaRPr lang="en-US" sz="2000"/>
          </a:p>
        </p:txBody>
      </p:sp>
      <p:sp>
        <p:nvSpPr>
          <p:cNvPr id="62" name="Text 13">
            <a:extLst>
              <a:ext uri="{FF2B5EF4-FFF2-40B4-BE49-F238E27FC236}">
                <a16:creationId xmlns:a16="http://schemas.microsoft.com/office/drawing/2014/main" id="{8AA586FA-47E9-9BD0-41C8-32906C906801}"/>
              </a:ext>
            </a:extLst>
          </p:cNvPr>
          <p:cNvSpPr/>
          <p:nvPr/>
        </p:nvSpPr>
        <p:spPr>
          <a:xfrm>
            <a:off x="1508760" y="475488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100+ test cases per gold standard set.</a:t>
            </a:r>
            <a:endParaRPr lang="en-US" sz="1400"/>
          </a:p>
          <a:p>
            <a:pPr marL="0" indent="0">
              <a:lnSpc>
                <a:spcPts val="2000"/>
              </a:lnSpc>
              <a:buNone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Include edge cases (3–5 examples each).</a:t>
            </a:r>
            <a:endParaRPr lang="en-US" sz="1400"/>
          </a:p>
          <a:p>
            <a:pPr marL="0" indent="0">
              <a:lnSpc>
                <a:spcPts val="2000"/>
              </a:lnSpc>
              <a:buNone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Add negative intent / adversarial examples.</a:t>
            </a:r>
            <a:endParaRPr lang="en-US" sz="1400"/>
          </a:p>
        </p:txBody>
      </p:sp>
      <p:sp>
        <p:nvSpPr>
          <p:cNvPr id="63" name="Shape 14">
            <a:extLst>
              <a:ext uri="{FF2B5EF4-FFF2-40B4-BE49-F238E27FC236}">
                <a16:creationId xmlns:a16="http://schemas.microsoft.com/office/drawing/2014/main" id="{E3E16058-B01C-6409-7EEF-37C9F347133B}"/>
              </a:ext>
            </a:extLst>
          </p:cNvPr>
          <p:cNvSpPr/>
          <p:nvPr/>
        </p:nvSpPr>
        <p:spPr>
          <a:xfrm>
            <a:off x="6217920" y="4114800"/>
            <a:ext cx="5394960" cy="2103120"/>
          </a:xfrm>
          <a:prstGeom prst="roundRect">
            <a:avLst>
              <a:gd name="adj" fmla="val 4348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Shape 15">
            <a:extLst>
              <a:ext uri="{FF2B5EF4-FFF2-40B4-BE49-F238E27FC236}">
                <a16:creationId xmlns:a16="http://schemas.microsoft.com/office/drawing/2014/main" id="{6646E988-F54F-373B-9926-EA3172AB97FF}"/>
              </a:ext>
            </a:extLst>
          </p:cNvPr>
          <p:cNvSpPr/>
          <p:nvPr/>
        </p:nvSpPr>
        <p:spPr>
          <a:xfrm>
            <a:off x="6217920" y="4114800"/>
            <a:ext cx="73152" cy="2103120"/>
          </a:xfrm>
          <a:prstGeom prst="rect">
            <a:avLst/>
          </a:prstGeom>
          <a:solidFill>
            <a:srgbClr val="F46DB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5" name="Image 3" descr="fi_bp3.svg">
            <a:extLst>
              <a:ext uri="{FF2B5EF4-FFF2-40B4-BE49-F238E27FC236}">
                <a16:creationId xmlns:a16="http://schemas.microsoft.com/office/drawing/2014/main" id="{FAFD360F-1D63-30EA-13B4-E6EAFCD13B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37960" y="4389120"/>
            <a:ext cx="457200" cy="457200"/>
          </a:xfrm>
          <a:prstGeom prst="rect">
            <a:avLst/>
          </a:prstGeom>
        </p:spPr>
      </p:pic>
      <p:sp>
        <p:nvSpPr>
          <p:cNvPr id="66" name="Text 16">
            <a:extLst>
              <a:ext uri="{FF2B5EF4-FFF2-40B4-BE49-F238E27FC236}">
                <a16:creationId xmlns:a16="http://schemas.microsoft.com/office/drawing/2014/main" id="{D1A1B67F-2B3F-15CB-617C-4761667EBEA2}"/>
              </a:ext>
            </a:extLst>
          </p:cNvPr>
          <p:cNvSpPr/>
          <p:nvPr/>
        </p:nvSpPr>
        <p:spPr>
          <a:xfrm>
            <a:off x="7178040" y="42976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Binary</a:t>
            </a:r>
            <a:endParaRPr lang="en-US" sz="2000"/>
          </a:p>
        </p:txBody>
      </p:sp>
      <p:sp>
        <p:nvSpPr>
          <p:cNvPr id="67" name="Text 17">
            <a:extLst>
              <a:ext uri="{FF2B5EF4-FFF2-40B4-BE49-F238E27FC236}">
                <a16:creationId xmlns:a16="http://schemas.microsoft.com/office/drawing/2014/main" id="{D60A9C81-2F94-765E-A94C-2894D18FAD01}"/>
              </a:ext>
            </a:extLst>
          </p:cNvPr>
          <p:cNvSpPr/>
          <p:nvPr/>
        </p:nvSpPr>
        <p:spPr>
          <a:xfrm>
            <a:off x="7178040" y="475488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Use pass/fail, not 1–5 scales.</a:t>
            </a:r>
            <a:endParaRPr lang="en-US" sz="1400"/>
          </a:p>
          <a:p>
            <a:pPr marL="0" indent="0">
              <a:lnSpc>
                <a:spcPts val="2000"/>
              </a:lnSpc>
              <a:buNone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Scales are subjective and force implicit reasoning.</a:t>
            </a:r>
            <a:endParaRPr lang="en-US" sz="1400"/>
          </a:p>
          <a:p>
            <a:pPr marL="0" indent="0">
              <a:lnSpc>
                <a:spcPts val="2000"/>
              </a:lnSpc>
              <a:buNone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Binary forces clearer thinking and faster decisions.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05049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F44737-04A4-DF75-243A-399100AED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0">
            <a:extLst>
              <a:ext uri="{FF2B5EF4-FFF2-40B4-BE49-F238E27FC236}">
                <a16:creationId xmlns:a16="http://schemas.microsoft.com/office/drawing/2014/main" id="{851648AC-C8EE-98BA-CA77-A65CB7DB0877}"/>
              </a:ext>
            </a:extLst>
          </p:cNvPr>
          <p:cNvSpPr/>
          <p:nvPr/>
        </p:nvSpPr>
        <p:spPr>
          <a:xfrm>
            <a:off x="6583680" y="0"/>
            <a:ext cx="5605272" cy="6858000"/>
          </a:xfrm>
          <a:prstGeom prst="rect">
            <a:avLst/>
          </a:prstGeom>
          <a:solidFill>
            <a:srgbClr val="161D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" name="Shape 1">
            <a:extLst>
              <a:ext uri="{FF2B5EF4-FFF2-40B4-BE49-F238E27FC236}">
                <a16:creationId xmlns:a16="http://schemas.microsoft.com/office/drawing/2014/main" id="{C062B3E6-E51B-AE82-96F4-A84C1B262C9D}"/>
              </a:ext>
            </a:extLst>
          </p:cNvPr>
          <p:cNvSpPr/>
          <p:nvPr/>
        </p:nvSpPr>
        <p:spPr>
          <a:xfrm>
            <a:off x="0" y="36576"/>
            <a:ext cx="12188952" cy="0"/>
          </a:xfrm>
          <a:prstGeom prst="line">
            <a:avLst/>
          </a:prstGeom>
          <a:noFill/>
          <a:ln w="38100">
            <a:solidFill>
              <a:srgbClr val="FF8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Text 2">
            <a:extLst>
              <a:ext uri="{FF2B5EF4-FFF2-40B4-BE49-F238E27FC236}">
                <a16:creationId xmlns:a16="http://schemas.microsoft.com/office/drawing/2014/main" id="{263E1B07-8B24-0954-A48D-FF0FED31C9A0}"/>
              </a:ext>
            </a:extLst>
          </p:cNvPr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>
                <a:solidFill>
                  <a:srgbClr val="FF8500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WORKSHOP STRUCTURE</a:t>
            </a:r>
            <a:endParaRPr lang="en-US" sz="1300"/>
          </a:p>
        </p:txBody>
      </p:sp>
      <p:sp>
        <p:nvSpPr>
          <p:cNvPr id="104" name="Text 3">
            <a:extLst>
              <a:ext uri="{FF2B5EF4-FFF2-40B4-BE49-F238E27FC236}">
                <a16:creationId xmlns:a16="http://schemas.microsoft.com/office/drawing/2014/main" id="{C2E88899-E154-A8D2-3B14-05B45DEF2000}"/>
              </a:ext>
            </a:extLst>
          </p:cNvPr>
          <p:cNvSpPr/>
          <p:nvPr/>
        </p:nvSpPr>
        <p:spPr>
          <a:xfrm>
            <a:off x="548640" y="82296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400"/>
              </a:lnSpc>
              <a:buNone/>
            </a:pPr>
            <a:r>
              <a:rPr lang="en-US" sz="3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Workshop at</a:t>
            </a:r>
            <a:endParaRPr lang="en-US" sz="3600"/>
          </a:p>
          <a:p>
            <a:pPr marL="0" indent="0">
              <a:lnSpc>
                <a:spcPts val="4400"/>
              </a:lnSpc>
              <a:buNone/>
            </a:pPr>
            <a:r>
              <a:rPr lang="en-US" sz="3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a Glance</a:t>
            </a:r>
            <a:endParaRPr lang="en-US" sz="3600"/>
          </a:p>
        </p:txBody>
      </p:sp>
      <p:sp>
        <p:nvSpPr>
          <p:cNvPr id="105" name="Text 4">
            <a:extLst>
              <a:ext uri="{FF2B5EF4-FFF2-40B4-BE49-F238E27FC236}">
                <a16:creationId xmlns:a16="http://schemas.microsoft.com/office/drawing/2014/main" id="{B63DA640-9284-21BB-BD39-7D9DBB68FC2D}"/>
              </a:ext>
            </a:extLst>
          </p:cNvPr>
          <p:cNvSpPr/>
          <p:nvPr/>
        </p:nvSpPr>
        <p:spPr>
          <a:xfrm>
            <a:off x="548640" y="2103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CORE MODULES</a:t>
            </a:r>
            <a:endParaRPr lang="en-US" sz="1100"/>
          </a:p>
        </p:txBody>
      </p:sp>
      <p:sp>
        <p:nvSpPr>
          <p:cNvPr id="106" name="Text 5">
            <a:extLst>
              <a:ext uri="{FF2B5EF4-FFF2-40B4-BE49-F238E27FC236}">
                <a16:creationId xmlns:a16="http://schemas.microsoft.com/office/drawing/2014/main" id="{EB0F6AE6-94E9-FF1E-4AB0-8FAB31C7FC6A}"/>
              </a:ext>
            </a:extLst>
          </p:cNvPr>
          <p:cNvSpPr/>
          <p:nvPr/>
        </p:nvSpPr>
        <p:spPr>
          <a:xfrm>
            <a:off x="548640" y="2377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Required, delivered in order</a:t>
            </a:r>
            <a:endParaRPr lang="en-US" sz="1200"/>
          </a:p>
        </p:txBody>
      </p:sp>
      <p:sp>
        <p:nvSpPr>
          <p:cNvPr id="107" name="Shape 6">
            <a:extLst>
              <a:ext uri="{FF2B5EF4-FFF2-40B4-BE49-F238E27FC236}">
                <a16:creationId xmlns:a16="http://schemas.microsoft.com/office/drawing/2014/main" id="{D7E05DFA-54AD-BC8A-41C6-F6B7BEA2BDB9}"/>
              </a:ext>
            </a:extLst>
          </p:cNvPr>
          <p:cNvSpPr/>
          <p:nvPr/>
        </p:nvSpPr>
        <p:spPr>
          <a:xfrm>
            <a:off x="548640" y="2788920"/>
            <a:ext cx="5669280" cy="640080"/>
          </a:xfrm>
          <a:prstGeom prst="roundRect">
            <a:avLst>
              <a:gd name="adj" fmla="val 8571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" name="Shape 7">
            <a:extLst>
              <a:ext uri="{FF2B5EF4-FFF2-40B4-BE49-F238E27FC236}">
                <a16:creationId xmlns:a16="http://schemas.microsoft.com/office/drawing/2014/main" id="{89A520C2-3708-E92B-FCE7-DFA8D72C884E}"/>
              </a:ext>
            </a:extLst>
          </p:cNvPr>
          <p:cNvSpPr/>
          <p:nvPr/>
        </p:nvSpPr>
        <p:spPr>
          <a:xfrm>
            <a:off x="548640" y="2788920"/>
            <a:ext cx="54864" cy="64008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9" name="Image 0" descr="wg_core_0.svg">
            <a:extLst>
              <a:ext uri="{FF2B5EF4-FFF2-40B4-BE49-F238E27FC236}">
                <a16:creationId xmlns:a16="http://schemas.microsoft.com/office/drawing/2014/main" id="{BCCAA85F-2604-2F7D-5845-2E1FDFD071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0" y="2926080"/>
            <a:ext cx="365760" cy="365760"/>
          </a:xfrm>
          <a:prstGeom prst="rect">
            <a:avLst/>
          </a:prstGeom>
        </p:spPr>
      </p:pic>
      <p:sp>
        <p:nvSpPr>
          <p:cNvPr id="110" name="Text 8">
            <a:extLst>
              <a:ext uri="{FF2B5EF4-FFF2-40B4-BE49-F238E27FC236}">
                <a16:creationId xmlns:a16="http://schemas.microsoft.com/office/drawing/2014/main" id="{966C1851-7398-C146-99A3-B46B308A736D}"/>
              </a:ext>
            </a:extLst>
          </p:cNvPr>
          <p:cNvSpPr/>
          <p:nvPr/>
        </p:nvSpPr>
        <p:spPr>
          <a:xfrm>
            <a:off x="137160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Operational Metrics</a:t>
            </a:r>
            <a:endParaRPr lang="en-US" sz="1500"/>
          </a:p>
        </p:txBody>
      </p:sp>
      <p:sp>
        <p:nvSpPr>
          <p:cNvPr id="111" name="Shape 9">
            <a:extLst>
              <a:ext uri="{FF2B5EF4-FFF2-40B4-BE49-F238E27FC236}">
                <a16:creationId xmlns:a16="http://schemas.microsoft.com/office/drawing/2014/main" id="{7BA85D56-FFBA-D826-D9DB-DD721E6487BF}"/>
              </a:ext>
            </a:extLst>
          </p:cNvPr>
          <p:cNvSpPr/>
          <p:nvPr/>
        </p:nvSpPr>
        <p:spPr>
          <a:xfrm>
            <a:off x="548640" y="3566160"/>
            <a:ext cx="5669280" cy="640080"/>
          </a:xfrm>
          <a:prstGeom prst="roundRect">
            <a:avLst>
              <a:gd name="adj" fmla="val 8571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" name="Shape 10">
            <a:extLst>
              <a:ext uri="{FF2B5EF4-FFF2-40B4-BE49-F238E27FC236}">
                <a16:creationId xmlns:a16="http://schemas.microsoft.com/office/drawing/2014/main" id="{49561911-845E-1786-9F67-69058E5E8003}"/>
              </a:ext>
            </a:extLst>
          </p:cNvPr>
          <p:cNvSpPr/>
          <p:nvPr/>
        </p:nvSpPr>
        <p:spPr>
          <a:xfrm>
            <a:off x="548640" y="3566160"/>
            <a:ext cx="54864" cy="64008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3" name="Image 1" descr="wg_core_1.svg">
            <a:extLst>
              <a:ext uri="{FF2B5EF4-FFF2-40B4-BE49-F238E27FC236}">
                <a16:creationId xmlns:a16="http://schemas.microsoft.com/office/drawing/2014/main" id="{B1D3B925-0199-B605-6FD1-AD8207291A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2960" y="3703320"/>
            <a:ext cx="365760" cy="365760"/>
          </a:xfrm>
          <a:prstGeom prst="rect">
            <a:avLst/>
          </a:prstGeom>
        </p:spPr>
      </p:pic>
      <p:sp>
        <p:nvSpPr>
          <p:cNvPr id="114" name="Text 11">
            <a:extLst>
              <a:ext uri="{FF2B5EF4-FFF2-40B4-BE49-F238E27FC236}">
                <a16:creationId xmlns:a16="http://schemas.microsoft.com/office/drawing/2014/main" id="{E158BB4F-DAE0-C286-E0F2-C0AEB90CC5DE}"/>
              </a:ext>
            </a:extLst>
          </p:cNvPr>
          <p:cNvSpPr/>
          <p:nvPr/>
        </p:nvSpPr>
        <p:spPr>
          <a:xfrm>
            <a:off x="1371600" y="36576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Quality Metrics</a:t>
            </a:r>
            <a:endParaRPr lang="en-US" sz="1500"/>
          </a:p>
        </p:txBody>
      </p:sp>
      <p:sp>
        <p:nvSpPr>
          <p:cNvPr id="115" name="Shape 12">
            <a:extLst>
              <a:ext uri="{FF2B5EF4-FFF2-40B4-BE49-F238E27FC236}">
                <a16:creationId xmlns:a16="http://schemas.microsoft.com/office/drawing/2014/main" id="{F3395295-0637-777B-8563-09E94C48D084}"/>
              </a:ext>
            </a:extLst>
          </p:cNvPr>
          <p:cNvSpPr/>
          <p:nvPr/>
        </p:nvSpPr>
        <p:spPr>
          <a:xfrm>
            <a:off x="548640" y="4343400"/>
            <a:ext cx="5669280" cy="640080"/>
          </a:xfrm>
          <a:prstGeom prst="roundRect">
            <a:avLst>
              <a:gd name="adj" fmla="val 8571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" name="Shape 13">
            <a:extLst>
              <a:ext uri="{FF2B5EF4-FFF2-40B4-BE49-F238E27FC236}">
                <a16:creationId xmlns:a16="http://schemas.microsoft.com/office/drawing/2014/main" id="{EFB4F7BC-9E19-1672-069B-714DFD0C7764}"/>
              </a:ext>
            </a:extLst>
          </p:cNvPr>
          <p:cNvSpPr/>
          <p:nvPr/>
        </p:nvSpPr>
        <p:spPr>
          <a:xfrm>
            <a:off x="548640" y="4343400"/>
            <a:ext cx="54864" cy="64008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7" name="Image 2" descr="wg_core_2.svg">
            <a:extLst>
              <a:ext uri="{FF2B5EF4-FFF2-40B4-BE49-F238E27FC236}">
                <a16:creationId xmlns:a16="http://schemas.microsoft.com/office/drawing/2014/main" id="{7272DA42-906D-F26D-D9AB-702AA8FC50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2960" y="4480560"/>
            <a:ext cx="365760" cy="365760"/>
          </a:xfrm>
          <a:prstGeom prst="rect">
            <a:avLst/>
          </a:prstGeom>
        </p:spPr>
      </p:pic>
      <p:sp>
        <p:nvSpPr>
          <p:cNvPr id="118" name="Text 14">
            <a:extLst>
              <a:ext uri="{FF2B5EF4-FFF2-40B4-BE49-F238E27FC236}">
                <a16:creationId xmlns:a16="http://schemas.microsoft.com/office/drawing/2014/main" id="{A83C8FEA-4266-ED15-1EB0-FDCCE75893AF}"/>
              </a:ext>
            </a:extLst>
          </p:cNvPr>
          <p:cNvSpPr/>
          <p:nvPr/>
        </p:nvSpPr>
        <p:spPr>
          <a:xfrm>
            <a:off x="1371600" y="4434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Understanding Failures</a:t>
            </a:r>
            <a:endParaRPr lang="en-US" sz="1500"/>
          </a:p>
        </p:txBody>
      </p:sp>
      <p:sp>
        <p:nvSpPr>
          <p:cNvPr id="119" name="Shape 15">
            <a:extLst>
              <a:ext uri="{FF2B5EF4-FFF2-40B4-BE49-F238E27FC236}">
                <a16:creationId xmlns:a16="http://schemas.microsoft.com/office/drawing/2014/main" id="{EA08AECA-9B3E-89F7-1A99-1AF12A90B9AF}"/>
              </a:ext>
            </a:extLst>
          </p:cNvPr>
          <p:cNvSpPr/>
          <p:nvPr/>
        </p:nvSpPr>
        <p:spPr>
          <a:xfrm>
            <a:off x="548640" y="5120640"/>
            <a:ext cx="5669280" cy="640080"/>
          </a:xfrm>
          <a:prstGeom prst="roundRect">
            <a:avLst>
              <a:gd name="adj" fmla="val 8571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" name="Shape 16">
            <a:extLst>
              <a:ext uri="{FF2B5EF4-FFF2-40B4-BE49-F238E27FC236}">
                <a16:creationId xmlns:a16="http://schemas.microsoft.com/office/drawing/2014/main" id="{CD1E3684-3C60-DF5F-E243-504A827A83A5}"/>
              </a:ext>
            </a:extLst>
          </p:cNvPr>
          <p:cNvSpPr/>
          <p:nvPr/>
        </p:nvSpPr>
        <p:spPr>
          <a:xfrm>
            <a:off x="548640" y="5120640"/>
            <a:ext cx="54864" cy="64008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1" name="Image 3" descr="wg_core_3.svg">
            <a:extLst>
              <a:ext uri="{FF2B5EF4-FFF2-40B4-BE49-F238E27FC236}">
                <a16:creationId xmlns:a16="http://schemas.microsoft.com/office/drawing/2014/main" id="{C2F80D34-8CC3-6D7E-7B8A-C15C24B6EF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5257800"/>
            <a:ext cx="365760" cy="365760"/>
          </a:xfrm>
          <a:prstGeom prst="rect">
            <a:avLst/>
          </a:prstGeom>
        </p:spPr>
      </p:pic>
      <p:sp>
        <p:nvSpPr>
          <p:cNvPr id="122" name="Text 17">
            <a:extLst>
              <a:ext uri="{FF2B5EF4-FFF2-40B4-BE49-F238E27FC236}">
                <a16:creationId xmlns:a16="http://schemas.microsoft.com/office/drawing/2014/main" id="{A1C9EBF8-7757-1429-1861-918E77612C74}"/>
              </a:ext>
            </a:extLst>
          </p:cNvPr>
          <p:cNvSpPr/>
          <p:nvPr/>
        </p:nvSpPr>
        <p:spPr>
          <a:xfrm>
            <a:off x="1371600" y="5212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Agentic Metrics</a:t>
            </a:r>
            <a:endParaRPr lang="en-US" sz="1500"/>
          </a:p>
        </p:txBody>
      </p:sp>
      <p:sp>
        <p:nvSpPr>
          <p:cNvPr id="123" name="Shape 18">
            <a:extLst>
              <a:ext uri="{FF2B5EF4-FFF2-40B4-BE49-F238E27FC236}">
                <a16:creationId xmlns:a16="http://schemas.microsoft.com/office/drawing/2014/main" id="{1DDCFDDA-0B89-7C01-CCD8-30637D8CE2B7}"/>
              </a:ext>
            </a:extLst>
          </p:cNvPr>
          <p:cNvSpPr/>
          <p:nvPr/>
        </p:nvSpPr>
        <p:spPr>
          <a:xfrm>
            <a:off x="548640" y="5989320"/>
            <a:ext cx="5669280" cy="548640"/>
          </a:xfrm>
          <a:prstGeom prst="roundRect">
            <a:avLst>
              <a:gd name="adj" fmla="val 10000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" name="Shape 19">
            <a:extLst>
              <a:ext uri="{FF2B5EF4-FFF2-40B4-BE49-F238E27FC236}">
                <a16:creationId xmlns:a16="http://schemas.microsoft.com/office/drawing/2014/main" id="{0B0079BB-969A-08E8-1869-F56BF3B14F2C}"/>
              </a:ext>
            </a:extLst>
          </p:cNvPr>
          <p:cNvSpPr/>
          <p:nvPr/>
        </p:nvSpPr>
        <p:spPr>
          <a:xfrm>
            <a:off x="548640" y="5989320"/>
            <a:ext cx="54864" cy="548640"/>
          </a:xfrm>
          <a:prstGeom prst="rect">
            <a:avLst/>
          </a:prstGeom>
          <a:solidFill>
            <a:srgbClr val="41B3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5" name="Image 4" descr="wg_il.svg">
            <a:extLst>
              <a:ext uri="{FF2B5EF4-FFF2-40B4-BE49-F238E27FC236}">
                <a16:creationId xmlns:a16="http://schemas.microsoft.com/office/drawing/2014/main" id="{648CC0D7-DC0E-8DF6-3080-CC719B1D72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7240" y="6080760"/>
            <a:ext cx="274320" cy="274320"/>
          </a:xfrm>
          <a:prstGeom prst="rect">
            <a:avLst/>
          </a:prstGeom>
        </p:spPr>
      </p:pic>
      <p:sp>
        <p:nvSpPr>
          <p:cNvPr id="126" name="Text 20">
            <a:extLst>
              <a:ext uri="{FF2B5EF4-FFF2-40B4-BE49-F238E27FC236}">
                <a16:creationId xmlns:a16="http://schemas.microsoft.com/office/drawing/2014/main" id="{A3773D1E-092C-EEC4-6DE3-0C5974F7E3A9}"/>
              </a:ext>
            </a:extLst>
          </p:cNvPr>
          <p:cNvSpPr/>
          <p:nvPr/>
        </p:nvSpPr>
        <p:spPr>
          <a:xfrm>
            <a:off x="1188720" y="6035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Interactive Learning: AI-powered tutor mode for all modules</a:t>
            </a:r>
            <a:endParaRPr lang="en-US" sz="1100"/>
          </a:p>
        </p:txBody>
      </p:sp>
      <p:sp>
        <p:nvSpPr>
          <p:cNvPr id="127" name="Text 21">
            <a:extLst>
              <a:ext uri="{FF2B5EF4-FFF2-40B4-BE49-F238E27FC236}">
                <a16:creationId xmlns:a16="http://schemas.microsoft.com/office/drawing/2014/main" id="{49710901-3093-23F0-EDFC-5BFE0B86342E}"/>
              </a:ext>
            </a:extLst>
          </p:cNvPr>
          <p:cNvSpPr/>
          <p:nvPr/>
        </p:nvSpPr>
        <p:spPr>
          <a:xfrm>
            <a:off x="6986016" y="731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>
                <a:solidFill>
                  <a:srgbClr val="FF8500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OPTIONAL MODULES</a:t>
            </a:r>
            <a:endParaRPr lang="en-US" sz="1400"/>
          </a:p>
        </p:txBody>
      </p:sp>
      <p:sp>
        <p:nvSpPr>
          <p:cNvPr id="128" name="Text 22">
            <a:extLst>
              <a:ext uri="{FF2B5EF4-FFF2-40B4-BE49-F238E27FC236}">
                <a16:creationId xmlns:a16="http://schemas.microsoft.com/office/drawing/2014/main" id="{C006C32F-4B00-9A42-7BE8-04C853CF3BD7}"/>
              </a:ext>
            </a:extLst>
          </p:cNvPr>
          <p:cNvSpPr/>
          <p:nvPr/>
        </p:nvSpPr>
        <p:spPr>
          <a:xfrm>
            <a:off x="6986016" y="1097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Choose your own adventure!</a:t>
            </a:r>
            <a:endParaRPr lang="en-US" sz="1400"/>
          </a:p>
        </p:txBody>
      </p:sp>
      <p:sp>
        <p:nvSpPr>
          <p:cNvPr id="129" name="Text 23">
            <a:extLst>
              <a:ext uri="{FF2B5EF4-FFF2-40B4-BE49-F238E27FC236}">
                <a16:creationId xmlns:a16="http://schemas.microsoft.com/office/drawing/2014/main" id="{A2B04821-CB31-0B18-8AC0-42B73D1BC47B}"/>
              </a:ext>
            </a:extLst>
          </p:cNvPr>
          <p:cNvSpPr/>
          <p:nvPr/>
        </p:nvSpPr>
        <p:spPr>
          <a:xfrm>
            <a:off x="6986016" y="1554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Workload-Specific</a:t>
            </a:r>
            <a:endParaRPr lang="en-US" sz="1600"/>
          </a:p>
        </p:txBody>
      </p:sp>
      <p:sp>
        <p:nvSpPr>
          <p:cNvPr id="130" name="Text 24">
            <a:extLst>
              <a:ext uri="{FF2B5EF4-FFF2-40B4-BE49-F238E27FC236}">
                <a16:creationId xmlns:a16="http://schemas.microsoft.com/office/drawing/2014/main" id="{F35E1DCB-1E00-AD94-31A2-1086824961AC}"/>
              </a:ext>
            </a:extLst>
          </p:cNvPr>
          <p:cNvSpPr/>
          <p:nvPr/>
        </p:nvSpPr>
        <p:spPr>
          <a:xfrm>
            <a:off x="6986016" y="196596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6435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IDP</a:t>
            </a:r>
            <a:endParaRPr lang="en-US" sz="1050"/>
          </a:p>
        </p:txBody>
      </p:sp>
      <p:sp>
        <p:nvSpPr>
          <p:cNvPr id="131" name="Text 25">
            <a:extLst>
              <a:ext uri="{FF2B5EF4-FFF2-40B4-BE49-F238E27FC236}">
                <a16:creationId xmlns:a16="http://schemas.microsoft.com/office/drawing/2014/main" id="{5C6B2E29-8B7B-ED9B-2E45-EF3E73B5E95F}"/>
              </a:ext>
            </a:extLst>
          </p:cNvPr>
          <p:cNvSpPr/>
          <p:nvPr/>
        </p:nvSpPr>
        <p:spPr>
          <a:xfrm>
            <a:off x="8586216" y="196596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6435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Guardrails</a:t>
            </a:r>
            <a:endParaRPr lang="en-US" sz="1050"/>
          </a:p>
        </p:txBody>
      </p:sp>
      <p:sp>
        <p:nvSpPr>
          <p:cNvPr id="132" name="Text 26">
            <a:extLst>
              <a:ext uri="{FF2B5EF4-FFF2-40B4-BE49-F238E27FC236}">
                <a16:creationId xmlns:a16="http://schemas.microsoft.com/office/drawing/2014/main" id="{720CFD39-2FEE-5F56-5AC9-9878415A139A}"/>
              </a:ext>
            </a:extLst>
          </p:cNvPr>
          <p:cNvSpPr/>
          <p:nvPr/>
        </p:nvSpPr>
        <p:spPr>
          <a:xfrm>
            <a:off x="10186416" y="196596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6435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Basic RAG</a:t>
            </a:r>
            <a:endParaRPr lang="en-US" sz="1050"/>
          </a:p>
        </p:txBody>
      </p:sp>
      <p:sp>
        <p:nvSpPr>
          <p:cNvPr id="133" name="Text 27">
            <a:extLst>
              <a:ext uri="{FF2B5EF4-FFF2-40B4-BE49-F238E27FC236}">
                <a16:creationId xmlns:a16="http://schemas.microsoft.com/office/drawing/2014/main" id="{0C65D9B4-E55A-09F4-056C-85AF9F92F345}"/>
              </a:ext>
            </a:extLst>
          </p:cNvPr>
          <p:cNvSpPr/>
          <p:nvPr/>
        </p:nvSpPr>
        <p:spPr>
          <a:xfrm>
            <a:off x="6986016" y="233172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6435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Multimodal RAG</a:t>
            </a:r>
            <a:endParaRPr lang="en-US" sz="1050"/>
          </a:p>
        </p:txBody>
      </p:sp>
      <p:sp>
        <p:nvSpPr>
          <p:cNvPr id="134" name="Text 28">
            <a:extLst>
              <a:ext uri="{FF2B5EF4-FFF2-40B4-BE49-F238E27FC236}">
                <a16:creationId xmlns:a16="http://schemas.microsoft.com/office/drawing/2014/main" id="{1C0CCC96-92A5-A5A0-9B3E-D58A3CE84BD5}"/>
              </a:ext>
            </a:extLst>
          </p:cNvPr>
          <p:cNvSpPr/>
          <p:nvPr/>
        </p:nvSpPr>
        <p:spPr>
          <a:xfrm>
            <a:off x="8586216" y="233172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6435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Speech2Speech</a:t>
            </a:r>
            <a:endParaRPr lang="en-US" sz="1050"/>
          </a:p>
        </p:txBody>
      </p:sp>
      <p:sp>
        <p:nvSpPr>
          <p:cNvPr id="135" name="Text 29">
            <a:extLst>
              <a:ext uri="{FF2B5EF4-FFF2-40B4-BE49-F238E27FC236}">
                <a16:creationId xmlns:a16="http://schemas.microsoft.com/office/drawing/2014/main" id="{A806CE90-9BCA-5837-9E71-C64FD90E387E}"/>
              </a:ext>
            </a:extLst>
          </p:cNvPr>
          <p:cNvSpPr/>
          <p:nvPr/>
        </p:nvSpPr>
        <p:spPr>
          <a:xfrm>
            <a:off x="10186416" y="233172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6435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Auto Reasoning</a:t>
            </a:r>
            <a:endParaRPr lang="en-US" sz="1050"/>
          </a:p>
        </p:txBody>
      </p:sp>
      <p:sp>
        <p:nvSpPr>
          <p:cNvPr id="136" name="Text 30">
            <a:extLst>
              <a:ext uri="{FF2B5EF4-FFF2-40B4-BE49-F238E27FC236}">
                <a16:creationId xmlns:a16="http://schemas.microsoft.com/office/drawing/2014/main" id="{51F20CA1-4224-E59A-4E33-C9B2F804DBE1}"/>
              </a:ext>
            </a:extLst>
          </p:cNvPr>
          <p:cNvSpPr/>
          <p:nvPr/>
        </p:nvSpPr>
        <p:spPr>
          <a:xfrm>
            <a:off x="6986016" y="2697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6435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Multi-Agent</a:t>
            </a:r>
            <a:endParaRPr lang="en-US" sz="1050"/>
          </a:p>
        </p:txBody>
      </p:sp>
      <p:sp>
        <p:nvSpPr>
          <p:cNvPr id="137" name="Text 31">
            <a:extLst>
              <a:ext uri="{FF2B5EF4-FFF2-40B4-BE49-F238E27FC236}">
                <a16:creationId xmlns:a16="http://schemas.microsoft.com/office/drawing/2014/main" id="{D20052B9-9549-FDC9-9D93-C19AB4E87265}"/>
              </a:ext>
            </a:extLst>
          </p:cNvPr>
          <p:cNvSpPr/>
          <p:nvPr/>
        </p:nvSpPr>
        <p:spPr>
          <a:xfrm>
            <a:off x="8586216" y="2697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6435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Tool Calling</a:t>
            </a:r>
            <a:endParaRPr lang="en-US" sz="1050"/>
          </a:p>
        </p:txBody>
      </p:sp>
      <p:sp>
        <p:nvSpPr>
          <p:cNvPr id="138" name="Text 32">
            <a:extLst>
              <a:ext uri="{FF2B5EF4-FFF2-40B4-BE49-F238E27FC236}">
                <a16:creationId xmlns:a16="http://schemas.microsoft.com/office/drawing/2014/main" id="{B11DF0C4-01CC-E49D-D32A-7C5F3DB12DD9}"/>
              </a:ext>
            </a:extLst>
          </p:cNvPr>
          <p:cNvSpPr/>
          <p:nvPr/>
        </p:nvSpPr>
        <p:spPr>
          <a:xfrm>
            <a:off x="10186416" y="2697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6435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Red Teaming</a:t>
            </a:r>
            <a:endParaRPr lang="en-US" sz="1050"/>
          </a:p>
        </p:txBody>
      </p:sp>
      <p:sp>
        <p:nvSpPr>
          <p:cNvPr id="139" name="Text 33">
            <a:extLst>
              <a:ext uri="{FF2B5EF4-FFF2-40B4-BE49-F238E27FC236}">
                <a16:creationId xmlns:a16="http://schemas.microsoft.com/office/drawing/2014/main" id="{FB10DFD9-79A2-44B0-18DA-CEF43E2492CA}"/>
              </a:ext>
            </a:extLst>
          </p:cNvPr>
          <p:cNvSpPr/>
          <p:nvPr/>
        </p:nvSpPr>
        <p:spPr>
          <a:xfrm>
            <a:off x="6986016" y="306324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6435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Chatbot</a:t>
            </a:r>
            <a:endParaRPr lang="en-US" sz="1050"/>
          </a:p>
        </p:txBody>
      </p:sp>
      <p:sp>
        <p:nvSpPr>
          <p:cNvPr id="140" name="Text 34">
            <a:extLst>
              <a:ext uri="{FF2B5EF4-FFF2-40B4-BE49-F238E27FC236}">
                <a16:creationId xmlns:a16="http://schemas.microsoft.com/office/drawing/2014/main" id="{CB975634-3CA0-1A3C-F4BC-B3D1F9C52CBF}"/>
              </a:ext>
            </a:extLst>
          </p:cNvPr>
          <p:cNvSpPr/>
          <p:nvPr/>
        </p:nvSpPr>
        <p:spPr>
          <a:xfrm>
            <a:off x="8586216" y="306324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6435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Coding Assistant</a:t>
            </a:r>
            <a:endParaRPr lang="en-US" sz="1050"/>
          </a:p>
        </p:txBody>
      </p:sp>
      <p:sp>
        <p:nvSpPr>
          <p:cNvPr id="141" name="Text 35">
            <a:extLst>
              <a:ext uri="{FF2B5EF4-FFF2-40B4-BE49-F238E27FC236}">
                <a16:creationId xmlns:a16="http://schemas.microsoft.com/office/drawing/2014/main" id="{8C9FF3F6-9235-5419-FD18-A98CBC78124F}"/>
              </a:ext>
            </a:extLst>
          </p:cNvPr>
          <p:cNvSpPr/>
          <p:nvPr/>
        </p:nvSpPr>
        <p:spPr>
          <a:xfrm>
            <a:off x="6986016" y="3566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Framework-Specific</a:t>
            </a:r>
            <a:endParaRPr lang="en-US" sz="1600"/>
          </a:p>
        </p:txBody>
      </p:sp>
      <p:sp>
        <p:nvSpPr>
          <p:cNvPr id="142" name="Text 36">
            <a:extLst>
              <a:ext uri="{FF2B5EF4-FFF2-40B4-BE49-F238E27FC236}">
                <a16:creationId xmlns:a16="http://schemas.microsoft.com/office/drawing/2014/main" id="{D51493EB-A4FA-8F73-E1C9-8085F8CDDC97}"/>
              </a:ext>
            </a:extLst>
          </p:cNvPr>
          <p:cNvSpPr/>
          <p:nvPr/>
        </p:nvSpPr>
        <p:spPr>
          <a:xfrm>
            <a:off x="6986016" y="397764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6435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Promptfoo</a:t>
            </a:r>
            <a:endParaRPr lang="en-US" sz="1050"/>
          </a:p>
        </p:txBody>
      </p:sp>
      <p:sp>
        <p:nvSpPr>
          <p:cNvPr id="143" name="Text 37">
            <a:extLst>
              <a:ext uri="{FF2B5EF4-FFF2-40B4-BE49-F238E27FC236}">
                <a16:creationId xmlns:a16="http://schemas.microsoft.com/office/drawing/2014/main" id="{0B333237-242E-01D1-0134-66CDE77AF2C1}"/>
              </a:ext>
            </a:extLst>
          </p:cNvPr>
          <p:cNvSpPr/>
          <p:nvPr/>
        </p:nvSpPr>
        <p:spPr>
          <a:xfrm>
            <a:off x="8586216" y="397764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6435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AgentCore</a:t>
            </a:r>
            <a:endParaRPr lang="en-US" sz="1050"/>
          </a:p>
        </p:txBody>
      </p:sp>
      <p:sp>
        <p:nvSpPr>
          <p:cNvPr id="144" name="Text 38">
            <a:extLst>
              <a:ext uri="{FF2B5EF4-FFF2-40B4-BE49-F238E27FC236}">
                <a16:creationId xmlns:a16="http://schemas.microsoft.com/office/drawing/2014/main" id="{6760F834-289D-6D89-3242-B5CECF3E9F4E}"/>
              </a:ext>
            </a:extLst>
          </p:cNvPr>
          <p:cNvSpPr/>
          <p:nvPr/>
        </p:nvSpPr>
        <p:spPr>
          <a:xfrm>
            <a:off x="10186416" y="3983019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6435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Strands</a:t>
            </a:r>
            <a:endParaRPr lang="en-US" sz="1050"/>
          </a:p>
        </p:txBody>
      </p:sp>
      <p:sp>
        <p:nvSpPr>
          <p:cNvPr id="146" name="Text 40">
            <a:extLst>
              <a:ext uri="{FF2B5EF4-FFF2-40B4-BE49-F238E27FC236}">
                <a16:creationId xmlns:a16="http://schemas.microsoft.com/office/drawing/2014/main" id="{833C1C89-1DE5-3D23-93C0-88C00F071C3D}"/>
              </a:ext>
            </a:extLst>
          </p:cNvPr>
          <p:cNvSpPr/>
          <p:nvPr/>
        </p:nvSpPr>
        <p:spPr>
          <a:xfrm>
            <a:off x="8586216" y="434340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6435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DSPy</a:t>
            </a:r>
            <a:endParaRPr lang="en-US" sz="1050"/>
          </a:p>
        </p:txBody>
      </p:sp>
      <p:sp>
        <p:nvSpPr>
          <p:cNvPr id="147" name="Text 41">
            <a:extLst>
              <a:ext uri="{FF2B5EF4-FFF2-40B4-BE49-F238E27FC236}">
                <a16:creationId xmlns:a16="http://schemas.microsoft.com/office/drawing/2014/main" id="{694BD479-8D20-ED14-371C-DB74792D8AA1}"/>
              </a:ext>
            </a:extLst>
          </p:cNvPr>
          <p:cNvSpPr/>
          <p:nvPr/>
        </p:nvSpPr>
        <p:spPr>
          <a:xfrm>
            <a:off x="10186416" y="434340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6435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DeepEval</a:t>
            </a:r>
            <a:endParaRPr lang="en-US" sz="1050"/>
          </a:p>
        </p:txBody>
      </p:sp>
      <p:sp>
        <p:nvSpPr>
          <p:cNvPr id="148" name="Text 42">
            <a:extLst>
              <a:ext uri="{FF2B5EF4-FFF2-40B4-BE49-F238E27FC236}">
                <a16:creationId xmlns:a16="http://schemas.microsoft.com/office/drawing/2014/main" id="{659801E2-2C6B-F892-7CDD-B862AB473B3F}"/>
              </a:ext>
            </a:extLst>
          </p:cNvPr>
          <p:cNvSpPr/>
          <p:nvPr/>
        </p:nvSpPr>
        <p:spPr>
          <a:xfrm>
            <a:off x="6986016" y="434340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6435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MLflow</a:t>
            </a:r>
            <a:endParaRPr lang="en-US" sz="1050"/>
          </a:p>
        </p:txBody>
      </p:sp>
      <p:sp>
        <p:nvSpPr>
          <p:cNvPr id="149" name="Text 43">
            <a:extLst>
              <a:ext uri="{FF2B5EF4-FFF2-40B4-BE49-F238E27FC236}">
                <a16:creationId xmlns:a16="http://schemas.microsoft.com/office/drawing/2014/main" id="{AE12F9DD-0476-7342-FEE8-DF2AD2A00373}"/>
              </a:ext>
            </a:extLst>
          </p:cNvPr>
          <p:cNvSpPr/>
          <p:nvPr/>
        </p:nvSpPr>
        <p:spPr>
          <a:xfrm>
            <a:off x="6986016" y="50063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8500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Duration: 2-4 hours depending on modules selected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3531227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B85453-59CD-B3B4-4FC5-B43B67380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951A9D9-CB7C-CBDB-EB6D-9D6C4D19DCEF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0D1A9F-EDCB-9445-A58D-CF6C7430BA08}"/>
              </a:ext>
            </a:extLst>
          </p:cNvPr>
          <p:cNvSpPr txBox="1"/>
          <p:nvPr/>
        </p:nvSpPr>
        <p:spPr>
          <a:xfrm>
            <a:off x="73152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1F3F3"/>
                </a:solidFill>
                <a:latin typeface="Amazon Ember"/>
              </a:rPr>
              <a:t>Operational Metrics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EAB7DD-FD10-DFE7-F549-D6782E37D0F8}"/>
              </a:ext>
            </a:extLst>
          </p:cNvPr>
          <p:cNvSpPr/>
          <p:nvPr/>
        </p:nvSpPr>
        <p:spPr>
          <a:xfrm>
            <a:off x="731520" y="1874519"/>
            <a:ext cx="2286000" cy="54864"/>
          </a:xfrm>
          <a:prstGeom prst="rect">
            <a:avLst/>
          </a:prstGeom>
          <a:solidFill>
            <a:srgbClr val="FF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B7DE35-47AE-05A0-98B5-134334561907}"/>
              </a:ext>
            </a:extLst>
          </p:cNvPr>
          <p:cNvSpPr txBox="1"/>
          <p:nvPr/>
        </p:nvSpPr>
        <p:spPr>
          <a:xfrm>
            <a:off x="731520" y="2103120"/>
            <a:ext cx="10058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D1D5DB"/>
                </a:solidFill>
                <a:latin typeface="Amazon Ember"/>
              </a:rPr>
              <a:t>System metrics with exact numbers. Automation-based, no judgment needed. </a:t>
            </a:r>
            <a:endParaRPr lang="en-CA" b="0" i="0">
              <a:solidFill>
                <a:srgbClr val="D1D5DB"/>
              </a:solidFill>
              <a:latin typeface="Amazon Ember"/>
            </a:endParaRPr>
          </a:p>
          <a:p>
            <a:pPr algn="l"/>
            <a:r>
              <a:rPr b="0" i="0">
                <a:solidFill>
                  <a:srgbClr val="D1D5DB"/>
                </a:solidFill>
                <a:latin typeface="Amazon Ember"/>
              </a:rPr>
              <a:t>300ms of latency is always 300ms.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80F4A31-C909-DEB9-6284-05D396160171}"/>
              </a:ext>
            </a:extLst>
          </p:cNvPr>
          <p:cNvSpPr/>
          <p:nvPr/>
        </p:nvSpPr>
        <p:spPr>
          <a:xfrm>
            <a:off x="548640" y="3108960"/>
            <a:ext cx="6858000" cy="25603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EEFB936-191E-2C64-DC9F-CF6AA2316470}"/>
              </a:ext>
            </a:extLst>
          </p:cNvPr>
          <p:cNvSpPr/>
          <p:nvPr/>
        </p:nvSpPr>
        <p:spPr>
          <a:xfrm>
            <a:off x="548640" y="3108960"/>
            <a:ext cx="6858000" cy="64008"/>
          </a:xfrm>
          <a:prstGeom prst="rect">
            <a:avLst/>
          </a:prstGeom>
          <a:solidFill>
            <a:srgbClr val="FF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9AAFE7-A419-3463-F049-AADFCFE21AE7}"/>
              </a:ext>
            </a:extLst>
          </p:cNvPr>
          <p:cNvSpPr txBox="1"/>
          <p:nvPr/>
        </p:nvSpPr>
        <p:spPr>
          <a:xfrm>
            <a:off x="82296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1F3F3"/>
                </a:solidFill>
                <a:latin typeface="Amazon Ember"/>
              </a:rPr>
              <a:t>What You Measure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5A7580-F0FA-C2E1-516F-0E173CFFFCBE}"/>
              </a:ext>
            </a:extLst>
          </p:cNvPr>
          <p:cNvSpPr txBox="1"/>
          <p:nvPr/>
        </p:nvSpPr>
        <p:spPr>
          <a:xfrm>
            <a:off x="822960" y="3749039"/>
            <a:ext cx="62179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Amazon Ember"/>
              </a:rPr>
              <a:t>•  Token counts (input, cache, output) and cost attribution per request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Amazon Ember"/>
              </a:rPr>
              <a:t>•  Latency: time to first token (user experience) and time to last token (throughput)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Amazon Ember"/>
              </a:rPr>
              <a:t>•  Throttling, capacity limits, and error rates (system resilience)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57B5743-ABFD-AFCC-580A-A65E03013714}"/>
              </a:ext>
            </a:extLst>
          </p:cNvPr>
          <p:cNvSpPr/>
          <p:nvPr/>
        </p:nvSpPr>
        <p:spPr>
          <a:xfrm>
            <a:off x="548640" y="5852160"/>
            <a:ext cx="10972800" cy="731520"/>
          </a:xfrm>
          <a:prstGeom prst="roundRect">
            <a:avLst/>
          </a:prstGeom>
          <a:solidFill>
            <a:srgbClr val="161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B2960A-CFD6-F787-C6B8-E6633D5E4093}"/>
              </a:ext>
            </a:extLst>
          </p:cNvPr>
          <p:cNvSpPr/>
          <p:nvPr/>
        </p:nvSpPr>
        <p:spPr>
          <a:xfrm>
            <a:off x="548640" y="5852160"/>
            <a:ext cx="64008" cy="731520"/>
          </a:xfrm>
          <a:prstGeom prst="rect">
            <a:avLst/>
          </a:prstGeom>
          <a:solidFill>
            <a:srgbClr val="41B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0E7621-1687-42D8-C3F9-B08D42CDEA5B}"/>
              </a:ext>
            </a:extLst>
          </p:cNvPr>
          <p:cNvSpPr txBox="1"/>
          <p:nvPr/>
        </p:nvSpPr>
        <p:spPr>
          <a:xfrm>
            <a:off x="822960" y="5897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1B3FF"/>
                </a:solidFill>
                <a:latin typeface="Amazon Ember"/>
              </a:rPr>
              <a:t>IN THE LAB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BD3D4A-587B-9F41-16D0-28F2F4331578}"/>
              </a:ext>
            </a:extLst>
          </p:cNvPr>
          <p:cNvSpPr txBox="1"/>
          <p:nvPr/>
        </p:nvSpPr>
        <p:spPr>
          <a:xfrm>
            <a:off x="822960" y="6172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A4AE"/>
                </a:solidFill>
                <a:latin typeface="Amazon Ember"/>
              </a:rPr>
              <a:t>CloudWatch dashboards, model cost-performance comparison, automated alerting pipelines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AEE3F8-DF05-E5FE-F598-48D355A19C46}"/>
              </a:ext>
            </a:extLst>
          </p:cNvPr>
          <p:cNvSpPr txBox="1"/>
          <p:nvPr/>
        </p:nvSpPr>
        <p:spPr>
          <a:xfrm>
            <a:off x="7772400" y="3291840"/>
            <a:ext cx="36576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F8500"/>
                </a:solidFill>
                <a:latin typeface="Amazon Ember"/>
              </a:rPr>
              <a:t>Answers: </a:t>
            </a:r>
            <a:endParaRPr lang="en-CA" sz="1600" b="0" i="1">
              <a:solidFill>
                <a:srgbClr val="FF8500"/>
              </a:solidFill>
              <a:latin typeface="Amazon Ember"/>
            </a:endParaRPr>
          </a:p>
          <a:p>
            <a:pPr algn="l"/>
            <a:r>
              <a:rPr sz="1600" b="0" i="1">
                <a:solidFill>
                  <a:srgbClr val="FF8500"/>
                </a:solidFill>
                <a:latin typeface="Amazon Ember"/>
              </a:rPr>
              <a:t>"What does this cost?</a:t>
            </a:r>
            <a:r>
              <a:rPr lang="en-CA" sz="1600" b="0" i="1">
                <a:solidFill>
                  <a:srgbClr val="FF8500"/>
                </a:solidFill>
                <a:latin typeface="Amazon Ember"/>
              </a:rPr>
              <a:t>"</a:t>
            </a:r>
            <a:r>
              <a:rPr sz="1600" b="0" i="1">
                <a:solidFill>
                  <a:srgbClr val="FF8500"/>
                </a:solidFill>
                <a:latin typeface="Amazon Ember"/>
              </a:rPr>
              <a:t> </a:t>
            </a:r>
            <a:endParaRPr lang="en-CA" sz="1600" b="0" i="1">
              <a:solidFill>
                <a:srgbClr val="FF8500"/>
              </a:solidFill>
              <a:latin typeface="Amazon Ember"/>
            </a:endParaRPr>
          </a:p>
          <a:p>
            <a:pPr algn="l"/>
            <a:r>
              <a:rPr lang="en-CA" sz="1600" b="0" i="1">
                <a:solidFill>
                  <a:srgbClr val="FF8500"/>
                </a:solidFill>
                <a:latin typeface="Amazon Ember"/>
              </a:rPr>
              <a:t>“How much traffic are we getting</a:t>
            </a:r>
            <a:r>
              <a:rPr sz="1600" b="0" i="1">
                <a:solidFill>
                  <a:srgbClr val="FF8500"/>
                </a:solidFill>
                <a:latin typeface="Amazon Ember"/>
              </a:rPr>
              <a:t>?"</a:t>
            </a:r>
            <a:endParaRPr lang="en-CA" sz="1600" b="0" i="1">
              <a:solidFill>
                <a:srgbClr val="FF8500"/>
              </a:solidFill>
              <a:latin typeface="Amazon Ember"/>
            </a:endParaRPr>
          </a:p>
          <a:p>
            <a:pPr algn="l"/>
            <a:r>
              <a:rPr lang="en-CA" sz="1600" i="1">
                <a:solidFill>
                  <a:srgbClr val="FF8500"/>
                </a:solidFill>
                <a:latin typeface="Amazon Ember"/>
              </a:rPr>
              <a:t>“What limits are we hitting?”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26093633-E842-A6C0-5773-95D650D24205}"/>
              </a:ext>
            </a:extLst>
          </p:cNvPr>
          <p:cNvSpPr/>
          <p:nvPr/>
        </p:nvSpPr>
        <p:spPr>
          <a:xfrm>
            <a:off x="64008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>
                <a:solidFill>
                  <a:srgbClr val="FF8500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CORE MODULE</a:t>
            </a:r>
            <a:endParaRPr lang="en-US" sz="1300"/>
          </a:p>
        </p:txBody>
      </p:sp>
    </p:spTree>
    <p:extLst>
      <p:ext uri="{BB962C8B-B14F-4D97-AF65-F5344CB8AC3E}">
        <p14:creationId xmlns:p14="http://schemas.microsoft.com/office/powerpoint/2010/main" val="20678237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779B67-58C9-0A8F-9558-BECF02028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EB3C85-371B-6F74-ABAB-5DF325342210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8FDB12-6991-F708-E089-A5DBC8F234E3}"/>
              </a:ext>
            </a:extLst>
          </p:cNvPr>
          <p:cNvSpPr txBox="1"/>
          <p:nvPr/>
        </p:nvSpPr>
        <p:spPr>
          <a:xfrm>
            <a:off x="73152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1F3F3"/>
                </a:solidFill>
                <a:latin typeface="Amazon Ember"/>
              </a:rPr>
              <a:t>Quality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46A58E-58C5-F931-E434-F78B9CDF1887}"/>
              </a:ext>
            </a:extLst>
          </p:cNvPr>
          <p:cNvSpPr/>
          <p:nvPr/>
        </p:nvSpPr>
        <p:spPr>
          <a:xfrm>
            <a:off x="731520" y="1874519"/>
            <a:ext cx="2286000" cy="54864"/>
          </a:xfrm>
          <a:prstGeom prst="rect">
            <a:avLst/>
          </a:prstGeom>
          <a:solidFill>
            <a:srgbClr val="FF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9F74E7-8ED9-36FD-A05B-0C5D0D20B884}"/>
              </a:ext>
            </a:extLst>
          </p:cNvPr>
          <p:cNvSpPr txBox="1"/>
          <p:nvPr/>
        </p:nvSpPr>
        <p:spPr>
          <a:xfrm>
            <a:off x="731520" y="2103120"/>
            <a:ext cx="10058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D1D5DB"/>
                </a:solidFill>
                <a:latin typeface="Amazon Ember"/>
              </a:rPr>
              <a:t>Requires judgment. There is no universal truth here. </a:t>
            </a:r>
            <a:endParaRPr lang="en-CA" b="0" i="0">
              <a:solidFill>
                <a:srgbClr val="D1D5DB"/>
              </a:solidFill>
              <a:latin typeface="Amazon Ember"/>
            </a:endParaRPr>
          </a:p>
          <a:p>
            <a:pPr algn="l"/>
            <a:r>
              <a:rPr b="0" i="0">
                <a:solidFill>
                  <a:srgbClr val="D1D5DB"/>
                </a:solidFill>
                <a:latin typeface="Amazon Ember"/>
              </a:rPr>
              <a:t>You define what "good" looks like, then measure whether your system meets that definition.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E1B5FB8-A677-67D4-1A99-91B5EEBCDE5E}"/>
              </a:ext>
            </a:extLst>
          </p:cNvPr>
          <p:cNvSpPr/>
          <p:nvPr/>
        </p:nvSpPr>
        <p:spPr>
          <a:xfrm>
            <a:off x="548640" y="3108960"/>
            <a:ext cx="6858000" cy="25603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C98172-EA40-AC72-97A7-81AC72805939}"/>
              </a:ext>
            </a:extLst>
          </p:cNvPr>
          <p:cNvSpPr/>
          <p:nvPr/>
        </p:nvSpPr>
        <p:spPr>
          <a:xfrm>
            <a:off x="548640" y="3108960"/>
            <a:ext cx="6858000" cy="64008"/>
          </a:xfrm>
          <a:prstGeom prst="rect">
            <a:avLst/>
          </a:prstGeom>
          <a:solidFill>
            <a:srgbClr val="FF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2A3FFC-AD32-8FCA-028F-08CFF13BE334}"/>
              </a:ext>
            </a:extLst>
          </p:cNvPr>
          <p:cNvSpPr txBox="1"/>
          <p:nvPr/>
        </p:nvSpPr>
        <p:spPr>
          <a:xfrm>
            <a:off x="82296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1F3F3"/>
                </a:solidFill>
                <a:latin typeface="Amazon Ember"/>
              </a:rPr>
              <a:t>What You Measure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CABDF2-2153-A209-749E-67FD11A875FA}"/>
              </a:ext>
            </a:extLst>
          </p:cNvPr>
          <p:cNvSpPr txBox="1"/>
          <p:nvPr/>
        </p:nvSpPr>
        <p:spPr>
          <a:xfrm>
            <a:off x="822960" y="3749039"/>
            <a:ext cx="6217920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CA" sz="1600">
                <a:solidFill>
                  <a:srgbClr val="D1D5DB"/>
                </a:solidFill>
                <a:latin typeface="Amazon Ember"/>
              </a:rPr>
              <a:t>•  </a:t>
            </a:r>
            <a:r>
              <a:rPr sz="1600">
                <a:solidFill>
                  <a:srgbClr val="D1D5DB"/>
                </a:solidFill>
                <a:latin typeface="Amazon Ember"/>
              </a:rPr>
              <a:t>Three grader types: code-based (fast, brittle), LLM-as-Judge (flexible, needs calibration), human (gold standard, expensive)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Amazon Ember"/>
              </a:rPr>
              <a:t>•  Accuracy, relevance, coherence, and </a:t>
            </a:r>
            <a:r>
              <a:rPr sz="1600" err="1">
                <a:solidFill>
                  <a:srgbClr val="D1D5DB"/>
                </a:solidFill>
                <a:latin typeface="Amazon Ember"/>
              </a:rPr>
              <a:t>groundedness</a:t>
            </a:r>
            <a:r>
              <a:rPr sz="1600">
                <a:solidFill>
                  <a:srgbClr val="D1D5DB"/>
                </a:solidFill>
                <a:latin typeface="Amazon Ember"/>
              </a:rPr>
              <a:t> in source material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Amazon Ember"/>
              </a:rPr>
              <a:t>•  Tone, grammar, and branding consistency for customer-facing outputs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F1B4AF0-250A-C3FF-7E5D-8F2E2B9D7524}"/>
              </a:ext>
            </a:extLst>
          </p:cNvPr>
          <p:cNvSpPr/>
          <p:nvPr/>
        </p:nvSpPr>
        <p:spPr>
          <a:xfrm>
            <a:off x="548640" y="5852160"/>
            <a:ext cx="10972800" cy="731520"/>
          </a:xfrm>
          <a:prstGeom prst="roundRect">
            <a:avLst/>
          </a:prstGeom>
          <a:solidFill>
            <a:srgbClr val="161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757CBF-D5D4-BB8A-EDD5-376DF620CAD6}"/>
              </a:ext>
            </a:extLst>
          </p:cNvPr>
          <p:cNvSpPr/>
          <p:nvPr/>
        </p:nvSpPr>
        <p:spPr>
          <a:xfrm>
            <a:off x="548640" y="5852160"/>
            <a:ext cx="64008" cy="731520"/>
          </a:xfrm>
          <a:prstGeom prst="rect">
            <a:avLst/>
          </a:prstGeom>
          <a:solidFill>
            <a:srgbClr val="41B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6911DB-0124-B834-0A3F-CF97D873743F}"/>
              </a:ext>
            </a:extLst>
          </p:cNvPr>
          <p:cNvSpPr txBox="1"/>
          <p:nvPr/>
        </p:nvSpPr>
        <p:spPr>
          <a:xfrm>
            <a:off x="822960" y="5897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1B3FF"/>
                </a:solidFill>
                <a:latin typeface="Amazon Ember"/>
              </a:rPr>
              <a:t>IN THE LAB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C87993-13BB-7A95-09A5-F9CC2564DC48}"/>
              </a:ext>
            </a:extLst>
          </p:cNvPr>
          <p:cNvSpPr txBox="1"/>
          <p:nvPr/>
        </p:nvSpPr>
        <p:spPr>
          <a:xfrm>
            <a:off x="822960" y="6172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A4AE"/>
                </a:solidFill>
                <a:latin typeface="Amazon Ember"/>
              </a:rPr>
              <a:t>Automated evaluators, prompt comparison, quality regression suites, continuous monitoring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EB9895-E4DD-A60C-1027-69994FDF2185}"/>
              </a:ext>
            </a:extLst>
          </p:cNvPr>
          <p:cNvSpPr txBox="1"/>
          <p:nvPr/>
        </p:nvSpPr>
        <p:spPr>
          <a:xfrm>
            <a:off x="7772400" y="3291840"/>
            <a:ext cx="3862316" cy="108859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sz="1600" b="0" i="1">
                <a:solidFill>
                  <a:srgbClr val="FF8500"/>
                </a:solidFill>
                <a:latin typeface="Amazon Ember"/>
              </a:rPr>
              <a:t>Answers: </a:t>
            </a:r>
            <a:endParaRPr lang="en-CA" sz="1600" b="0" i="1">
              <a:solidFill>
                <a:srgbClr val="FF8500"/>
              </a:solidFill>
              <a:latin typeface="Amazon Ember"/>
            </a:endParaRPr>
          </a:p>
          <a:p>
            <a:pPr algn="l"/>
            <a:r>
              <a:rPr lang="en-CA" sz="1600" b="0" i="1">
                <a:solidFill>
                  <a:srgbClr val="FF8500"/>
                </a:solidFill>
                <a:latin typeface="Amazon Ember"/>
              </a:rPr>
              <a:t>“Does it work properly?”</a:t>
            </a:r>
          </a:p>
          <a:p>
            <a:pPr algn="l"/>
            <a:r>
              <a:rPr lang="en-CA" sz="1600" i="1">
                <a:solidFill>
                  <a:srgbClr val="FF8500"/>
                </a:solidFill>
                <a:latin typeface="Amazon Ember"/>
              </a:rPr>
              <a:t>“Is it accurate?”</a:t>
            </a:r>
          </a:p>
          <a:p>
            <a:r>
              <a:rPr lang="en-CA" sz="1600" i="1">
                <a:solidFill>
                  <a:srgbClr val="FF8500"/>
                </a:solidFill>
                <a:latin typeface="Amazon Ember"/>
              </a:rPr>
              <a:t>“Are we solving our defined problem?”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495E5AB4-842E-2EF2-D0C1-9B658E11A1DC}"/>
              </a:ext>
            </a:extLst>
          </p:cNvPr>
          <p:cNvSpPr/>
          <p:nvPr/>
        </p:nvSpPr>
        <p:spPr>
          <a:xfrm>
            <a:off x="64008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>
                <a:solidFill>
                  <a:srgbClr val="FF8500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CORE MODULE</a:t>
            </a:r>
            <a:endParaRPr lang="en-US" sz="1300"/>
          </a:p>
        </p:txBody>
      </p:sp>
    </p:spTree>
    <p:extLst>
      <p:ext uri="{BB962C8B-B14F-4D97-AF65-F5344CB8AC3E}">
        <p14:creationId xmlns:p14="http://schemas.microsoft.com/office/powerpoint/2010/main" val="3985441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9B1544-61FF-8128-0F62-A3616B2F8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B1330F-6171-8678-88C5-969048EF6ED6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4879AB-5C0F-C4EF-DA12-655325957B2C}"/>
              </a:ext>
            </a:extLst>
          </p:cNvPr>
          <p:cNvSpPr txBox="1"/>
          <p:nvPr/>
        </p:nvSpPr>
        <p:spPr>
          <a:xfrm>
            <a:off x="731520" y="1005840"/>
            <a:ext cx="10058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CA" sz="3600" b="1" i="0">
                <a:solidFill>
                  <a:srgbClr val="F1F3F3"/>
                </a:solidFill>
                <a:latin typeface="Amazon Ember"/>
              </a:rPr>
              <a:t>Understanding Failures</a:t>
            </a:r>
            <a:endParaRPr sz="3600" b="1" i="0">
              <a:solidFill>
                <a:srgbClr val="F1F3F3"/>
              </a:solidFill>
              <a:latin typeface="Amazon Embe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DA265C-295F-D02B-6EF8-BD8562405700}"/>
              </a:ext>
            </a:extLst>
          </p:cNvPr>
          <p:cNvSpPr/>
          <p:nvPr/>
        </p:nvSpPr>
        <p:spPr>
          <a:xfrm>
            <a:off x="731520" y="1874519"/>
            <a:ext cx="2286000" cy="54864"/>
          </a:xfrm>
          <a:prstGeom prst="rect">
            <a:avLst/>
          </a:prstGeom>
          <a:solidFill>
            <a:srgbClr val="FF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10AE3A-59D7-A7E1-DE73-0E32E4414CFC}"/>
              </a:ext>
            </a:extLst>
          </p:cNvPr>
          <p:cNvSpPr txBox="1"/>
          <p:nvPr/>
        </p:nvSpPr>
        <p:spPr>
          <a:xfrm>
            <a:off x="731520" y="2103120"/>
            <a:ext cx="10058400" cy="647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lang="en-US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Before you build evaluators, you need to know what problems to look for. </a:t>
            </a:r>
          </a:p>
          <a:p>
            <a:pPr>
              <a:lnSpc>
                <a:spcPts val="2200"/>
              </a:lnSpc>
            </a:pPr>
            <a:r>
              <a:rPr lang="en-US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This module explains how to identify, categorize, and prioritize failures systematically.</a:t>
            </a:r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0F98A6D-FEF8-4ABB-C755-8DD4F1E1F3AB}"/>
              </a:ext>
            </a:extLst>
          </p:cNvPr>
          <p:cNvSpPr/>
          <p:nvPr/>
        </p:nvSpPr>
        <p:spPr>
          <a:xfrm>
            <a:off x="548640" y="3108960"/>
            <a:ext cx="6858000" cy="25603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750EAE-414F-69BE-C05A-3435B4C1B9E9}"/>
              </a:ext>
            </a:extLst>
          </p:cNvPr>
          <p:cNvSpPr/>
          <p:nvPr/>
        </p:nvSpPr>
        <p:spPr>
          <a:xfrm>
            <a:off x="548640" y="3108960"/>
            <a:ext cx="6858000" cy="64008"/>
          </a:xfrm>
          <a:prstGeom prst="rect">
            <a:avLst/>
          </a:prstGeom>
          <a:solidFill>
            <a:srgbClr val="FF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AE182B-3750-06B5-5D58-C048A35F1FF3}"/>
              </a:ext>
            </a:extLst>
          </p:cNvPr>
          <p:cNvSpPr txBox="1"/>
          <p:nvPr/>
        </p:nvSpPr>
        <p:spPr>
          <a:xfrm>
            <a:off x="82296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1F3F3"/>
                </a:solidFill>
                <a:latin typeface="Amazon Ember"/>
              </a:rPr>
              <a:t>What You Measure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17FC5B-72A4-5994-3690-A8AC0E533D73}"/>
              </a:ext>
            </a:extLst>
          </p:cNvPr>
          <p:cNvSpPr txBox="1"/>
          <p:nvPr/>
        </p:nvSpPr>
        <p:spPr>
          <a:xfrm>
            <a:off x="822960" y="3749039"/>
            <a:ext cx="6217920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CA" sz="1600">
                <a:solidFill>
                  <a:srgbClr val="D1D5DB"/>
                </a:solidFill>
                <a:latin typeface="Amazon Ember"/>
              </a:rPr>
              <a:t>• Failure patterns in traces focused on root cause analysis</a:t>
            </a:r>
          </a:p>
          <a:p>
            <a:pPr>
              <a:spcAft>
                <a:spcPts val="600"/>
              </a:spcAft>
            </a:pPr>
            <a:r>
              <a:rPr lang="en-CA" sz="1600">
                <a:solidFill>
                  <a:srgbClr val="D1D5DB"/>
                </a:solidFill>
                <a:latin typeface="Amazon Ember"/>
              </a:rPr>
              <a:t>• Identifying failure categories and grouping errors</a:t>
            </a:r>
          </a:p>
          <a:p>
            <a:pPr>
              <a:spcAft>
                <a:spcPts val="600"/>
              </a:spcAft>
            </a:pPr>
            <a:r>
              <a:rPr lang="en-CA" sz="1600">
                <a:solidFill>
                  <a:srgbClr val="D1D5DB"/>
                </a:solidFill>
                <a:latin typeface="Amazon Ember"/>
              </a:rPr>
              <a:t>• Proper validation by replaying traces against the improved agent</a:t>
            </a:r>
            <a:endParaRPr sz="1600">
              <a:solidFill>
                <a:srgbClr val="D1D5DB"/>
              </a:solidFill>
              <a:latin typeface="Amazon Ember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161D6C-0630-60F8-9816-B196ADFA5F11}"/>
              </a:ext>
            </a:extLst>
          </p:cNvPr>
          <p:cNvSpPr txBox="1"/>
          <p:nvPr/>
        </p:nvSpPr>
        <p:spPr>
          <a:xfrm>
            <a:off x="7772400" y="3291840"/>
            <a:ext cx="3862316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sz="1600" b="0" i="1">
                <a:solidFill>
                  <a:srgbClr val="FF8500"/>
                </a:solidFill>
                <a:latin typeface="Amazon Ember"/>
              </a:rPr>
              <a:t>Answers:</a:t>
            </a:r>
            <a:endParaRPr lang="en-CA" sz="1600" b="0" i="1">
              <a:solidFill>
                <a:srgbClr val="FF8500"/>
              </a:solidFill>
              <a:latin typeface="Amazon Ember"/>
            </a:endParaRPr>
          </a:p>
          <a:p>
            <a:pPr algn="l"/>
            <a:r>
              <a:rPr lang="en-CA" sz="1600" b="0" i="1">
                <a:solidFill>
                  <a:srgbClr val="FF8500"/>
                </a:solidFill>
                <a:latin typeface="Amazon Ember"/>
              </a:rPr>
              <a:t>"Is it solving the problem as intended?"</a:t>
            </a:r>
          </a:p>
          <a:p>
            <a:pPr algn="l"/>
            <a:r>
              <a:rPr lang="en-CA" sz="1600" b="0" i="1">
                <a:solidFill>
                  <a:srgbClr val="FF8500"/>
                </a:solidFill>
                <a:latin typeface="Amazon Ember"/>
              </a:rPr>
              <a:t>"What do we need to go to production?"</a:t>
            </a:r>
          </a:p>
          <a:p>
            <a:r>
              <a:rPr lang="en-CA" sz="1600" i="1">
                <a:solidFill>
                  <a:srgbClr val="FF8500"/>
                </a:solidFill>
                <a:latin typeface="Amazon Ember"/>
                <a:ea typeface="Amazon Ember"/>
                <a:cs typeface="Amazon Ember"/>
              </a:rPr>
              <a:t>"Are we monitoring metrics?"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34C3303-9F4C-CEF3-C024-DF39E4BE1321}"/>
              </a:ext>
            </a:extLst>
          </p:cNvPr>
          <p:cNvSpPr/>
          <p:nvPr/>
        </p:nvSpPr>
        <p:spPr>
          <a:xfrm>
            <a:off x="64008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>
                <a:solidFill>
                  <a:srgbClr val="FF8500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CORE MODULE</a:t>
            </a:r>
            <a:endParaRPr lang="en-US" sz="130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5E6418D-0A2A-CDD6-9711-E08DEBF6BE40}"/>
              </a:ext>
            </a:extLst>
          </p:cNvPr>
          <p:cNvSpPr/>
          <p:nvPr/>
        </p:nvSpPr>
        <p:spPr>
          <a:xfrm>
            <a:off x="548640" y="5852160"/>
            <a:ext cx="10972800" cy="731520"/>
          </a:xfrm>
          <a:prstGeom prst="roundRect">
            <a:avLst/>
          </a:prstGeom>
          <a:solidFill>
            <a:srgbClr val="161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24DFE7-1B66-A146-2F8A-A539E3E94B57}"/>
              </a:ext>
            </a:extLst>
          </p:cNvPr>
          <p:cNvSpPr/>
          <p:nvPr/>
        </p:nvSpPr>
        <p:spPr>
          <a:xfrm>
            <a:off x="548640" y="5852160"/>
            <a:ext cx="64008" cy="731520"/>
          </a:xfrm>
          <a:prstGeom prst="rect">
            <a:avLst/>
          </a:prstGeom>
          <a:solidFill>
            <a:srgbClr val="41B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25240B-4DB2-072E-648F-A6DF3D3CD002}"/>
              </a:ext>
            </a:extLst>
          </p:cNvPr>
          <p:cNvSpPr txBox="1"/>
          <p:nvPr/>
        </p:nvSpPr>
        <p:spPr>
          <a:xfrm>
            <a:off x="822960" y="5897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1B3FF"/>
                </a:solidFill>
                <a:latin typeface="Amazon Ember"/>
              </a:rPr>
              <a:t>IN THE LAB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DF80EE-9CF4-A88E-BDFB-F576E0B70C0D}"/>
              </a:ext>
            </a:extLst>
          </p:cNvPr>
          <p:cNvSpPr txBox="1"/>
          <p:nvPr/>
        </p:nvSpPr>
        <p:spPr>
          <a:xfrm>
            <a:off x="822960" y="6172200"/>
            <a:ext cx="10058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CA" sz="1300" b="0" i="0">
                <a:solidFill>
                  <a:srgbClr val="9BA4AE"/>
                </a:solidFill>
                <a:latin typeface="Amazon Ember"/>
              </a:rPr>
              <a:t>Trace review with LLM-assisted labeling, failure clustering, prompt fixing with trace replay, root cause identification</a:t>
            </a:r>
            <a:endParaRPr sz="1300" b="0" i="0">
              <a:solidFill>
                <a:srgbClr val="9BA4AE"/>
              </a:solidFill>
              <a:latin typeface="Amazon Ember"/>
            </a:endParaRPr>
          </a:p>
        </p:txBody>
      </p:sp>
    </p:spTree>
    <p:extLst>
      <p:ext uri="{BB962C8B-B14F-4D97-AF65-F5344CB8AC3E}">
        <p14:creationId xmlns:p14="http://schemas.microsoft.com/office/powerpoint/2010/main" val="4179672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D9BDBF-D618-DD50-4930-99468F10A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5B1158A-E919-BBC0-DE38-3D8F15D71B65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BF5CE5-C204-E0A5-5B29-43979ED18567}"/>
              </a:ext>
            </a:extLst>
          </p:cNvPr>
          <p:cNvSpPr txBox="1"/>
          <p:nvPr/>
        </p:nvSpPr>
        <p:spPr>
          <a:xfrm>
            <a:off x="73152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1F3F3"/>
                </a:solidFill>
                <a:latin typeface="Amazon Ember"/>
              </a:rPr>
              <a:t>Agentic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2FC85C-EE4F-1BCB-C2B9-4C66271AB3BC}"/>
              </a:ext>
            </a:extLst>
          </p:cNvPr>
          <p:cNvSpPr/>
          <p:nvPr/>
        </p:nvSpPr>
        <p:spPr>
          <a:xfrm>
            <a:off x="731520" y="1874519"/>
            <a:ext cx="2286000" cy="54864"/>
          </a:xfrm>
          <a:prstGeom prst="rect">
            <a:avLst/>
          </a:prstGeom>
          <a:solidFill>
            <a:srgbClr val="FF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8768BA-7395-CBFA-AF7A-77FFE747E68F}"/>
              </a:ext>
            </a:extLst>
          </p:cNvPr>
          <p:cNvSpPr txBox="1"/>
          <p:nvPr/>
        </p:nvSpPr>
        <p:spPr>
          <a:xfrm>
            <a:off x="731520" y="2103120"/>
            <a:ext cx="10058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D1D5DB"/>
                </a:solidFill>
                <a:latin typeface="Amazon Ember"/>
              </a:rPr>
              <a:t>Architecture-level measurement. Not about individual models or prompts, but how well the elements of your system interact with each other.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7C7D9E5-597A-02E4-FC8F-D534989FBC6E}"/>
              </a:ext>
            </a:extLst>
          </p:cNvPr>
          <p:cNvSpPr/>
          <p:nvPr/>
        </p:nvSpPr>
        <p:spPr>
          <a:xfrm>
            <a:off x="548640" y="3108960"/>
            <a:ext cx="6858000" cy="25603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50FB89F-163A-D09E-5559-F7DFEF6D37DB}"/>
              </a:ext>
            </a:extLst>
          </p:cNvPr>
          <p:cNvSpPr/>
          <p:nvPr/>
        </p:nvSpPr>
        <p:spPr>
          <a:xfrm>
            <a:off x="548640" y="3108960"/>
            <a:ext cx="6858000" cy="64008"/>
          </a:xfrm>
          <a:prstGeom prst="rect">
            <a:avLst/>
          </a:prstGeom>
          <a:solidFill>
            <a:srgbClr val="FF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677457-67A9-4ECC-37DD-13AE76009323}"/>
              </a:ext>
            </a:extLst>
          </p:cNvPr>
          <p:cNvSpPr txBox="1"/>
          <p:nvPr/>
        </p:nvSpPr>
        <p:spPr>
          <a:xfrm>
            <a:off x="82296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1F3F3"/>
                </a:solidFill>
                <a:latin typeface="Amazon Ember"/>
              </a:rPr>
              <a:t>What You Measure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517E24-7D99-E1F6-9127-1B089C94CBDD}"/>
              </a:ext>
            </a:extLst>
          </p:cNvPr>
          <p:cNvSpPr txBox="1"/>
          <p:nvPr/>
        </p:nvSpPr>
        <p:spPr>
          <a:xfrm>
            <a:off x="822960" y="3749039"/>
            <a:ext cx="6217920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Amazon Ember"/>
              </a:rPr>
              <a:t>•  Tool selection accuracy and reasoning: did the agent pick the right tool with the right parameters?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Amazon Ember"/>
              </a:rPr>
              <a:t>•  Multi-step workflow completion: can the agent finish complex tasks end-to-end?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D1D5DB"/>
                </a:solidFill>
                <a:latin typeface="Amazon Ember"/>
              </a:rPr>
              <a:t>•  Error recovery and fallback behavior: how does the system handle unexpected failures?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4C60FE8-1415-5AFB-46BB-033846D24F3E}"/>
              </a:ext>
            </a:extLst>
          </p:cNvPr>
          <p:cNvSpPr/>
          <p:nvPr/>
        </p:nvSpPr>
        <p:spPr>
          <a:xfrm>
            <a:off x="548640" y="5852160"/>
            <a:ext cx="10972800" cy="731520"/>
          </a:xfrm>
          <a:prstGeom prst="roundRect">
            <a:avLst/>
          </a:prstGeom>
          <a:solidFill>
            <a:srgbClr val="161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A9816D-D8EF-4008-AC57-CD7ACE1EC7F6}"/>
              </a:ext>
            </a:extLst>
          </p:cNvPr>
          <p:cNvSpPr/>
          <p:nvPr/>
        </p:nvSpPr>
        <p:spPr>
          <a:xfrm>
            <a:off x="548640" y="5852160"/>
            <a:ext cx="64008" cy="731520"/>
          </a:xfrm>
          <a:prstGeom prst="rect">
            <a:avLst/>
          </a:prstGeom>
          <a:solidFill>
            <a:srgbClr val="41B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26E1A2-7AB7-7B57-784A-F7B4EEEC32A3}"/>
              </a:ext>
            </a:extLst>
          </p:cNvPr>
          <p:cNvSpPr txBox="1"/>
          <p:nvPr/>
        </p:nvSpPr>
        <p:spPr>
          <a:xfrm>
            <a:off x="822960" y="5897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1B3FF"/>
                </a:solidFill>
                <a:latin typeface="Amazon Ember"/>
              </a:rPr>
              <a:t>IN THE LAB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723F97-CE89-D499-483B-86BE65077964}"/>
              </a:ext>
            </a:extLst>
          </p:cNvPr>
          <p:cNvSpPr txBox="1"/>
          <p:nvPr/>
        </p:nvSpPr>
        <p:spPr>
          <a:xfrm>
            <a:off x="822960" y="6172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A4AE"/>
                </a:solidFill>
                <a:latin typeface="Amazon Ember"/>
              </a:rPr>
              <a:t>Agent performance assessment, tool usage patterns, multi-step reasoning testing, agentic eval pipelines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07F9B6-EDF2-9095-5649-72CCEC060E0A}"/>
              </a:ext>
            </a:extLst>
          </p:cNvPr>
          <p:cNvSpPr txBox="1"/>
          <p:nvPr/>
        </p:nvSpPr>
        <p:spPr>
          <a:xfrm>
            <a:off x="7772400" y="3291840"/>
            <a:ext cx="3657600" cy="132343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sz="1600" b="0" i="1">
                <a:solidFill>
                  <a:srgbClr val="FF8500"/>
                </a:solidFill>
                <a:latin typeface="Amazon Ember"/>
              </a:rPr>
              <a:t>Answers: </a:t>
            </a:r>
            <a:endParaRPr lang="en-CA" sz="1600" b="0" i="1">
              <a:solidFill>
                <a:srgbClr val="FF8500"/>
              </a:solidFill>
              <a:latin typeface="Amazon Ember"/>
            </a:endParaRPr>
          </a:p>
          <a:p>
            <a:pPr algn="l"/>
            <a:r>
              <a:rPr lang="en-CA" sz="1600" b="0" i="1">
                <a:solidFill>
                  <a:srgbClr val="FF8500"/>
                </a:solidFill>
                <a:latin typeface="Amazon Ember"/>
              </a:rPr>
              <a:t>“How feasible is the technical design?”</a:t>
            </a:r>
          </a:p>
          <a:p>
            <a:pPr algn="l"/>
            <a:r>
              <a:rPr lang="en-CA" sz="1600" i="1">
                <a:solidFill>
                  <a:srgbClr val="FF8500"/>
                </a:solidFill>
                <a:latin typeface="Amazon Ember"/>
              </a:rPr>
              <a:t>“Is the system efficient?”</a:t>
            </a:r>
          </a:p>
          <a:p>
            <a:r>
              <a:rPr lang="en-CA" sz="1600" i="1">
                <a:solidFill>
                  <a:srgbClr val="FF8500"/>
                </a:solidFill>
                <a:latin typeface="Amazon Ember"/>
                <a:ea typeface="Amazon Ember"/>
                <a:cs typeface="Amazon Ember"/>
              </a:rPr>
              <a:t>"Are all the elements working together correctly?"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A2AAA44-CD23-93BF-6C98-CC8564CA86B4}"/>
              </a:ext>
            </a:extLst>
          </p:cNvPr>
          <p:cNvSpPr/>
          <p:nvPr/>
        </p:nvSpPr>
        <p:spPr>
          <a:xfrm>
            <a:off x="64008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>
                <a:solidFill>
                  <a:srgbClr val="FF8500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CORE MODULE</a:t>
            </a:r>
            <a:endParaRPr lang="en-US" sz="1300"/>
          </a:p>
        </p:txBody>
      </p:sp>
    </p:spTree>
    <p:extLst>
      <p:ext uri="{BB962C8B-B14F-4D97-AF65-F5344CB8AC3E}">
        <p14:creationId xmlns:p14="http://schemas.microsoft.com/office/powerpoint/2010/main" val="781084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235127-2A74-7C32-905A-556140242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317022F-85D4-0EF8-F169-A09F2F360614}"/>
              </a:ext>
            </a:extLst>
          </p:cNvPr>
          <p:cNvSpPr/>
          <p:nvPr/>
        </p:nvSpPr>
        <p:spPr>
          <a:xfrm>
            <a:off x="0" y="36576"/>
            <a:ext cx="12188952" cy="0"/>
          </a:xfrm>
          <a:prstGeom prst="line">
            <a:avLst/>
          </a:prstGeom>
          <a:noFill/>
          <a:ln w="38100">
            <a:solidFill>
              <a:srgbClr val="FF8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16A63C9-B887-04B4-E97B-785E8868D078}"/>
              </a:ext>
            </a:extLst>
          </p:cNvPr>
          <p:cNvSpPr/>
          <p:nvPr/>
        </p:nvSpPr>
        <p:spPr>
          <a:xfrm>
            <a:off x="91440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400">
                <a:solidFill>
                  <a:srgbClr val="FF8500"/>
                </a:solidFill>
                <a:latin typeface="Amazon Ember"/>
                <a:ea typeface="Amazon Ember"/>
                <a:cs typeface="Amazon Ember"/>
              </a:rPr>
              <a:t>CHOOSE YOUR PATH</a:t>
            </a:r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481A535-7B2C-63E7-7C59-4BECA06A2E45}"/>
              </a:ext>
            </a:extLst>
          </p:cNvPr>
          <p:cNvSpPr/>
          <p:nvPr/>
        </p:nvSpPr>
        <p:spPr>
          <a:xfrm>
            <a:off x="914400" y="822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Workload-Specific Evaluations</a:t>
            </a:r>
            <a:endParaRPr lang="en-US" sz="34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D29941A-D0F9-F469-A396-F3EF974103C7}"/>
              </a:ext>
            </a:extLst>
          </p:cNvPr>
          <p:cNvSpPr/>
          <p:nvPr/>
        </p:nvSpPr>
        <p:spPr>
          <a:xfrm>
            <a:off x="914400" y="1554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Choose the modules that match your use case. Complete in any order.</a:t>
            </a:r>
            <a:endParaRPr lang="en-US" sz="15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98D3DAE-85D6-AD56-B61A-C0F7C3D6C497}"/>
              </a:ext>
            </a:extLst>
          </p:cNvPr>
          <p:cNvSpPr/>
          <p:nvPr/>
        </p:nvSpPr>
        <p:spPr>
          <a:xfrm>
            <a:off x="640080" y="2057400"/>
            <a:ext cx="5440680" cy="640080"/>
          </a:xfrm>
          <a:prstGeom prst="roundRect">
            <a:avLst>
              <a:gd name="adj" fmla="val 8571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82C601B-2BA4-9100-86FB-64F593810821}"/>
              </a:ext>
            </a:extLst>
          </p:cNvPr>
          <p:cNvSpPr/>
          <p:nvPr/>
        </p:nvSpPr>
        <p:spPr>
          <a:xfrm>
            <a:off x="640080" y="2057400"/>
            <a:ext cx="54864" cy="64008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4E81AC8-2E44-CB1A-ABF9-8079E5C29941}"/>
              </a:ext>
            </a:extLst>
          </p:cNvPr>
          <p:cNvSpPr/>
          <p:nvPr/>
        </p:nvSpPr>
        <p:spPr>
          <a:xfrm>
            <a:off x="868680" y="21031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Intelligent Document Processing</a:t>
            </a:r>
            <a:endParaRPr lang="en-US" sz="14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5F7621F-C9C9-BDF6-5B53-BB528199543F}"/>
              </a:ext>
            </a:extLst>
          </p:cNvPr>
          <p:cNvSpPr/>
          <p:nvPr/>
        </p:nvSpPr>
        <p:spPr>
          <a:xfrm>
            <a:off x="868680" y="23865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Extraction accuracy, formatting, classification</a:t>
            </a:r>
            <a:endParaRPr lang="en-US" sz="1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D0CCD15-E2D3-04B4-DBB2-39D66983DAB1}"/>
              </a:ext>
            </a:extLst>
          </p:cNvPr>
          <p:cNvSpPr/>
          <p:nvPr/>
        </p:nvSpPr>
        <p:spPr>
          <a:xfrm>
            <a:off x="640080" y="2834640"/>
            <a:ext cx="5440680" cy="640080"/>
          </a:xfrm>
          <a:prstGeom prst="roundRect">
            <a:avLst>
              <a:gd name="adj" fmla="val 8571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F925DE2C-CE8B-4E93-1B24-19BAAF4967DC}"/>
              </a:ext>
            </a:extLst>
          </p:cNvPr>
          <p:cNvSpPr/>
          <p:nvPr/>
        </p:nvSpPr>
        <p:spPr>
          <a:xfrm>
            <a:off x="640080" y="2834640"/>
            <a:ext cx="54864" cy="64008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2BBF799-1B94-E779-7A61-4B90AFF84C1A}"/>
              </a:ext>
            </a:extLst>
          </p:cNvPr>
          <p:cNvSpPr/>
          <p:nvPr/>
        </p:nvSpPr>
        <p:spPr>
          <a:xfrm>
            <a:off x="868680" y="28803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Guardrails</a:t>
            </a:r>
            <a:endParaRPr lang="en-US" sz="14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13AF7E2-1622-1850-24DA-8A92D6F1C388}"/>
              </a:ext>
            </a:extLst>
          </p:cNvPr>
          <p:cNvSpPr/>
          <p:nvPr/>
        </p:nvSpPr>
        <p:spPr>
          <a:xfrm>
            <a:off x="868680" y="316382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Content filtering, responsible AI controls</a:t>
            </a:r>
            <a:endParaRPr lang="en-US" sz="120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7A65C2F-EBC9-D287-CC70-5DD4F2D9269F}"/>
              </a:ext>
            </a:extLst>
          </p:cNvPr>
          <p:cNvSpPr/>
          <p:nvPr/>
        </p:nvSpPr>
        <p:spPr>
          <a:xfrm>
            <a:off x="640080" y="3611880"/>
            <a:ext cx="5440680" cy="640080"/>
          </a:xfrm>
          <a:prstGeom prst="roundRect">
            <a:avLst>
              <a:gd name="adj" fmla="val 8571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90809ADA-ADD3-4FAC-E7C7-F3E6E861B6AE}"/>
              </a:ext>
            </a:extLst>
          </p:cNvPr>
          <p:cNvSpPr/>
          <p:nvPr/>
        </p:nvSpPr>
        <p:spPr>
          <a:xfrm>
            <a:off x="640080" y="3611880"/>
            <a:ext cx="54864" cy="64008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5B66010A-3A85-180C-A3D2-7FFD61756AF0}"/>
              </a:ext>
            </a:extLst>
          </p:cNvPr>
          <p:cNvSpPr/>
          <p:nvPr/>
        </p:nvSpPr>
        <p:spPr>
          <a:xfrm>
            <a:off x="868680" y="3657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Basic RAG</a:t>
            </a:r>
            <a:endParaRPr lang="en-US" sz="14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92BD9860-D384-E169-E37F-F03827B90FF3}"/>
              </a:ext>
            </a:extLst>
          </p:cNvPr>
          <p:cNvSpPr/>
          <p:nvPr/>
        </p:nvSpPr>
        <p:spPr>
          <a:xfrm>
            <a:off x="868680" y="394106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Retrieval relevance, context grounding, faithfulness</a:t>
            </a:r>
            <a:endParaRPr lang="en-US" sz="12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9DDABCB-C2A9-0EC1-0FD4-BD839D5F4F78}"/>
              </a:ext>
            </a:extLst>
          </p:cNvPr>
          <p:cNvSpPr/>
          <p:nvPr/>
        </p:nvSpPr>
        <p:spPr>
          <a:xfrm>
            <a:off x="640080" y="4389120"/>
            <a:ext cx="5440680" cy="640080"/>
          </a:xfrm>
          <a:prstGeom prst="roundRect">
            <a:avLst>
              <a:gd name="adj" fmla="val 8571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66B13F78-1B95-A909-3AD9-098DC8ECCA08}"/>
              </a:ext>
            </a:extLst>
          </p:cNvPr>
          <p:cNvSpPr/>
          <p:nvPr/>
        </p:nvSpPr>
        <p:spPr>
          <a:xfrm>
            <a:off x="640080" y="4389120"/>
            <a:ext cx="54864" cy="64008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DA43E1E-6989-83CA-E6AC-0FFE2C409BC2}"/>
              </a:ext>
            </a:extLst>
          </p:cNvPr>
          <p:cNvSpPr/>
          <p:nvPr/>
        </p:nvSpPr>
        <p:spPr>
          <a:xfrm>
            <a:off x="868680" y="4434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Multimodal RAG</a:t>
            </a:r>
            <a:endParaRPr lang="en-US" sz="14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90D1628-B330-1070-28FC-1D8D7E0D0633}"/>
              </a:ext>
            </a:extLst>
          </p:cNvPr>
          <p:cNvSpPr/>
          <p:nvPr/>
        </p:nvSpPr>
        <p:spPr>
          <a:xfrm>
            <a:off x="868680" y="471830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Cross-modal retrieval and generation</a:t>
            </a:r>
            <a:endParaRPr lang="en-US" sz="120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5DB13B35-1393-3B72-8AA5-5F601629DB64}"/>
              </a:ext>
            </a:extLst>
          </p:cNvPr>
          <p:cNvSpPr/>
          <p:nvPr/>
        </p:nvSpPr>
        <p:spPr>
          <a:xfrm>
            <a:off x="640080" y="5166360"/>
            <a:ext cx="5440680" cy="640080"/>
          </a:xfrm>
          <a:prstGeom prst="roundRect">
            <a:avLst>
              <a:gd name="adj" fmla="val 8571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472D32FC-9E39-AA30-D3BF-1DFB79E504F7}"/>
              </a:ext>
            </a:extLst>
          </p:cNvPr>
          <p:cNvSpPr/>
          <p:nvPr/>
        </p:nvSpPr>
        <p:spPr>
          <a:xfrm>
            <a:off x="640080" y="5166360"/>
            <a:ext cx="54864" cy="64008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50CE532-C5B6-C715-96AD-90B7CF708358}"/>
              </a:ext>
            </a:extLst>
          </p:cNvPr>
          <p:cNvSpPr/>
          <p:nvPr/>
        </p:nvSpPr>
        <p:spPr>
          <a:xfrm>
            <a:off x="868680" y="5212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Speech-to-Speech</a:t>
            </a:r>
            <a:endParaRPr lang="en-US" sz="14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EBF90B80-0B2D-5E12-AEF1-E295DDAB4102}"/>
              </a:ext>
            </a:extLst>
          </p:cNvPr>
          <p:cNvSpPr/>
          <p:nvPr/>
        </p:nvSpPr>
        <p:spPr>
          <a:xfrm>
            <a:off x="868680" y="549554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Transcription accuracy, latency, voice quality</a:t>
            </a:r>
            <a:endParaRPr lang="en-US" sz="120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5292CD32-936B-66C6-C832-631AA340C310}"/>
              </a:ext>
            </a:extLst>
          </p:cNvPr>
          <p:cNvSpPr/>
          <p:nvPr/>
        </p:nvSpPr>
        <p:spPr>
          <a:xfrm>
            <a:off x="640080" y="5943600"/>
            <a:ext cx="5440680" cy="640080"/>
          </a:xfrm>
          <a:prstGeom prst="roundRect">
            <a:avLst>
              <a:gd name="adj" fmla="val 8571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06EDF7C5-C213-8FBA-2038-D36EBB94E3AB}"/>
              </a:ext>
            </a:extLst>
          </p:cNvPr>
          <p:cNvSpPr/>
          <p:nvPr/>
        </p:nvSpPr>
        <p:spPr>
          <a:xfrm>
            <a:off x="640080" y="5943600"/>
            <a:ext cx="54864" cy="64008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7C0B9D05-3801-BB1D-F35C-52BCE7352456}"/>
              </a:ext>
            </a:extLst>
          </p:cNvPr>
          <p:cNvSpPr/>
          <p:nvPr/>
        </p:nvSpPr>
        <p:spPr>
          <a:xfrm>
            <a:off x="868680" y="5989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Automated Reasoning</a:t>
            </a:r>
            <a:endParaRPr lang="en-US" sz="14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AA617DB1-6D57-8DB1-A85C-2780226A2128}"/>
              </a:ext>
            </a:extLst>
          </p:cNvPr>
          <p:cNvSpPr/>
          <p:nvPr/>
        </p:nvSpPr>
        <p:spPr>
          <a:xfrm>
            <a:off x="868680" y="62727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Logical consistency, formal verification</a:t>
            </a:r>
            <a:endParaRPr lang="en-US" sz="120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8E26149B-B622-DDE9-49B6-1ED30C02DA7E}"/>
              </a:ext>
            </a:extLst>
          </p:cNvPr>
          <p:cNvSpPr/>
          <p:nvPr/>
        </p:nvSpPr>
        <p:spPr>
          <a:xfrm>
            <a:off x="6400800" y="2057400"/>
            <a:ext cx="5440680" cy="640080"/>
          </a:xfrm>
          <a:prstGeom prst="roundRect">
            <a:avLst>
              <a:gd name="adj" fmla="val 8571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ABE37464-986E-6F9F-6E5E-4AE8296225A3}"/>
              </a:ext>
            </a:extLst>
          </p:cNvPr>
          <p:cNvSpPr/>
          <p:nvPr/>
        </p:nvSpPr>
        <p:spPr>
          <a:xfrm>
            <a:off x="6400800" y="2057400"/>
            <a:ext cx="54864" cy="64008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45125696-F55B-7C0C-6836-2B9C37921214}"/>
              </a:ext>
            </a:extLst>
          </p:cNvPr>
          <p:cNvSpPr/>
          <p:nvPr/>
        </p:nvSpPr>
        <p:spPr>
          <a:xfrm>
            <a:off x="6629400" y="21031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Multi-Agent Shared Context</a:t>
            </a:r>
            <a:endParaRPr lang="en-US" sz="140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F32CE124-D2E3-79AD-5AF9-0196BA713CB3}"/>
              </a:ext>
            </a:extLst>
          </p:cNvPr>
          <p:cNvSpPr/>
          <p:nvPr/>
        </p:nvSpPr>
        <p:spPr>
          <a:xfrm>
            <a:off x="6629400" y="23865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Agent coordination, shared memory evaluation</a:t>
            </a:r>
            <a:endParaRPr lang="en-US" sz="120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4E4AB02C-49FD-E248-9BD2-4115B89B8D7A}"/>
              </a:ext>
            </a:extLst>
          </p:cNvPr>
          <p:cNvSpPr/>
          <p:nvPr/>
        </p:nvSpPr>
        <p:spPr>
          <a:xfrm>
            <a:off x="6400800" y="2834640"/>
            <a:ext cx="5440680" cy="640080"/>
          </a:xfrm>
          <a:prstGeom prst="roundRect">
            <a:avLst>
              <a:gd name="adj" fmla="val 8571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BEB86F7E-1ABA-C425-E271-E918F8CD6F47}"/>
              </a:ext>
            </a:extLst>
          </p:cNvPr>
          <p:cNvSpPr/>
          <p:nvPr/>
        </p:nvSpPr>
        <p:spPr>
          <a:xfrm>
            <a:off x="6400800" y="2834640"/>
            <a:ext cx="54864" cy="64008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62" name="Text 34">
            <a:extLst>
              <a:ext uri="{FF2B5EF4-FFF2-40B4-BE49-F238E27FC236}">
                <a16:creationId xmlns:a16="http://schemas.microsoft.com/office/drawing/2014/main" id="{D8ED5DDF-E330-8E21-888A-73F0A07A2CAA}"/>
              </a:ext>
            </a:extLst>
          </p:cNvPr>
          <p:cNvSpPr/>
          <p:nvPr/>
        </p:nvSpPr>
        <p:spPr>
          <a:xfrm>
            <a:off x="6629400" y="28803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Tool Calling</a:t>
            </a:r>
            <a:endParaRPr lang="en-US" sz="1400"/>
          </a:p>
        </p:txBody>
      </p:sp>
      <p:sp>
        <p:nvSpPr>
          <p:cNvPr id="63" name="Text 35">
            <a:extLst>
              <a:ext uri="{FF2B5EF4-FFF2-40B4-BE49-F238E27FC236}">
                <a16:creationId xmlns:a16="http://schemas.microsoft.com/office/drawing/2014/main" id="{E385C582-355F-3FA2-CE81-FA8931ACFFE7}"/>
              </a:ext>
            </a:extLst>
          </p:cNvPr>
          <p:cNvSpPr/>
          <p:nvPr/>
        </p:nvSpPr>
        <p:spPr>
          <a:xfrm>
            <a:off x="6629400" y="316382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Tool selection accuracy, parameter optimization</a:t>
            </a:r>
            <a:endParaRPr lang="en-US" sz="1200"/>
          </a:p>
        </p:txBody>
      </p:sp>
      <p:sp>
        <p:nvSpPr>
          <p:cNvPr id="64" name="Shape 36">
            <a:extLst>
              <a:ext uri="{FF2B5EF4-FFF2-40B4-BE49-F238E27FC236}">
                <a16:creationId xmlns:a16="http://schemas.microsoft.com/office/drawing/2014/main" id="{4321D804-2DE9-B12D-FD44-C410F734B4E0}"/>
              </a:ext>
            </a:extLst>
          </p:cNvPr>
          <p:cNvSpPr/>
          <p:nvPr/>
        </p:nvSpPr>
        <p:spPr>
          <a:xfrm>
            <a:off x="6400800" y="3611880"/>
            <a:ext cx="5440680" cy="640080"/>
          </a:xfrm>
          <a:prstGeom prst="roundRect">
            <a:avLst>
              <a:gd name="adj" fmla="val 8571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65" name="Shape 37">
            <a:extLst>
              <a:ext uri="{FF2B5EF4-FFF2-40B4-BE49-F238E27FC236}">
                <a16:creationId xmlns:a16="http://schemas.microsoft.com/office/drawing/2014/main" id="{DDF4D2CE-0B4A-88E8-1ECD-72ED408E22C3}"/>
              </a:ext>
            </a:extLst>
          </p:cNvPr>
          <p:cNvSpPr/>
          <p:nvPr/>
        </p:nvSpPr>
        <p:spPr>
          <a:xfrm>
            <a:off x="6400800" y="3611880"/>
            <a:ext cx="54864" cy="64008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66" name="Text 38">
            <a:extLst>
              <a:ext uri="{FF2B5EF4-FFF2-40B4-BE49-F238E27FC236}">
                <a16:creationId xmlns:a16="http://schemas.microsoft.com/office/drawing/2014/main" id="{EB591626-35E3-B8FE-BBAA-AEE1E9CCC453}"/>
              </a:ext>
            </a:extLst>
          </p:cNvPr>
          <p:cNvSpPr/>
          <p:nvPr/>
        </p:nvSpPr>
        <p:spPr>
          <a:xfrm>
            <a:off x="6629400" y="3657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Red Teaming</a:t>
            </a:r>
            <a:endParaRPr lang="en-US" sz="1400"/>
          </a:p>
        </p:txBody>
      </p:sp>
      <p:sp>
        <p:nvSpPr>
          <p:cNvPr id="67" name="Text 39">
            <a:extLst>
              <a:ext uri="{FF2B5EF4-FFF2-40B4-BE49-F238E27FC236}">
                <a16:creationId xmlns:a16="http://schemas.microsoft.com/office/drawing/2014/main" id="{EF861275-7B35-F464-0455-B3B8CBB80D40}"/>
              </a:ext>
            </a:extLst>
          </p:cNvPr>
          <p:cNvSpPr/>
          <p:nvPr/>
        </p:nvSpPr>
        <p:spPr>
          <a:xfrm>
            <a:off x="6629400" y="394106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Adversarial testing across apps, RAG, and agents</a:t>
            </a:r>
            <a:endParaRPr lang="en-US" sz="1200"/>
          </a:p>
        </p:txBody>
      </p:sp>
      <p:sp>
        <p:nvSpPr>
          <p:cNvPr id="68" name="Shape 40">
            <a:extLst>
              <a:ext uri="{FF2B5EF4-FFF2-40B4-BE49-F238E27FC236}">
                <a16:creationId xmlns:a16="http://schemas.microsoft.com/office/drawing/2014/main" id="{8CF9DA0F-A81B-20AF-8B3E-227A00107A0E}"/>
              </a:ext>
            </a:extLst>
          </p:cNvPr>
          <p:cNvSpPr/>
          <p:nvPr/>
        </p:nvSpPr>
        <p:spPr>
          <a:xfrm>
            <a:off x="6400800" y="4389120"/>
            <a:ext cx="5440680" cy="640080"/>
          </a:xfrm>
          <a:prstGeom prst="roundRect">
            <a:avLst>
              <a:gd name="adj" fmla="val 8571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69" name="Shape 41">
            <a:extLst>
              <a:ext uri="{FF2B5EF4-FFF2-40B4-BE49-F238E27FC236}">
                <a16:creationId xmlns:a16="http://schemas.microsoft.com/office/drawing/2014/main" id="{BB8091AF-09A7-9DD8-4C86-06D86B5400C6}"/>
              </a:ext>
            </a:extLst>
          </p:cNvPr>
          <p:cNvSpPr/>
          <p:nvPr/>
        </p:nvSpPr>
        <p:spPr>
          <a:xfrm>
            <a:off x="6400800" y="4389120"/>
            <a:ext cx="54864" cy="64008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70" name="Text 42">
            <a:extLst>
              <a:ext uri="{FF2B5EF4-FFF2-40B4-BE49-F238E27FC236}">
                <a16:creationId xmlns:a16="http://schemas.microsoft.com/office/drawing/2014/main" id="{9CA69C69-0C63-1249-C8F4-A3F9FFB503EE}"/>
              </a:ext>
            </a:extLst>
          </p:cNvPr>
          <p:cNvSpPr/>
          <p:nvPr/>
        </p:nvSpPr>
        <p:spPr>
          <a:xfrm>
            <a:off x="6629400" y="4434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Chatbot</a:t>
            </a:r>
            <a:endParaRPr lang="en-US" sz="1400"/>
          </a:p>
        </p:txBody>
      </p:sp>
      <p:sp>
        <p:nvSpPr>
          <p:cNvPr id="71" name="Text 43">
            <a:extLst>
              <a:ext uri="{FF2B5EF4-FFF2-40B4-BE49-F238E27FC236}">
                <a16:creationId xmlns:a16="http://schemas.microsoft.com/office/drawing/2014/main" id="{F63F678F-21F9-F044-E94C-3674DD7C35C8}"/>
              </a:ext>
            </a:extLst>
          </p:cNvPr>
          <p:cNvSpPr/>
          <p:nvPr/>
        </p:nvSpPr>
        <p:spPr>
          <a:xfrm>
            <a:off x="6629400" y="471830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Conversational quality, coherence, tone alignment</a:t>
            </a:r>
            <a:endParaRPr lang="en-US" sz="1200"/>
          </a:p>
        </p:txBody>
      </p:sp>
      <p:sp>
        <p:nvSpPr>
          <p:cNvPr id="72" name="Shape 44">
            <a:extLst>
              <a:ext uri="{FF2B5EF4-FFF2-40B4-BE49-F238E27FC236}">
                <a16:creationId xmlns:a16="http://schemas.microsoft.com/office/drawing/2014/main" id="{97D09D12-43BB-8A10-941A-2FE938485986}"/>
              </a:ext>
            </a:extLst>
          </p:cNvPr>
          <p:cNvSpPr/>
          <p:nvPr/>
        </p:nvSpPr>
        <p:spPr>
          <a:xfrm>
            <a:off x="6400800" y="5166360"/>
            <a:ext cx="5440680" cy="640080"/>
          </a:xfrm>
          <a:prstGeom prst="roundRect">
            <a:avLst>
              <a:gd name="adj" fmla="val 8571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73" name="Shape 45">
            <a:extLst>
              <a:ext uri="{FF2B5EF4-FFF2-40B4-BE49-F238E27FC236}">
                <a16:creationId xmlns:a16="http://schemas.microsoft.com/office/drawing/2014/main" id="{97C17C2C-9F1F-B816-26EF-72E0779BB9D2}"/>
              </a:ext>
            </a:extLst>
          </p:cNvPr>
          <p:cNvSpPr/>
          <p:nvPr/>
        </p:nvSpPr>
        <p:spPr>
          <a:xfrm>
            <a:off x="6400800" y="5166360"/>
            <a:ext cx="54864" cy="64008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74" name="Text 46">
            <a:extLst>
              <a:ext uri="{FF2B5EF4-FFF2-40B4-BE49-F238E27FC236}">
                <a16:creationId xmlns:a16="http://schemas.microsoft.com/office/drawing/2014/main" id="{27657403-0102-48BE-EFE9-40962D9D726D}"/>
              </a:ext>
            </a:extLst>
          </p:cNvPr>
          <p:cNvSpPr/>
          <p:nvPr/>
        </p:nvSpPr>
        <p:spPr>
          <a:xfrm>
            <a:off x="6629400" y="5212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Coding Assistant</a:t>
            </a:r>
            <a:endParaRPr lang="en-US" sz="1400"/>
          </a:p>
        </p:txBody>
      </p:sp>
      <p:sp>
        <p:nvSpPr>
          <p:cNvPr id="75" name="Text 47">
            <a:extLst>
              <a:ext uri="{FF2B5EF4-FFF2-40B4-BE49-F238E27FC236}">
                <a16:creationId xmlns:a16="http://schemas.microsoft.com/office/drawing/2014/main" id="{1AFEAB7E-4E81-AEA0-526F-0127B6BEBEC9}"/>
              </a:ext>
            </a:extLst>
          </p:cNvPr>
          <p:cNvSpPr/>
          <p:nvPr/>
        </p:nvSpPr>
        <p:spPr>
          <a:xfrm>
            <a:off x="6629400" y="549554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Code generation accuracy, security, test coverage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94130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AAEC6E-6D03-08B3-CC77-0B2EA3E76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126AFB6-1E77-D700-FE9B-FBCF129656D8}"/>
              </a:ext>
            </a:extLst>
          </p:cNvPr>
          <p:cNvSpPr/>
          <p:nvPr/>
        </p:nvSpPr>
        <p:spPr>
          <a:xfrm>
            <a:off x="0" y="36576"/>
            <a:ext cx="12188952" cy="0"/>
          </a:xfrm>
          <a:prstGeom prst="line">
            <a:avLst/>
          </a:prstGeom>
          <a:noFill/>
          <a:ln w="38100">
            <a:solidFill>
              <a:srgbClr val="FF8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DDA2BC4-64B4-C471-F888-2968236E02D2}"/>
              </a:ext>
            </a:extLst>
          </p:cNvPr>
          <p:cNvSpPr/>
          <p:nvPr/>
        </p:nvSpPr>
        <p:spPr>
          <a:xfrm>
            <a:off x="91440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400">
                <a:solidFill>
                  <a:srgbClr val="FF8500"/>
                </a:solidFill>
                <a:latin typeface="Amazon Ember"/>
                <a:ea typeface="Amazon Ember"/>
                <a:cs typeface="Amazon Ember"/>
              </a:rPr>
              <a:t>CHOOSE YOUR PATH</a:t>
            </a:r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AF01D81-DEAF-B8EF-E6C3-9A74795DE983}"/>
              </a:ext>
            </a:extLst>
          </p:cNvPr>
          <p:cNvSpPr/>
          <p:nvPr/>
        </p:nvSpPr>
        <p:spPr>
          <a:xfrm>
            <a:off x="914400" y="822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Framework-Specific Evaluations</a:t>
            </a:r>
            <a:endParaRPr lang="en-US" sz="34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797A28-1414-2E80-3316-F15F4318E535}"/>
              </a:ext>
            </a:extLst>
          </p:cNvPr>
          <p:cNvSpPr/>
          <p:nvPr/>
        </p:nvSpPr>
        <p:spPr>
          <a:xfrm>
            <a:off x="914400" y="1554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Evaluate using popular frameworks. Choose the tools that fit your stack.</a:t>
            </a:r>
            <a:endParaRPr lang="en-US" sz="1500"/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3933DE63-ABCD-DC81-C320-9DBE438A8D0B}"/>
              </a:ext>
            </a:extLst>
          </p:cNvPr>
          <p:cNvSpPr/>
          <p:nvPr/>
        </p:nvSpPr>
        <p:spPr>
          <a:xfrm>
            <a:off x="868101" y="2010524"/>
            <a:ext cx="10360152" cy="548640"/>
          </a:xfrm>
          <a:prstGeom prst="roundRect">
            <a:avLst>
              <a:gd name="adj" fmla="val 10000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5">
            <a:extLst>
              <a:ext uri="{FF2B5EF4-FFF2-40B4-BE49-F238E27FC236}">
                <a16:creationId xmlns:a16="http://schemas.microsoft.com/office/drawing/2014/main" id="{B2FA1DFF-7CD5-4DC1-64CA-DFD514E8A883}"/>
              </a:ext>
            </a:extLst>
          </p:cNvPr>
          <p:cNvSpPr/>
          <p:nvPr/>
        </p:nvSpPr>
        <p:spPr>
          <a:xfrm>
            <a:off x="868101" y="2010524"/>
            <a:ext cx="54864" cy="54864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6">
            <a:extLst>
              <a:ext uri="{FF2B5EF4-FFF2-40B4-BE49-F238E27FC236}">
                <a16:creationId xmlns:a16="http://schemas.microsoft.com/office/drawing/2014/main" id="{6BC37D8D-94C9-7023-0529-8713376415DC}"/>
              </a:ext>
            </a:extLst>
          </p:cNvPr>
          <p:cNvSpPr/>
          <p:nvPr/>
        </p:nvSpPr>
        <p:spPr>
          <a:xfrm>
            <a:off x="1188141" y="202881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Promptfoo</a:t>
            </a:r>
            <a:endParaRPr lang="en-US" sz="1600"/>
          </a:p>
        </p:txBody>
      </p:sp>
      <p:sp>
        <p:nvSpPr>
          <p:cNvPr id="39" name="Text 7">
            <a:extLst>
              <a:ext uri="{FF2B5EF4-FFF2-40B4-BE49-F238E27FC236}">
                <a16:creationId xmlns:a16="http://schemas.microsoft.com/office/drawing/2014/main" id="{57171888-5147-30A0-8DED-5A3C3D394883}"/>
              </a:ext>
            </a:extLst>
          </p:cNvPr>
          <p:cNvSpPr/>
          <p:nvPr/>
        </p:nvSpPr>
        <p:spPr>
          <a:xfrm>
            <a:off x="1188141" y="2284844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Open-source eval framework for prompt testing, model comparison, and regression detection</a:t>
            </a:r>
            <a:endParaRPr lang="en-US" sz="1200"/>
          </a:p>
        </p:txBody>
      </p:sp>
      <p:sp>
        <p:nvSpPr>
          <p:cNvPr id="40" name="Shape 8">
            <a:extLst>
              <a:ext uri="{FF2B5EF4-FFF2-40B4-BE49-F238E27FC236}">
                <a16:creationId xmlns:a16="http://schemas.microsoft.com/office/drawing/2014/main" id="{7FD3D559-8B31-1F49-47F3-538601CB3250}"/>
              </a:ext>
            </a:extLst>
          </p:cNvPr>
          <p:cNvSpPr/>
          <p:nvPr/>
        </p:nvSpPr>
        <p:spPr>
          <a:xfrm>
            <a:off x="868101" y="2668892"/>
            <a:ext cx="10360152" cy="548640"/>
          </a:xfrm>
          <a:prstGeom prst="roundRect">
            <a:avLst>
              <a:gd name="adj" fmla="val 10000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41" name="Shape 9">
            <a:extLst>
              <a:ext uri="{FF2B5EF4-FFF2-40B4-BE49-F238E27FC236}">
                <a16:creationId xmlns:a16="http://schemas.microsoft.com/office/drawing/2014/main" id="{F7D14264-9924-0164-0655-4018ED9EB8DB}"/>
              </a:ext>
            </a:extLst>
          </p:cNvPr>
          <p:cNvSpPr/>
          <p:nvPr/>
        </p:nvSpPr>
        <p:spPr>
          <a:xfrm>
            <a:off x="868101" y="2668892"/>
            <a:ext cx="54864" cy="54864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42" name="Text 10">
            <a:extLst>
              <a:ext uri="{FF2B5EF4-FFF2-40B4-BE49-F238E27FC236}">
                <a16:creationId xmlns:a16="http://schemas.microsoft.com/office/drawing/2014/main" id="{3337D118-A0A6-6220-1050-8E8F704FDA12}"/>
              </a:ext>
            </a:extLst>
          </p:cNvPr>
          <p:cNvSpPr/>
          <p:nvPr/>
        </p:nvSpPr>
        <p:spPr>
          <a:xfrm>
            <a:off x="1188141" y="2687180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AgentCore</a:t>
            </a:r>
            <a:endParaRPr lang="en-US" sz="1600"/>
          </a:p>
        </p:txBody>
      </p:sp>
      <p:sp>
        <p:nvSpPr>
          <p:cNvPr id="43" name="Text 11">
            <a:extLst>
              <a:ext uri="{FF2B5EF4-FFF2-40B4-BE49-F238E27FC236}">
                <a16:creationId xmlns:a16="http://schemas.microsoft.com/office/drawing/2014/main" id="{CA49556B-02CB-6881-2089-CD9A92B67FD3}"/>
              </a:ext>
            </a:extLst>
          </p:cNvPr>
          <p:cNvSpPr/>
          <p:nvPr/>
        </p:nvSpPr>
        <p:spPr>
          <a:xfrm>
            <a:off x="1188141" y="294321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AWS-native evaluation for agent orchestration and tool selection accuracy</a:t>
            </a:r>
            <a:endParaRPr lang="en-US" sz="1200"/>
          </a:p>
        </p:txBody>
      </p:sp>
      <p:sp>
        <p:nvSpPr>
          <p:cNvPr id="44" name="Shape 12">
            <a:extLst>
              <a:ext uri="{FF2B5EF4-FFF2-40B4-BE49-F238E27FC236}">
                <a16:creationId xmlns:a16="http://schemas.microsoft.com/office/drawing/2014/main" id="{26F5821E-02C7-0642-48E0-ED133B214950}"/>
              </a:ext>
            </a:extLst>
          </p:cNvPr>
          <p:cNvSpPr/>
          <p:nvPr/>
        </p:nvSpPr>
        <p:spPr>
          <a:xfrm>
            <a:off x="868101" y="3327260"/>
            <a:ext cx="10360152" cy="548640"/>
          </a:xfrm>
          <a:prstGeom prst="roundRect">
            <a:avLst>
              <a:gd name="adj" fmla="val 10000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45" name="Shape 13">
            <a:extLst>
              <a:ext uri="{FF2B5EF4-FFF2-40B4-BE49-F238E27FC236}">
                <a16:creationId xmlns:a16="http://schemas.microsoft.com/office/drawing/2014/main" id="{F47F6A9A-8816-D1F3-A989-268C7AC0479A}"/>
              </a:ext>
            </a:extLst>
          </p:cNvPr>
          <p:cNvSpPr/>
          <p:nvPr/>
        </p:nvSpPr>
        <p:spPr>
          <a:xfrm>
            <a:off x="868101" y="3327260"/>
            <a:ext cx="54864" cy="54864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46" name="Text 14">
            <a:extLst>
              <a:ext uri="{FF2B5EF4-FFF2-40B4-BE49-F238E27FC236}">
                <a16:creationId xmlns:a16="http://schemas.microsoft.com/office/drawing/2014/main" id="{770B4DD0-4ABA-56C5-C90B-5C17AC7B9153}"/>
              </a:ext>
            </a:extLst>
          </p:cNvPr>
          <p:cNvSpPr/>
          <p:nvPr/>
        </p:nvSpPr>
        <p:spPr>
          <a:xfrm>
            <a:off x="1188141" y="3345548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Strands</a:t>
            </a:r>
            <a:endParaRPr lang="en-US" sz="1600"/>
          </a:p>
        </p:txBody>
      </p:sp>
      <p:sp>
        <p:nvSpPr>
          <p:cNvPr id="47" name="Text 15">
            <a:extLst>
              <a:ext uri="{FF2B5EF4-FFF2-40B4-BE49-F238E27FC236}">
                <a16:creationId xmlns:a16="http://schemas.microsoft.com/office/drawing/2014/main" id="{CCFBB472-B9E0-BD61-3B67-253C594DC158}"/>
              </a:ext>
            </a:extLst>
          </p:cNvPr>
          <p:cNvSpPr/>
          <p:nvPr/>
        </p:nvSpPr>
        <p:spPr>
          <a:xfrm>
            <a:off x="1188141" y="360158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Agent reasoning chains, context management, and task completion evaluation</a:t>
            </a:r>
            <a:endParaRPr lang="en-US" sz="1200"/>
          </a:p>
        </p:txBody>
      </p:sp>
      <p:sp>
        <p:nvSpPr>
          <p:cNvPr id="48" name="Shape 20">
            <a:extLst>
              <a:ext uri="{FF2B5EF4-FFF2-40B4-BE49-F238E27FC236}">
                <a16:creationId xmlns:a16="http://schemas.microsoft.com/office/drawing/2014/main" id="{1E035589-7CA7-9355-9A8F-9D6ADB63A69D}"/>
              </a:ext>
            </a:extLst>
          </p:cNvPr>
          <p:cNvSpPr/>
          <p:nvPr/>
        </p:nvSpPr>
        <p:spPr>
          <a:xfrm>
            <a:off x="868101" y="3985628"/>
            <a:ext cx="10360152" cy="548640"/>
          </a:xfrm>
          <a:prstGeom prst="roundRect">
            <a:avLst>
              <a:gd name="adj" fmla="val 10000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49" name="Shape 21">
            <a:extLst>
              <a:ext uri="{FF2B5EF4-FFF2-40B4-BE49-F238E27FC236}">
                <a16:creationId xmlns:a16="http://schemas.microsoft.com/office/drawing/2014/main" id="{31768F91-3BAD-70AD-30D0-8679757063AB}"/>
              </a:ext>
            </a:extLst>
          </p:cNvPr>
          <p:cNvSpPr/>
          <p:nvPr/>
        </p:nvSpPr>
        <p:spPr>
          <a:xfrm>
            <a:off x="868101" y="3985628"/>
            <a:ext cx="54864" cy="54864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50" name="Text 22">
            <a:extLst>
              <a:ext uri="{FF2B5EF4-FFF2-40B4-BE49-F238E27FC236}">
                <a16:creationId xmlns:a16="http://schemas.microsoft.com/office/drawing/2014/main" id="{21B0068F-D75B-C212-9E7E-3FF5F8793C90}"/>
              </a:ext>
            </a:extLst>
          </p:cNvPr>
          <p:cNvSpPr/>
          <p:nvPr/>
        </p:nvSpPr>
        <p:spPr>
          <a:xfrm>
            <a:off x="1188141" y="40039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DSPy</a:t>
            </a:r>
            <a:endParaRPr lang="en-US" sz="1600"/>
          </a:p>
        </p:txBody>
      </p:sp>
      <p:sp>
        <p:nvSpPr>
          <p:cNvPr id="51" name="Text 23">
            <a:extLst>
              <a:ext uri="{FF2B5EF4-FFF2-40B4-BE49-F238E27FC236}">
                <a16:creationId xmlns:a16="http://schemas.microsoft.com/office/drawing/2014/main" id="{834D42C9-7A51-78A7-7954-7935E0EACCF7}"/>
              </a:ext>
            </a:extLst>
          </p:cNvPr>
          <p:cNvSpPr/>
          <p:nvPr/>
        </p:nvSpPr>
        <p:spPr>
          <a:xfrm>
            <a:off x="1188141" y="4259948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Programmatic optimization of LLM pipelines with automated prompt tuning</a:t>
            </a:r>
            <a:endParaRPr lang="en-US" sz="1200"/>
          </a:p>
        </p:txBody>
      </p:sp>
      <p:sp>
        <p:nvSpPr>
          <p:cNvPr id="52" name="Shape 24">
            <a:extLst>
              <a:ext uri="{FF2B5EF4-FFF2-40B4-BE49-F238E27FC236}">
                <a16:creationId xmlns:a16="http://schemas.microsoft.com/office/drawing/2014/main" id="{FDD1F552-078B-0B0D-0857-0947040E6525}"/>
              </a:ext>
            </a:extLst>
          </p:cNvPr>
          <p:cNvSpPr/>
          <p:nvPr/>
        </p:nvSpPr>
        <p:spPr>
          <a:xfrm>
            <a:off x="868101" y="4643996"/>
            <a:ext cx="10360152" cy="548640"/>
          </a:xfrm>
          <a:prstGeom prst="roundRect">
            <a:avLst>
              <a:gd name="adj" fmla="val 10000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53" name="Shape 25">
            <a:extLst>
              <a:ext uri="{FF2B5EF4-FFF2-40B4-BE49-F238E27FC236}">
                <a16:creationId xmlns:a16="http://schemas.microsoft.com/office/drawing/2014/main" id="{14FD2EC7-EA04-7383-5672-AB023AE68A80}"/>
              </a:ext>
            </a:extLst>
          </p:cNvPr>
          <p:cNvSpPr/>
          <p:nvPr/>
        </p:nvSpPr>
        <p:spPr>
          <a:xfrm>
            <a:off x="868101" y="4643996"/>
            <a:ext cx="54864" cy="54864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54" name="Text 26">
            <a:extLst>
              <a:ext uri="{FF2B5EF4-FFF2-40B4-BE49-F238E27FC236}">
                <a16:creationId xmlns:a16="http://schemas.microsoft.com/office/drawing/2014/main" id="{A9443250-C050-BFFB-9976-5DDAFCCEB290}"/>
              </a:ext>
            </a:extLst>
          </p:cNvPr>
          <p:cNvSpPr/>
          <p:nvPr/>
        </p:nvSpPr>
        <p:spPr>
          <a:xfrm>
            <a:off x="1188141" y="466228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DeepEval</a:t>
            </a:r>
            <a:endParaRPr lang="en-US" sz="1600"/>
          </a:p>
        </p:txBody>
      </p:sp>
      <p:sp>
        <p:nvSpPr>
          <p:cNvPr id="55" name="Text 27">
            <a:extLst>
              <a:ext uri="{FF2B5EF4-FFF2-40B4-BE49-F238E27FC236}">
                <a16:creationId xmlns:a16="http://schemas.microsoft.com/office/drawing/2014/main" id="{0DC6B5A2-2A2C-74A8-9C97-09741482AAF5}"/>
              </a:ext>
            </a:extLst>
          </p:cNvPr>
          <p:cNvSpPr/>
          <p:nvPr/>
        </p:nvSpPr>
        <p:spPr>
          <a:xfrm>
            <a:off x="1188141" y="4918316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Unit testing framework for LLMs with metrics for hallucination, bias, and toxicity</a:t>
            </a:r>
            <a:endParaRPr lang="en-US" sz="1200"/>
          </a:p>
        </p:txBody>
      </p:sp>
      <p:sp>
        <p:nvSpPr>
          <p:cNvPr id="56" name="Shape 28">
            <a:extLst>
              <a:ext uri="{FF2B5EF4-FFF2-40B4-BE49-F238E27FC236}">
                <a16:creationId xmlns:a16="http://schemas.microsoft.com/office/drawing/2014/main" id="{A330FCC0-1F56-4A75-3B11-43BCB1B33B04}"/>
              </a:ext>
            </a:extLst>
          </p:cNvPr>
          <p:cNvSpPr/>
          <p:nvPr/>
        </p:nvSpPr>
        <p:spPr>
          <a:xfrm>
            <a:off x="868101" y="5302364"/>
            <a:ext cx="10360152" cy="548640"/>
          </a:xfrm>
          <a:prstGeom prst="roundRect">
            <a:avLst>
              <a:gd name="adj" fmla="val 10000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57" name="Shape 29">
            <a:extLst>
              <a:ext uri="{FF2B5EF4-FFF2-40B4-BE49-F238E27FC236}">
                <a16:creationId xmlns:a16="http://schemas.microsoft.com/office/drawing/2014/main" id="{B3811273-C4D5-0C8D-57DC-799A509D8C50}"/>
              </a:ext>
            </a:extLst>
          </p:cNvPr>
          <p:cNvSpPr/>
          <p:nvPr/>
        </p:nvSpPr>
        <p:spPr>
          <a:xfrm>
            <a:off x="868101" y="5302364"/>
            <a:ext cx="54864" cy="54864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58" name="Text 30">
            <a:extLst>
              <a:ext uri="{FF2B5EF4-FFF2-40B4-BE49-F238E27FC236}">
                <a16:creationId xmlns:a16="http://schemas.microsoft.com/office/drawing/2014/main" id="{16C15E08-5FC0-D386-1A6B-7F940421D777}"/>
              </a:ext>
            </a:extLst>
          </p:cNvPr>
          <p:cNvSpPr/>
          <p:nvPr/>
        </p:nvSpPr>
        <p:spPr>
          <a:xfrm>
            <a:off x="1188141" y="53206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MLflow</a:t>
            </a:r>
            <a:endParaRPr lang="en-US" sz="1600"/>
          </a:p>
        </p:txBody>
      </p:sp>
      <p:sp>
        <p:nvSpPr>
          <p:cNvPr id="59" name="Text 31">
            <a:extLst>
              <a:ext uri="{FF2B5EF4-FFF2-40B4-BE49-F238E27FC236}">
                <a16:creationId xmlns:a16="http://schemas.microsoft.com/office/drawing/2014/main" id="{B5A20AE7-D056-5351-0657-8B1392120151}"/>
              </a:ext>
            </a:extLst>
          </p:cNvPr>
          <p:cNvSpPr/>
          <p:nvPr/>
        </p:nvSpPr>
        <p:spPr>
          <a:xfrm>
            <a:off x="1188141" y="5576684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Experiment tracking, model versioning, and evaluation metric logging at scale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612315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4AB347-0A74-F5FA-0D1F-96A435949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>
            <a:extLst>
              <a:ext uri="{FF2B5EF4-FFF2-40B4-BE49-F238E27FC236}">
                <a16:creationId xmlns:a16="http://schemas.microsoft.com/office/drawing/2014/main" id="{2953FC76-F89F-19D5-D0DD-A7CF986E69BD}"/>
              </a:ext>
            </a:extLst>
          </p:cNvPr>
          <p:cNvSpPr/>
          <p:nvPr/>
        </p:nvSpPr>
        <p:spPr>
          <a:xfrm>
            <a:off x="27432" y="45720"/>
            <a:ext cx="4846320" cy="6812280"/>
          </a:xfrm>
          <a:prstGeom prst="rect">
            <a:avLst/>
          </a:prstGeom>
          <a:solidFill>
            <a:srgbClr val="161D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F0087D5B-3763-8D35-273C-7246EEA8CB33}"/>
              </a:ext>
            </a:extLst>
          </p:cNvPr>
          <p:cNvSpPr/>
          <p:nvPr/>
        </p:nvSpPr>
        <p:spPr>
          <a:xfrm>
            <a:off x="4846320" y="0"/>
            <a:ext cx="54864" cy="6858000"/>
          </a:xfrm>
          <a:prstGeom prst="rect">
            <a:avLst/>
          </a:prstGeom>
          <a:solidFill>
            <a:srgbClr val="41B3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3F0FFF89-5DC6-8755-3DCC-8BD86BA06773}"/>
              </a:ext>
            </a:extLst>
          </p:cNvPr>
          <p:cNvSpPr/>
          <p:nvPr/>
        </p:nvSpPr>
        <p:spPr>
          <a:xfrm>
            <a:off x="457200" y="4572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>
                <a:solidFill>
                  <a:srgbClr val="41B3FF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INTERACTIVE LEARNING</a:t>
            </a:r>
            <a:endParaRPr lang="en-US" sz="140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BACE530F-8519-2ECB-CCE3-7E698461CB0F}"/>
              </a:ext>
            </a:extLst>
          </p:cNvPr>
          <p:cNvSpPr/>
          <p:nvPr/>
        </p:nvSpPr>
        <p:spPr>
          <a:xfrm>
            <a:off x="457200" y="10058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400"/>
              </a:lnSpc>
              <a:buNone/>
            </a:pPr>
            <a:r>
              <a:rPr lang="en-US" sz="34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AI-Powered</a:t>
            </a:r>
            <a:endParaRPr lang="en-US" sz="3400"/>
          </a:p>
          <a:p>
            <a:pPr marL="0" indent="0">
              <a:lnSpc>
                <a:spcPts val="4400"/>
              </a:lnSpc>
              <a:buNone/>
            </a:pPr>
            <a:r>
              <a:rPr lang="en-US" sz="34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Tutor Mode</a:t>
            </a:r>
            <a:endParaRPr lang="en-US" sz="340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60D3E2B5-7E82-8FAA-DDDE-6F4EFCD92F29}"/>
              </a:ext>
            </a:extLst>
          </p:cNvPr>
          <p:cNvSpPr/>
          <p:nvPr/>
        </p:nvSpPr>
        <p:spPr>
          <a:xfrm>
            <a:off x="457200" y="23774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Every module includes a companion skill file that turns your AI assistant into a hands-on workshop facilitator.</a:t>
            </a:r>
            <a:endParaRPr lang="en-US" sz="140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CA156BD4-B163-4888-FF7A-7092F067B2D4}"/>
              </a:ext>
            </a:extLst>
          </p:cNvPr>
          <p:cNvSpPr/>
          <p:nvPr/>
        </p:nvSpPr>
        <p:spPr>
          <a:xfrm>
            <a:off x="45720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>
                <a:solidFill>
                  <a:srgbClr val="41B3FF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HOW IT WORKS</a:t>
            </a:r>
            <a:endParaRPr lang="en-US" sz="1000"/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6DC77033-5039-BE56-1707-93BD092738F1}"/>
              </a:ext>
            </a:extLst>
          </p:cNvPr>
          <p:cNvSpPr/>
          <p:nvPr/>
        </p:nvSpPr>
        <p:spPr>
          <a:xfrm>
            <a:off x="457200" y="3886200"/>
            <a:ext cx="201168" cy="201168"/>
          </a:xfrm>
          <a:prstGeom prst="ellipse">
            <a:avLst/>
          </a:prstGeom>
          <a:solidFill>
            <a:srgbClr val="41B3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1990D409-9289-9BA6-477E-8F9F43BBF18C}"/>
              </a:ext>
            </a:extLst>
          </p:cNvPr>
          <p:cNvSpPr/>
          <p:nvPr/>
        </p:nvSpPr>
        <p:spPr>
          <a:xfrm>
            <a:off x="457200" y="38862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161D26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1</a:t>
            </a:r>
            <a:endParaRPr lang="en-US" sz="900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61CA5EE6-B552-FCF0-AF4A-A448D1A40098}"/>
              </a:ext>
            </a:extLst>
          </p:cNvPr>
          <p:cNvSpPr/>
          <p:nvPr/>
        </p:nvSpPr>
        <p:spPr>
          <a:xfrm>
            <a:off x="822960" y="3840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Point your assistant at the skill file</a:t>
            </a:r>
            <a:endParaRPr lang="en-US" sz="140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39FAD493-F69B-21D6-F8AD-7CFDC129EA12}"/>
              </a:ext>
            </a:extLst>
          </p:cNvPr>
          <p:cNvSpPr/>
          <p:nvPr/>
        </p:nvSpPr>
        <p:spPr>
          <a:xfrm>
            <a:off x="457200" y="4434840"/>
            <a:ext cx="201168" cy="201168"/>
          </a:xfrm>
          <a:prstGeom prst="ellipse">
            <a:avLst/>
          </a:prstGeom>
          <a:solidFill>
            <a:srgbClr val="41B3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06A2A86D-BEAA-4DA2-478B-99B0EF691366}"/>
              </a:ext>
            </a:extLst>
          </p:cNvPr>
          <p:cNvSpPr/>
          <p:nvPr/>
        </p:nvSpPr>
        <p:spPr>
          <a:xfrm>
            <a:off x="457200" y="44348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161D26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2</a:t>
            </a:r>
            <a:endParaRPr lang="en-US" sz="90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B0D0D2F5-4D2D-96E0-EB4C-7E1C5400F59A}"/>
              </a:ext>
            </a:extLst>
          </p:cNvPr>
          <p:cNvSpPr/>
          <p:nvPr/>
        </p:nvSpPr>
        <p:spPr>
          <a:xfrm>
            <a:off x="822960" y="4389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Pick a module and start</a:t>
            </a:r>
            <a:endParaRPr lang="en-US" sz="1400"/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B53561F6-DEC2-38A2-D452-F16EECFE0C83}"/>
              </a:ext>
            </a:extLst>
          </p:cNvPr>
          <p:cNvSpPr/>
          <p:nvPr/>
        </p:nvSpPr>
        <p:spPr>
          <a:xfrm>
            <a:off x="457200" y="4983480"/>
            <a:ext cx="201168" cy="201168"/>
          </a:xfrm>
          <a:prstGeom prst="ellipse">
            <a:avLst/>
          </a:prstGeom>
          <a:solidFill>
            <a:srgbClr val="41B3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58823ED7-3433-9895-2A22-3FC91AECB3E1}"/>
              </a:ext>
            </a:extLst>
          </p:cNvPr>
          <p:cNvSpPr/>
          <p:nvPr/>
        </p:nvSpPr>
        <p:spPr>
          <a:xfrm>
            <a:off x="457200" y="49834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161D26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3</a:t>
            </a:r>
            <a:endParaRPr lang="en-US" sz="900"/>
          </a:p>
        </p:txBody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D1F252F0-ACC8-7CC6-CC79-52C30234C77C}"/>
              </a:ext>
            </a:extLst>
          </p:cNvPr>
          <p:cNvSpPr/>
          <p:nvPr/>
        </p:nvSpPr>
        <p:spPr>
          <a:xfrm>
            <a:off x="822960" y="49377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Write code, get feedback, iterate</a:t>
            </a:r>
            <a:endParaRPr lang="en-US" sz="1400"/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242DF408-AFB0-AB55-E52F-5782D7C3192D}"/>
              </a:ext>
            </a:extLst>
          </p:cNvPr>
          <p:cNvSpPr/>
          <p:nvPr/>
        </p:nvSpPr>
        <p:spPr>
          <a:xfrm>
            <a:off x="457200" y="57607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i="1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Works with Kiro, Claude, or any</a:t>
            </a:r>
            <a:r>
              <a:rPr lang="en-US" sz="1200"/>
              <a:t> </a:t>
            </a:r>
            <a:r>
              <a:rPr lang="en-US" sz="1200" i="1">
                <a:solidFill>
                  <a:srgbClr val="9BA4A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MCP-compatible assistant</a:t>
            </a:r>
            <a:endParaRPr lang="en-US" sz="1200"/>
          </a:p>
        </p:txBody>
      </p:sp>
      <p:sp>
        <p:nvSpPr>
          <p:cNvPr id="22" name="Shape 16">
            <a:extLst>
              <a:ext uri="{FF2B5EF4-FFF2-40B4-BE49-F238E27FC236}">
                <a16:creationId xmlns:a16="http://schemas.microsoft.com/office/drawing/2014/main" id="{A0B6DA82-7C4B-BAB1-2E12-218B6F9FA92F}"/>
              </a:ext>
            </a:extLst>
          </p:cNvPr>
          <p:cNvSpPr/>
          <p:nvPr/>
        </p:nvSpPr>
        <p:spPr>
          <a:xfrm>
            <a:off x="5349240" y="457200"/>
            <a:ext cx="3063240" cy="2743200"/>
          </a:xfrm>
          <a:prstGeom prst="roundRect">
            <a:avLst>
              <a:gd name="adj" fmla="val 2667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7">
            <a:extLst>
              <a:ext uri="{FF2B5EF4-FFF2-40B4-BE49-F238E27FC236}">
                <a16:creationId xmlns:a16="http://schemas.microsoft.com/office/drawing/2014/main" id="{4C45CEAC-0E5E-FCCE-657C-1536181ACB15}"/>
              </a:ext>
            </a:extLst>
          </p:cNvPr>
          <p:cNvSpPr/>
          <p:nvPr/>
        </p:nvSpPr>
        <p:spPr>
          <a:xfrm>
            <a:off x="5349240" y="457200"/>
            <a:ext cx="3063240" cy="54864"/>
          </a:xfrm>
          <a:prstGeom prst="rect">
            <a:avLst/>
          </a:prstGeom>
          <a:solidFill>
            <a:srgbClr val="41B3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0" descr="il_card_0.svg">
            <a:extLst>
              <a:ext uri="{FF2B5EF4-FFF2-40B4-BE49-F238E27FC236}">
                <a16:creationId xmlns:a16="http://schemas.microsoft.com/office/drawing/2014/main" id="{1077F2D8-93B2-EB49-B308-85ECF006A4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23560" y="777240"/>
            <a:ext cx="457200" cy="457200"/>
          </a:xfrm>
          <a:prstGeom prst="rect">
            <a:avLst/>
          </a:prstGeom>
        </p:spPr>
      </p:pic>
      <p:sp>
        <p:nvSpPr>
          <p:cNvPr id="25" name="Text 18">
            <a:extLst>
              <a:ext uri="{FF2B5EF4-FFF2-40B4-BE49-F238E27FC236}">
                <a16:creationId xmlns:a16="http://schemas.microsoft.com/office/drawing/2014/main" id="{1A150384-A3A8-0EDF-0CF9-664818838DC7}"/>
              </a:ext>
            </a:extLst>
          </p:cNvPr>
          <p:cNvSpPr/>
          <p:nvPr/>
        </p:nvSpPr>
        <p:spPr>
          <a:xfrm>
            <a:off x="562356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Learn by Doing</a:t>
            </a:r>
            <a:endParaRPr lang="en-US" sz="1700"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BC83147B-BB6C-C4BE-F862-54835A1D8A43}"/>
              </a:ext>
            </a:extLst>
          </p:cNvPr>
          <p:cNvSpPr/>
          <p:nvPr/>
        </p:nvSpPr>
        <p:spPr>
          <a:xfrm>
            <a:off x="5623560" y="182880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The agent presents challenges and asks you to write code.</a:t>
            </a:r>
            <a:endParaRPr lang="en-US" sz="1300"/>
          </a:p>
        </p:txBody>
      </p:sp>
      <p:sp>
        <p:nvSpPr>
          <p:cNvPr id="27" name="Shape 20">
            <a:extLst>
              <a:ext uri="{FF2B5EF4-FFF2-40B4-BE49-F238E27FC236}">
                <a16:creationId xmlns:a16="http://schemas.microsoft.com/office/drawing/2014/main" id="{CA1B53A1-4FE8-6342-CC51-233D1D5A9C99}"/>
              </a:ext>
            </a:extLst>
          </p:cNvPr>
          <p:cNvSpPr/>
          <p:nvPr/>
        </p:nvSpPr>
        <p:spPr>
          <a:xfrm>
            <a:off x="8686800" y="457200"/>
            <a:ext cx="3063240" cy="2743200"/>
          </a:xfrm>
          <a:prstGeom prst="roundRect">
            <a:avLst>
              <a:gd name="adj" fmla="val 2667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1">
            <a:extLst>
              <a:ext uri="{FF2B5EF4-FFF2-40B4-BE49-F238E27FC236}">
                <a16:creationId xmlns:a16="http://schemas.microsoft.com/office/drawing/2014/main" id="{1D2D7C58-0F23-BEB2-7ACA-CC83E5188980}"/>
              </a:ext>
            </a:extLst>
          </p:cNvPr>
          <p:cNvSpPr/>
          <p:nvPr/>
        </p:nvSpPr>
        <p:spPr>
          <a:xfrm>
            <a:off x="8686800" y="457200"/>
            <a:ext cx="3063240" cy="54864"/>
          </a:xfrm>
          <a:prstGeom prst="rect">
            <a:avLst/>
          </a:prstGeom>
          <a:solidFill>
            <a:srgbClr val="41B3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9" name="Image 1" descr="il_card_1.svg">
            <a:extLst>
              <a:ext uri="{FF2B5EF4-FFF2-40B4-BE49-F238E27FC236}">
                <a16:creationId xmlns:a16="http://schemas.microsoft.com/office/drawing/2014/main" id="{0BD096B6-3775-E283-C53F-740860AA7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61120" y="777240"/>
            <a:ext cx="457200" cy="457200"/>
          </a:xfrm>
          <a:prstGeom prst="rect">
            <a:avLst/>
          </a:prstGeom>
        </p:spPr>
      </p:pic>
      <p:sp>
        <p:nvSpPr>
          <p:cNvPr id="30" name="Text 22">
            <a:extLst>
              <a:ext uri="{FF2B5EF4-FFF2-40B4-BE49-F238E27FC236}">
                <a16:creationId xmlns:a16="http://schemas.microsoft.com/office/drawing/2014/main" id="{581E25E6-7951-77B8-E033-CF84C7D169CA}"/>
              </a:ext>
            </a:extLst>
          </p:cNvPr>
          <p:cNvSpPr/>
          <p:nvPr/>
        </p:nvSpPr>
        <p:spPr>
          <a:xfrm>
            <a:off x="89611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Your Pace</a:t>
            </a:r>
            <a:endParaRPr lang="en-US" sz="1700"/>
          </a:p>
        </p:txBody>
      </p:sp>
      <p:sp>
        <p:nvSpPr>
          <p:cNvPr id="31" name="Text 23">
            <a:extLst>
              <a:ext uri="{FF2B5EF4-FFF2-40B4-BE49-F238E27FC236}">
                <a16:creationId xmlns:a16="http://schemas.microsoft.com/office/drawing/2014/main" id="{D9422847-676E-3F10-CD14-6A2B3C1AB7C5}"/>
              </a:ext>
            </a:extLst>
          </p:cNvPr>
          <p:cNvSpPr/>
          <p:nvPr/>
        </p:nvSpPr>
        <p:spPr>
          <a:xfrm>
            <a:off x="8961120" y="182880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Adapts to your level. Get hints when you’re stuck, skip ahead when you’re ready.</a:t>
            </a:r>
            <a:endParaRPr lang="en-US" sz="1300"/>
          </a:p>
        </p:txBody>
      </p:sp>
      <p:sp>
        <p:nvSpPr>
          <p:cNvPr id="32" name="Shape 24">
            <a:extLst>
              <a:ext uri="{FF2B5EF4-FFF2-40B4-BE49-F238E27FC236}">
                <a16:creationId xmlns:a16="http://schemas.microsoft.com/office/drawing/2014/main" id="{A11CFAE7-BDA5-6476-434E-AF69DAF2F2CC}"/>
              </a:ext>
            </a:extLst>
          </p:cNvPr>
          <p:cNvSpPr/>
          <p:nvPr/>
        </p:nvSpPr>
        <p:spPr>
          <a:xfrm>
            <a:off x="5349240" y="3566160"/>
            <a:ext cx="3063240" cy="2743200"/>
          </a:xfrm>
          <a:prstGeom prst="roundRect">
            <a:avLst>
              <a:gd name="adj" fmla="val 2667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5">
            <a:extLst>
              <a:ext uri="{FF2B5EF4-FFF2-40B4-BE49-F238E27FC236}">
                <a16:creationId xmlns:a16="http://schemas.microsoft.com/office/drawing/2014/main" id="{699FB38D-78E8-9DD8-3032-90DBBB0187F7}"/>
              </a:ext>
            </a:extLst>
          </p:cNvPr>
          <p:cNvSpPr/>
          <p:nvPr/>
        </p:nvSpPr>
        <p:spPr>
          <a:xfrm>
            <a:off x="5349240" y="3566160"/>
            <a:ext cx="3063240" cy="54864"/>
          </a:xfrm>
          <a:prstGeom prst="rect">
            <a:avLst/>
          </a:prstGeom>
          <a:solidFill>
            <a:srgbClr val="41B3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2" descr="il_card_2.svg">
            <a:extLst>
              <a:ext uri="{FF2B5EF4-FFF2-40B4-BE49-F238E27FC236}">
                <a16:creationId xmlns:a16="http://schemas.microsoft.com/office/drawing/2014/main" id="{C0C8B3FC-4856-6ECE-B80C-85F5C4F704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23560" y="3886200"/>
            <a:ext cx="457200" cy="457200"/>
          </a:xfrm>
          <a:prstGeom prst="rect">
            <a:avLst/>
          </a:prstGeom>
        </p:spPr>
      </p:pic>
      <p:sp>
        <p:nvSpPr>
          <p:cNvPr id="35" name="Text 26">
            <a:extLst>
              <a:ext uri="{FF2B5EF4-FFF2-40B4-BE49-F238E27FC236}">
                <a16:creationId xmlns:a16="http://schemas.microsoft.com/office/drawing/2014/main" id="{9CA5BBAF-40DA-5C25-2FDB-A1554013A0D3}"/>
              </a:ext>
            </a:extLst>
          </p:cNvPr>
          <p:cNvSpPr/>
          <p:nvPr/>
        </p:nvSpPr>
        <p:spPr>
          <a:xfrm>
            <a:off x="5623560" y="44805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Instant Feedback</a:t>
            </a:r>
            <a:endParaRPr lang="en-US" sz="1700"/>
          </a:p>
        </p:txBody>
      </p:sp>
      <p:sp>
        <p:nvSpPr>
          <p:cNvPr id="60" name="Text 27">
            <a:extLst>
              <a:ext uri="{FF2B5EF4-FFF2-40B4-BE49-F238E27FC236}">
                <a16:creationId xmlns:a16="http://schemas.microsoft.com/office/drawing/2014/main" id="{451F1585-7239-01E6-2BE2-42B716048A57}"/>
              </a:ext>
            </a:extLst>
          </p:cNvPr>
          <p:cNvSpPr/>
          <p:nvPr/>
        </p:nvSpPr>
        <p:spPr>
          <a:xfrm>
            <a:off x="5623560" y="493776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Run code and share output with the tutor. You’ll instantly know what worked and what didn’t.</a:t>
            </a:r>
            <a:endParaRPr lang="en-US" sz="1300"/>
          </a:p>
        </p:txBody>
      </p:sp>
      <p:sp>
        <p:nvSpPr>
          <p:cNvPr id="61" name="Shape 28">
            <a:extLst>
              <a:ext uri="{FF2B5EF4-FFF2-40B4-BE49-F238E27FC236}">
                <a16:creationId xmlns:a16="http://schemas.microsoft.com/office/drawing/2014/main" id="{3CD67D39-8E4E-CE28-D2D5-00025B230EC5}"/>
              </a:ext>
            </a:extLst>
          </p:cNvPr>
          <p:cNvSpPr/>
          <p:nvPr/>
        </p:nvSpPr>
        <p:spPr>
          <a:xfrm>
            <a:off x="8686800" y="3566160"/>
            <a:ext cx="3063240" cy="2743200"/>
          </a:xfrm>
          <a:prstGeom prst="roundRect">
            <a:avLst>
              <a:gd name="adj" fmla="val 2667"/>
            </a:avLst>
          </a:prstGeom>
          <a:solidFill>
            <a:srgbClr val="2A3A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29">
            <a:extLst>
              <a:ext uri="{FF2B5EF4-FFF2-40B4-BE49-F238E27FC236}">
                <a16:creationId xmlns:a16="http://schemas.microsoft.com/office/drawing/2014/main" id="{3E6E6B48-2882-4283-A72F-2D9B920CD4C7}"/>
              </a:ext>
            </a:extLst>
          </p:cNvPr>
          <p:cNvSpPr/>
          <p:nvPr/>
        </p:nvSpPr>
        <p:spPr>
          <a:xfrm>
            <a:off x="8686800" y="3566160"/>
            <a:ext cx="3063240" cy="54864"/>
          </a:xfrm>
          <a:prstGeom prst="rect">
            <a:avLst/>
          </a:prstGeom>
          <a:solidFill>
            <a:srgbClr val="41B3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3" name="Image 3" descr="il_card_3.svg">
            <a:extLst>
              <a:ext uri="{FF2B5EF4-FFF2-40B4-BE49-F238E27FC236}">
                <a16:creationId xmlns:a16="http://schemas.microsoft.com/office/drawing/2014/main" id="{108279CA-8439-F13D-6BE1-0A9830BD79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61120" y="3886200"/>
            <a:ext cx="457200" cy="457200"/>
          </a:xfrm>
          <a:prstGeom prst="rect">
            <a:avLst/>
          </a:prstGeom>
        </p:spPr>
      </p:pic>
      <p:sp>
        <p:nvSpPr>
          <p:cNvPr id="64" name="Text 30">
            <a:extLst>
              <a:ext uri="{FF2B5EF4-FFF2-40B4-BE49-F238E27FC236}">
                <a16:creationId xmlns:a16="http://schemas.microsoft.com/office/drawing/2014/main" id="{151372FD-3193-DB61-3AF3-DDA8585DF4AB}"/>
              </a:ext>
            </a:extLst>
          </p:cNvPr>
          <p:cNvSpPr/>
          <p:nvPr/>
        </p:nvSpPr>
        <p:spPr>
          <a:xfrm>
            <a:off x="8961120" y="44805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Deeper Retention</a:t>
            </a:r>
            <a:endParaRPr lang="en-US" sz="1700"/>
          </a:p>
        </p:txBody>
      </p:sp>
      <p:sp>
        <p:nvSpPr>
          <p:cNvPr id="65" name="Text 31">
            <a:extLst>
              <a:ext uri="{FF2B5EF4-FFF2-40B4-BE49-F238E27FC236}">
                <a16:creationId xmlns:a16="http://schemas.microsoft.com/office/drawing/2014/main" id="{37453D83-B65D-D1C8-C3DF-43A9A86974C5}"/>
              </a:ext>
            </a:extLst>
          </p:cNvPr>
          <p:cNvSpPr/>
          <p:nvPr/>
        </p:nvSpPr>
        <p:spPr>
          <a:xfrm>
            <a:off x="8961120" y="493776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>
                <a:solidFill>
                  <a:srgbClr val="D1D5DB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Active problem-solving builds understanding that sticks!</a:t>
            </a:r>
            <a:endParaRPr lang="en-US" sz="1300"/>
          </a:p>
        </p:txBody>
      </p:sp>
    </p:spTree>
    <p:extLst>
      <p:ext uri="{BB962C8B-B14F-4D97-AF65-F5344CB8AC3E}">
        <p14:creationId xmlns:p14="http://schemas.microsoft.com/office/powerpoint/2010/main" val="4097866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C5955A-B1AA-DF0F-14C9-4AFBDB988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1">
            <a:extLst>
              <a:ext uri="{FF2B5EF4-FFF2-40B4-BE49-F238E27FC236}">
                <a16:creationId xmlns:a16="http://schemas.microsoft.com/office/drawing/2014/main" id="{13D9E14B-B893-D5DF-0DDE-F47C52D3E718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5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53E2E9FE-A222-D9B7-08D6-F2D28F6E7DD7}"/>
              </a:ext>
            </a:extLst>
          </p:cNvPr>
          <p:cNvSpPr/>
          <p:nvPr/>
        </p:nvSpPr>
        <p:spPr>
          <a:xfrm>
            <a:off x="731520" y="457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500">
                <a:solidFill>
                  <a:srgbClr val="FF8500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GET STARTED</a:t>
            </a:r>
            <a:endParaRPr lang="en-US" sz="1400"/>
          </a:p>
        </p:txBody>
      </p:sp>
      <p:sp>
        <p:nvSpPr>
          <p:cNvPr id="27" name="Text 3">
            <a:extLst>
              <a:ext uri="{FF2B5EF4-FFF2-40B4-BE49-F238E27FC236}">
                <a16:creationId xmlns:a16="http://schemas.microsoft.com/office/drawing/2014/main" id="{59BA3387-E3A4-320E-6372-8FB56072AA4B}"/>
              </a:ext>
            </a:extLst>
          </p:cNvPr>
          <p:cNvSpPr/>
          <p:nvPr/>
        </p:nvSpPr>
        <p:spPr>
          <a:xfrm>
            <a:off x="731520" y="118872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400"/>
              </a:lnSpc>
              <a:buNone/>
            </a:pPr>
            <a:r>
              <a:rPr lang="en-US" sz="42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Ready to Evaluate</a:t>
            </a:r>
            <a:endParaRPr lang="en-US" sz="4200"/>
          </a:p>
          <a:p>
            <a:pPr marL="0" indent="0">
              <a:lnSpc>
                <a:spcPts val="5400"/>
              </a:lnSpc>
              <a:buNone/>
            </a:pPr>
            <a:r>
              <a:rPr lang="en-US" sz="4200" b="1">
                <a:solidFill>
                  <a:srgbClr val="F1F3F3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Your GenAI Systems?</a:t>
            </a:r>
            <a:endParaRPr lang="en-US" sz="4200"/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3CEB76B3-34C3-6C19-9A92-4C47C0F9784A}"/>
              </a:ext>
            </a:extLst>
          </p:cNvPr>
          <p:cNvSpPr/>
          <p:nvPr/>
        </p:nvSpPr>
        <p:spPr>
          <a:xfrm>
            <a:off x="731520" y="3017520"/>
            <a:ext cx="2286000" cy="0"/>
          </a:xfrm>
          <a:prstGeom prst="line">
            <a:avLst/>
          </a:prstGeom>
          <a:noFill/>
          <a:ln w="50800">
            <a:solidFill>
              <a:srgbClr val="FF8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5">
            <a:extLst>
              <a:ext uri="{FF2B5EF4-FFF2-40B4-BE49-F238E27FC236}">
                <a16:creationId xmlns:a16="http://schemas.microsoft.com/office/drawing/2014/main" id="{E8F0F385-7297-2679-C564-ED46C2A37DAB}"/>
              </a:ext>
            </a:extLst>
          </p:cNvPr>
          <p:cNvSpPr/>
          <p:nvPr/>
        </p:nvSpPr>
        <p:spPr>
          <a:xfrm>
            <a:off x="731520" y="3291840"/>
            <a:ext cx="9144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7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Let's get started!</a:t>
            </a:r>
            <a:endParaRPr lang="en-US" sz="170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7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Choose the modules that fit your needs</a:t>
            </a:r>
            <a:endParaRPr lang="en-US" sz="1700">
              <a:latin typeface="Amazon Ember"/>
              <a:ea typeface="Amazon Ember"/>
              <a:cs typeface="Amazon Ember"/>
            </a:endParaRPr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700">
                <a:solidFill>
                  <a:srgbClr val="D1D5DB"/>
                </a:solidFill>
                <a:latin typeface="Amazon Ember"/>
                <a:ea typeface="Amazon Ember"/>
                <a:cs typeface="Amazon Ember"/>
              </a:rPr>
              <a:t>Contact your AWS Solutions Architect</a:t>
            </a:r>
            <a:endParaRPr lang="en-US" sz="1700">
              <a:latin typeface="Amazon Ember"/>
              <a:ea typeface="Amazon Ember"/>
              <a:cs typeface="Amazon Ember"/>
            </a:endParaRPr>
          </a:p>
        </p:txBody>
      </p:sp>
      <p:sp>
        <p:nvSpPr>
          <p:cNvPr id="30" name="Text 6">
            <a:extLst>
              <a:ext uri="{FF2B5EF4-FFF2-40B4-BE49-F238E27FC236}">
                <a16:creationId xmlns:a16="http://schemas.microsoft.com/office/drawing/2014/main" id="{7DBB0CCD-4B58-A2FA-A8F1-509A4DEB8A30}"/>
              </a:ext>
            </a:extLst>
          </p:cNvPr>
          <p:cNvSpPr/>
          <p:nvPr/>
        </p:nvSpPr>
        <p:spPr>
          <a:xfrm>
            <a:off x="731520" y="55778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232F3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Start building confidence in your GenAI systems today.</a:t>
            </a:r>
            <a:endParaRPr lang="en-US" sz="1800"/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EF022223-790D-345B-4C09-463CE148E048}"/>
              </a:ext>
            </a:extLst>
          </p:cNvPr>
          <p:cNvSpPr/>
          <p:nvPr/>
        </p:nvSpPr>
        <p:spPr>
          <a:xfrm>
            <a:off x="731520" y="6126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32F3E"/>
                </a:solidFill>
                <a:latin typeface="Amazon Ember" pitchFamily="34" charset="0"/>
                <a:ea typeface="Amazon Ember" pitchFamily="34" charset="-122"/>
                <a:cs typeface="Amazon Ember" pitchFamily="34" charset="-120"/>
              </a:rPr>
              <a:t>aws.amazon.com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3170138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WS Confidential Light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Ember Heavy and Ember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45720" tIns="45720" rIns="45720"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r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" id="{9669ED17-9462-D14C-B6E5-447B788E9B2B}" vid="{91E6B8BE-7767-2D49-A594-4B5A32E9F08B}"/>
    </a:ext>
  </a:extLst>
</a:theme>
</file>

<file path=ppt/theme/theme2.xml><?xml version="1.0" encoding="utf-8"?>
<a:theme xmlns:a="http://schemas.openxmlformats.org/drawingml/2006/main" name="AWS Confidential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AWS 2024">
    <a:dk1>
      <a:srgbClr val="000000"/>
    </a:dk1>
    <a:lt1>
      <a:srgbClr val="FFFFFF"/>
    </a:lt1>
    <a:dk2>
      <a:srgbClr val="161D26"/>
    </a:dk2>
    <a:lt2>
      <a:srgbClr val="F3F3F7"/>
    </a:lt2>
    <a:accent1>
      <a:srgbClr val="41B3FF"/>
    </a:accent1>
    <a:accent2>
      <a:srgbClr val="AD5CFF"/>
    </a:accent2>
    <a:accent3>
      <a:srgbClr val="00E500"/>
    </a:accent3>
    <a:accent4>
      <a:srgbClr val="FF5C85"/>
    </a:accent4>
    <a:accent5>
      <a:srgbClr val="FF693C"/>
    </a:accent5>
    <a:accent6>
      <a:srgbClr val="FBD332"/>
    </a:accent6>
    <a:hlink>
      <a:srgbClr val="41B1E8"/>
    </a:hlink>
    <a:folHlink>
      <a:srgbClr val="41B1E8"/>
    </a:folHlink>
  </a:clrScheme>
</a:themeOverrid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E6C58BEA4EEDC4A9B115462AE929738" ma:contentTypeVersion="10" ma:contentTypeDescription="Create a new document." ma:contentTypeScope="" ma:versionID="dc85b9bec975f67540c89c3416489c1c">
  <xsd:schema xmlns:xsd="http://www.w3.org/2001/XMLSchema" xmlns:xs="http://www.w3.org/2001/XMLSchema" xmlns:p="http://schemas.microsoft.com/office/2006/metadata/properties" xmlns:ns2="41e6d7f1-ef9d-46cd-9207-8d76ebf1c158" xmlns:ns3="43110e95-cdce-409a-b1de-3b04d4106c99" targetNamespace="http://schemas.microsoft.com/office/2006/metadata/properties" ma:root="true" ma:fieldsID="65ac1a47da212fa3fa61a38dfa1c7061" ns2:_="" ns3:_="">
    <xsd:import namespace="41e6d7f1-ef9d-46cd-9207-8d76ebf1c158"/>
    <xsd:import namespace="43110e95-cdce-409a-b1de-3b04d4106c9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e6d7f1-ef9d-46cd-9207-8d76ebf1c1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37839dc8-c537-42b6-a5a9-a537040d25b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110e95-cdce-409a-b1de-3b04d4106c99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510d6abb-4667-4e9a-832d-995b64f4c927}" ma:internalName="TaxCatchAll" ma:showField="CatchAllData" ma:web="43110e95-cdce-409a-b1de-3b04d4106c9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4E5C775-801D-4A34-A687-1140663E2C31}">
  <ds:schemaRefs>
    <ds:schemaRef ds:uri="41e6d7f1-ef9d-46cd-9207-8d76ebf1c158"/>
    <ds:schemaRef ds:uri="43110e95-cdce-409a-b1de-3b04d4106c9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D207EBDE-4684-4159-A1B8-F4D056FD066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2014</Words>
  <Application>Microsoft Macintosh PowerPoint</Application>
  <PresentationFormat>Widescreen</PresentationFormat>
  <Paragraphs>329</Paragraphs>
  <Slides>20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Calibri</vt:lpstr>
      <vt:lpstr>Amazon Ember Mono</vt:lpstr>
      <vt:lpstr>Amazon Ember Display</vt:lpstr>
      <vt:lpstr>Amazon Ember</vt:lpstr>
      <vt:lpstr>AWS Confidential Light</vt:lpstr>
      <vt:lpstr>AWS Confidential Dark</vt:lpstr>
      <vt:lpstr>Generative AI  Evaluations Workshop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Ummat, Shivi</cp:lastModifiedBy>
  <cp:revision>1</cp:revision>
  <dcterms:created xsi:type="dcterms:W3CDTF">2022-07-18T16:28:56Z</dcterms:created>
  <dcterms:modified xsi:type="dcterms:W3CDTF">2026-05-06T23:03:37Z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2025-12-17T18:45:23Z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5cabd2f0-ed4e-459d-bb2e-dfaed84a107b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